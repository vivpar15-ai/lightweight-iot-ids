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p:cViewPr>
        <p:scale>
          <a:sx n="53" d="100"/>
          <a:sy n="53" d="100"/>
        </p:scale>
        <p:origin x="802" y="134"/>
      </p:cViewPr>
      <p:guideLst>
        <p:guide orient="horz" pos="2880"/>
        <p:guide pos="2160"/>
      </p:guideLst>
    </p:cSldViewPr>
  </p:slideViewPr>
  <p:notesTextViewPr>
    <p:cViewPr>
      <p:scale>
        <a:sx n="100" d="100"/>
        <a:sy n="100" d="100"/>
      </p:scale>
      <p:origin x="0" y="-29"/>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E256E4D7-D32A-4E56-98F0-2526B2A0ACD1}" type="datetimeFigureOut">
              <a:rPr lang="en-IN" smtClean="0"/>
              <a:t>13-05-2026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ACBB4FEA-FF90-419A-AA92-BB3106CE5B5A}" type="slidenum">
              <a:rPr lang="en-IN" smtClean="0"/>
              <a:t>‹#›</a:t>
            </a:fld>
            <a:endParaRPr lang="en-IN"/>
          </a:p>
        </p:txBody>
      </p:sp>
    </p:spTree>
    <p:extLst>
      <p:ext uri="{BB962C8B-B14F-4D97-AF65-F5344CB8AC3E}">
        <p14:creationId xmlns:p14="http://schemas.microsoft.com/office/powerpoint/2010/main" val="2557076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a:t>
            </a:r>
            <a:br>
              <a:rPr lang="en-US" dirty="0"/>
            </a:br>
            <a:r>
              <a:rPr lang="en-US" dirty="0"/>
              <a:t>My name is Vivian </a:t>
            </a:r>
            <a:r>
              <a:rPr lang="en-US" dirty="0" err="1"/>
              <a:t>Sureshbhai</a:t>
            </a:r>
            <a:r>
              <a:rPr lang="en-US" dirty="0"/>
              <a:t> Parmar, and today I will present my thesis proposal titled “Lightweight Deep Learning IDS for Resource-Constrained IoT Devices.”</a:t>
            </a:r>
            <a:br>
              <a:rPr lang="en-US" dirty="0"/>
            </a:br>
            <a:r>
              <a:rPr lang="en-US" dirty="0"/>
              <a:t>This research focuses on developing an efficient deep learning-based intrusion detection system suitable for low-resource IoT environments such as Raspberry Pi devices.</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1</a:t>
            </a:fld>
            <a:endParaRPr lang="en-IN"/>
          </a:p>
        </p:txBody>
      </p:sp>
    </p:spTree>
    <p:extLst>
      <p:ext uri="{BB962C8B-B14F-4D97-AF65-F5344CB8AC3E}">
        <p14:creationId xmlns:p14="http://schemas.microsoft.com/office/powerpoint/2010/main" val="1413323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IoT devices are increasingly used in smart homes, healthcare systems, industrial environments, and smart cities.</a:t>
            </a:r>
            <a:br>
              <a:rPr lang="en-US" dirty="0"/>
            </a:br>
            <a:r>
              <a:rPr lang="en-US" dirty="0"/>
              <a:t>However, many IoT devices have limited processing power, memory, and energy resources, making cybersecurity implementation challenging.</a:t>
            </a:r>
            <a:br>
              <a:rPr lang="en-US" dirty="0"/>
            </a:br>
            <a:r>
              <a:rPr lang="en-US" dirty="0"/>
              <a:t>Traditional intrusion detection systems are often computationally expensive and unsuitable for such environments.</a:t>
            </a:r>
            <a:br>
              <a:rPr lang="en-US" dirty="0"/>
            </a:br>
            <a:r>
              <a:rPr lang="en-US" dirty="0"/>
              <a:t>Therefore, this research focuses on developing lightweight deep learning-based intrusion detection systems for efficient real-time IoT security.</a:t>
            </a:r>
            <a:br>
              <a:rPr lang="en-US" dirty="0"/>
            </a:br>
            <a:r>
              <a:rPr lang="en-US" dirty="0"/>
              <a:t>The research also explores optimization techniques such as feature selection, pruning, and quantization to improve deployment feasibility on low-powered devices.</a:t>
            </a:r>
          </a:p>
          <a:p>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2</a:t>
            </a:fld>
            <a:endParaRPr lang="en-IN"/>
          </a:p>
        </p:txBody>
      </p:sp>
    </p:spTree>
    <p:extLst>
      <p:ext uri="{BB962C8B-B14F-4D97-AF65-F5344CB8AC3E}">
        <p14:creationId xmlns:p14="http://schemas.microsoft.com/office/powerpoint/2010/main" val="2625121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will discuss IoT security challenges, the need for lightweight intrusion detection systems, deep learning IDS concepts, the research gap and objectives, dataset selection, the proposed methodology and architecture, optimization techniques, evaluation metrics, expected outcomes, and the research timeline.</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3</a:t>
            </a:fld>
            <a:endParaRPr lang="en-IN"/>
          </a:p>
        </p:txBody>
      </p:sp>
    </p:spTree>
    <p:extLst>
      <p:ext uri="{BB962C8B-B14F-4D97-AF65-F5344CB8AC3E}">
        <p14:creationId xmlns:p14="http://schemas.microsoft.com/office/powerpoint/2010/main" val="2218172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IoT ecosystems are rapidly expanding across many sectors including healthcare, industry, transportation, and smart homes.</a:t>
            </a:r>
            <a:br>
              <a:rPr lang="en-US" dirty="0"/>
            </a:br>
            <a:r>
              <a:rPr lang="en-US" dirty="0"/>
              <a:t>However, IoT devices are resource-constrained and often lack strong built-in security mechanisms.</a:t>
            </a:r>
            <a:br>
              <a:rPr lang="en-US" dirty="0"/>
            </a:br>
            <a:r>
              <a:rPr lang="en-US" dirty="0"/>
              <a:t>These networks face threats such as DDoS attacks, botnets, malware injection, and unauthorized access.</a:t>
            </a:r>
            <a:br>
              <a:rPr lang="en-US" dirty="0"/>
            </a:br>
            <a:r>
              <a:rPr lang="en-US" dirty="0"/>
              <a:t>Such vulnerabilities can lead to data breaches, service disruption, and compromised network stability.</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4</a:t>
            </a:fld>
            <a:endParaRPr lang="en-IN"/>
          </a:p>
        </p:txBody>
      </p:sp>
    </p:spTree>
    <p:extLst>
      <p:ext uri="{BB962C8B-B14F-4D97-AF65-F5344CB8AC3E}">
        <p14:creationId xmlns:p14="http://schemas.microsoft.com/office/powerpoint/2010/main" val="2171060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intrusion detection systems often require significant computational power, memory, and energy resources.</a:t>
            </a:r>
            <a:br>
              <a:rPr lang="en-US" dirty="0"/>
            </a:br>
            <a:r>
              <a:rPr lang="en-US" dirty="0"/>
              <a:t>This makes them unsuitable for low-powered IoT devices.</a:t>
            </a:r>
            <a:br>
              <a:rPr lang="en-US" dirty="0"/>
            </a:br>
            <a:r>
              <a:rPr lang="en-US" dirty="0"/>
              <a:t>Therefore, lightweight IDS solutions are required to provide efficient real-time security while maintaining strong detection performance.</a:t>
            </a:r>
            <a:br>
              <a:rPr lang="en-US" dirty="0"/>
            </a:br>
            <a:r>
              <a:rPr lang="en-US" dirty="0"/>
              <a:t>The major challenge is balancing computational efficiency with detection accuracy.</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5</a:t>
            </a:fld>
            <a:endParaRPr lang="en-IN"/>
          </a:p>
        </p:txBody>
      </p:sp>
    </p:spTree>
    <p:extLst>
      <p:ext uri="{BB962C8B-B14F-4D97-AF65-F5344CB8AC3E}">
        <p14:creationId xmlns:p14="http://schemas.microsoft.com/office/powerpoint/2010/main" val="3139358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learning models such as CNN and LSTM have shown strong performance in intrusion detection because they can automatically learn complex network traffic patterns.</a:t>
            </a:r>
            <a:br>
              <a:rPr lang="en-US" dirty="0"/>
            </a:br>
            <a:r>
              <a:rPr lang="en-US" dirty="0"/>
              <a:t>These models can detect both known and unknown attacks more effectively than traditional machine learning approaches.</a:t>
            </a:r>
            <a:br>
              <a:rPr lang="en-US" dirty="0"/>
            </a:br>
            <a:r>
              <a:rPr lang="en-US" dirty="0"/>
              <a:t>However, deep learning models are often computationally expensive, limiting their deployment on resource-constrained IoT devices.</a:t>
            </a:r>
            <a:br>
              <a:rPr lang="en-US" dirty="0"/>
            </a:br>
            <a:r>
              <a:rPr lang="en-US" dirty="0"/>
              <a:t>Therefore, optimization becomes important for practical deployment.</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6</a:t>
            </a:fld>
            <a:endParaRPr lang="en-IN"/>
          </a:p>
        </p:txBody>
      </p:sp>
    </p:spTree>
    <p:extLst>
      <p:ext uri="{BB962C8B-B14F-4D97-AF65-F5344CB8AC3E}">
        <p14:creationId xmlns:p14="http://schemas.microsoft.com/office/powerpoint/2010/main" val="4033393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existing deep learning IDS studies focus mainly on maximizing detection accuracy while overlooking computational efficiency and deployment feasibility.</a:t>
            </a:r>
            <a:br>
              <a:rPr lang="en-US" dirty="0"/>
            </a:br>
            <a:r>
              <a:rPr lang="en-US" dirty="0"/>
              <a:t>In addition, very few studies evaluate models on resource-constrained IoT hardware such as Raspberry Pi.</a:t>
            </a:r>
            <a:br>
              <a:rPr lang="en-US" dirty="0"/>
            </a:br>
            <a:r>
              <a:rPr lang="en-US" dirty="0"/>
              <a:t>Current research also struggles to properly balance efficiency, memory usage, inference time, and detection performance.</a:t>
            </a:r>
            <a:br>
              <a:rPr lang="en-US" dirty="0"/>
            </a:br>
            <a:r>
              <a:rPr lang="en-US" dirty="0"/>
              <a:t>Therefore, there is a need for lightweight IDS models suitable for practical IoT deployment.</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7</a:t>
            </a:fld>
            <a:endParaRPr lang="en-IN"/>
          </a:p>
        </p:txBody>
      </p:sp>
    </p:spTree>
    <p:extLst>
      <p:ext uri="{BB962C8B-B14F-4D97-AF65-F5344CB8AC3E}">
        <p14:creationId xmlns:p14="http://schemas.microsoft.com/office/powerpoint/2010/main" val="2341407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objective of this research is to develop a lightweight deep learning-based intrusion detection system for IoT environments.</a:t>
            </a:r>
            <a:br>
              <a:rPr lang="en-US" dirty="0"/>
            </a:br>
            <a:r>
              <a:rPr lang="en-US" dirty="0"/>
              <a:t>The study focuses on reducing model complexity while maintaining strong detection performance.</a:t>
            </a:r>
            <a:br>
              <a:rPr lang="en-US" dirty="0"/>
            </a:br>
            <a:r>
              <a:rPr lang="en-US" dirty="0"/>
              <a:t>Key research questions include identifying optimization techniques that best balance efficiency and accuracy and evaluating the proposed model against conventional deep learning IDS solutions.</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8</a:t>
            </a:fld>
            <a:endParaRPr lang="en-IN"/>
          </a:p>
        </p:txBody>
      </p:sp>
    </p:spTree>
    <p:extLst>
      <p:ext uri="{BB962C8B-B14F-4D97-AF65-F5344CB8AC3E}">
        <p14:creationId xmlns:p14="http://schemas.microsoft.com/office/powerpoint/2010/main" val="2343521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uses two benchmark datasets: NSL-KDD and UNSW-NB15.</a:t>
            </a:r>
            <a:br>
              <a:rPr lang="en-US" dirty="0"/>
            </a:br>
            <a:r>
              <a:rPr lang="en-US" dirty="0"/>
              <a:t>NSL-KDD is widely used in IDS research and removes redundant records from earlier datasets.</a:t>
            </a:r>
            <a:br>
              <a:rPr lang="en-US" dirty="0"/>
            </a:br>
            <a:r>
              <a:rPr lang="en-US" dirty="0"/>
              <a:t>UNSW-NB15 contains more modern and realistic attack scenarios and network traffic behaviors.</a:t>
            </a:r>
            <a:br>
              <a:rPr lang="en-US" dirty="0"/>
            </a:br>
            <a:r>
              <a:rPr lang="en-US" dirty="0"/>
              <a:t>Data preprocessing and feature selection techniques will also be applied to improve model efficiency and reduce computational overhead.</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9</a:t>
            </a:fld>
            <a:endParaRPr lang="en-IN"/>
          </a:p>
        </p:txBody>
      </p:sp>
    </p:spTree>
    <p:extLst>
      <p:ext uri="{BB962C8B-B14F-4D97-AF65-F5344CB8AC3E}">
        <p14:creationId xmlns:p14="http://schemas.microsoft.com/office/powerpoint/2010/main" val="3405494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methodology follows four main stages: data preparation, model development, lightweight optimization, and evaluation.</a:t>
            </a:r>
            <a:br>
              <a:rPr lang="en-US" dirty="0"/>
            </a:br>
            <a:r>
              <a:rPr lang="en-US" dirty="0"/>
              <a:t>The research focuses on reducing model complexity and memory usage while maintaining strong detection performance.</a:t>
            </a:r>
            <a:br>
              <a:rPr lang="en-US" dirty="0"/>
            </a:br>
            <a:r>
              <a:rPr lang="en-US" dirty="0"/>
              <a:t>Optimization techniques such as pruning, quantization, and model simplification will be used to improve deployment feasibility on IoT devices.</a:t>
            </a:r>
            <a:br>
              <a:rPr lang="en-US" dirty="0"/>
            </a:br>
            <a:r>
              <a:rPr lang="en-US" dirty="0"/>
              <a:t>The proposed system will also be compared against conventional deep learning IDS models.</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10</a:t>
            </a:fld>
            <a:endParaRPr lang="en-IN"/>
          </a:p>
        </p:txBody>
      </p:sp>
    </p:spTree>
    <p:extLst>
      <p:ext uri="{BB962C8B-B14F-4D97-AF65-F5344CB8AC3E}">
        <p14:creationId xmlns:p14="http://schemas.microsoft.com/office/powerpoint/2010/main" val="31133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architecture begins with dataset collection and preprocessing.</a:t>
            </a:r>
            <a:br>
              <a:rPr lang="en-US" dirty="0"/>
            </a:br>
            <a:r>
              <a:rPr lang="en-US" dirty="0"/>
              <a:t>Feature selection is then applied to reduce computational overhead and dimensionality.</a:t>
            </a:r>
            <a:br>
              <a:rPr lang="en-US" dirty="0"/>
            </a:br>
            <a:r>
              <a:rPr lang="en-US" dirty="0"/>
              <a:t>A lightweight CNN-based IDS model is used for intrusion detection because of its efficient feature extraction capability.</a:t>
            </a:r>
            <a:br>
              <a:rPr lang="en-US" dirty="0"/>
            </a:br>
            <a:r>
              <a:rPr lang="en-US" dirty="0"/>
              <a:t>Optimization techniques such as pruning and quantization are applied to reduce model size and inference time.</a:t>
            </a:r>
            <a:br>
              <a:rPr lang="en-US" dirty="0"/>
            </a:br>
            <a:r>
              <a:rPr lang="en-US" dirty="0"/>
              <a:t>Finally, the model is evaluated using both detection and efficiency metrics before deployment on Raspberry Pi devices.</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11</a:t>
            </a:fld>
            <a:endParaRPr lang="en-IN"/>
          </a:p>
        </p:txBody>
      </p:sp>
    </p:spTree>
    <p:extLst>
      <p:ext uri="{BB962C8B-B14F-4D97-AF65-F5344CB8AC3E}">
        <p14:creationId xmlns:p14="http://schemas.microsoft.com/office/powerpoint/2010/main" val="1971829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 is selected as the primary model because it provides efficient feature extraction with lower computational overhead compared to recurrent models such as LSTM.</a:t>
            </a:r>
            <a:br>
              <a:rPr lang="en-US" dirty="0"/>
            </a:br>
            <a:r>
              <a:rPr lang="en-US" dirty="0"/>
              <a:t>Optimization techniques such as pruning, quantization, and model simplification are used to reduce memory usage and computational complexity.</a:t>
            </a:r>
            <a:br>
              <a:rPr lang="en-US" dirty="0"/>
            </a:br>
            <a:r>
              <a:rPr lang="en-US" dirty="0"/>
              <a:t>Hybrid CNN-LSTM models may also be explored for comparative analysis.</a:t>
            </a:r>
            <a:br>
              <a:rPr lang="en-US" dirty="0"/>
            </a:br>
            <a:r>
              <a:rPr lang="en-US" dirty="0"/>
              <a:t>The overall goal is to achieve strong detection performance while supporting lightweight IoT deployment.</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12</a:t>
            </a:fld>
            <a:endParaRPr lang="en-IN"/>
          </a:p>
        </p:txBody>
      </p:sp>
    </p:spTree>
    <p:extLst>
      <p:ext uri="{BB962C8B-B14F-4D97-AF65-F5344CB8AC3E}">
        <p14:creationId xmlns:p14="http://schemas.microsoft.com/office/powerpoint/2010/main" val="720427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model will be evaluated using both detection and efficiency metrics.</a:t>
            </a:r>
            <a:br>
              <a:rPr lang="en-US" dirty="0"/>
            </a:br>
            <a:r>
              <a:rPr lang="en-US" dirty="0"/>
              <a:t>Detection performance will be measured using accuracy, precision, recall, and F1-score.</a:t>
            </a:r>
            <a:br>
              <a:rPr lang="en-US" dirty="0"/>
            </a:br>
            <a:r>
              <a:rPr lang="en-US" dirty="0"/>
              <a:t>Efficiency metrics such as inference time, memory usage, and model size will also be analyzed to determine deployment feasibility on IoT devices.</a:t>
            </a:r>
            <a:br>
              <a:rPr lang="en-US" dirty="0"/>
            </a:br>
            <a:r>
              <a:rPr lang="en-US" dirty="0"/>
              <a:t>The proposed lightweight IDS will then be compared against conventional deep learning IDS models.</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13</a:t>
            </a:fld>
            <a:endParaRPr lang="en-IN"/>
          </a:p>
        </p:txBody>
      </p:sp>
    </p:spTree>
    <p:extLst>
      <p:ext uri="{BB962C8B-B14F-4D97-AF65-F5344CB8AC3E}">
        <p14:creationId xmlns:p14="http://schemas.microsoft.com/office/powerpoint/2010/main" val="1719581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outcome is a lightweight deep learning-based IDS capable of achieving strong intrusion detection performance while significantly reducing computational complexity and model size.</a:t>
            </a:r>
            <a:br>
              <a:rPr lang="en-US" dirty="0"/>
            </a:br>
            <a:r>
              <a:rPr lang="en-US" dirty="0"/>
              <a:t>The research aims to achieve F1-scores above 85% and approximately 30 to 50 percent reduction in model size compared to conventional IDS models.</a:t>
            </a:r>
            <a:br>
              <a:rPr lang="en-US" dirty="0"/>
            </a:br>
            <a:r>
              <a:rPr lang="en-US" dirty="0"/>
              <a:t>The proposed system is also expected to support real-time deployment on Raspberry Pi devices.</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14</a:t>
            </a:fld>
            <a:endParaRPr lang="en-IN"/>
          </a:p>
        </p:txBody>
      </p:sp>
    </p:spTree>
    <p:extLst>
      <p:ext uri="{BB962C8B-B14F-4D97-AF65-F5344CB8AC3E}">
        <p14:creationId xmlns:p14="http://schemas.microsoft.com/office/powerpoint/2010/main" val="268196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timeline spans from May 2026 to November 2026.</a:t>
            </a:r>
            <a:br>
              <a:rPr lang="en-US" dirty="0"/>
            </a:br>
            <a:r>
              <a:rPr lang="en-US" dirty="0"/>
              <a:t>The project includes literature review, dataset preprocessing, CNN model development, lightweight optimization, evaluation, and final thesis writing.</a:t>
            </a:r>
            <a:br>
              <a:rPr lang="en-US" dirty="0"/>
            </a:br>
            <a:r>
              <a:rPr lang="en-US" dirty="0"/>
              <a:t>The timeline ensures systematic progress across all research phases.</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15</a:t>
            </a:fld>
            <a:endParaRPr lang="en-IN"/>
          </a:p>
        </p:txBody>
      </p:sp>
    </p:spTree>
    <p:extLst>
      <p:ext uri="{BB962C8B-B14F-4D97-AF65-F5344CB8AC3E}">
        <p14:creationId xmlns:p14="http://schemas.microsoft.com/office/powerpoint/2010/main" val="1105648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research proposes a lightweight deep learning-based intrusion detection system for resource-constrained IoT devices.</a:t>
            </a:r>
            <a:br>
              <a:rPr lang="en-US" dirty="0"/>
            </a:br>
            <a:r>
              <a:rPr lang="en-US" dirty="0"/>
              <a:t>The study focuses on balancing computational efficiency and detection performance while enabling real-time IoT deployment.</a:t>
            </a:r>
            <a:br>
              <a:rPr lang="en-US" dirty="0"/>
            </a:br>
            <a:r>
              <a:rPr lang="en-US" dirty="0"/>
              <a:t>Optimization techniques such as pruning and quantization are expected to improve deployment feasibility on low-resource devices.</a:t>
            </a:r>
            <a:br>
              <a:rPr lang="en-US" dirty="0"/>
            </a:br>
            <a:r>
              <a:rPr lang="en-US" dirty="0"/>
              <a:t>Overall, the research aims to contribute toward scalable and practical IoT cybersecurity solutions.</a:t>
            </a:r>
            <a:endParaRPr lang="en-IN" dirty="0"/>
          </a:p>
        </p:txBody>
      </p:sp>
      <p:sp>
        <p:nvSpPr>
          <p:cNvPr id="4" name="Slide Number Placeholder 3"/>
          <p:cNvSpPr>
            <a:spLocks noGrp="1"/>
          </p:cNvSpPr>
          <p:nvPr>
            <p:ph type="sldNum" sz="quarter" idx="5"/>
          </p:nvPr>
        </p:nvSpPr>
        <p:spPr/>
        <p:txBody>
          <a:bodyPr/>
          <a:lstStyle/>
          <a:p>
            <a:fld id="{ACBB4FEA-FF90-419A-AA92-BB3106CE5B5A}" type="slidenum">
              <a:rPr lang="en-IN" smtClean="0"/>
              <a:t>16</a:t>
            </a:fld>
            <a:endParaRPr lang="en-IN"/>
          </a:p>
        </p:txBody>
      </p:sp>
    </p:spTree>
    <p:extLst>
      <p:ext uri="{BB962C8B-B14F-4D97-AF65-F5344CB8AC3E}">
        <p14:creationId xmlns:p14="http://schemas.microsoft.com/office/powerpoint/2010/main" val="2225569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9000" b="0" i="0">
                <a:solidFill>
                  <a:srgbClr val="292929"/>
                </a:solidFill>
                <a:latin typeface="Bebas Neue Regular"/>
                <a:cs typeface="Bebas Neue Regular"/>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150" b="1" i="0">
                <a:solidFill>
                  <a:srgbClr val="292929"/>
                </a:solidFill>
                <a:latin typeface="Inria Serif"/>
                <a:cs typeface="Inria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defRPr sz="2000" b="1" i="0">
                <a:solidFill>
                  <a:schemeClr val="bg1"/>
                </a:solidFill>
                <a:latin typeface="Inria Sans"/>
                <a:cs typeface="Inria Sans"/>
              </a:defRPr>
            </a:lvl1pPr>
          </a:lstStyle>
          <a:p>
            <a:pPr marL="38100">
              <a:lnSpc>
                <a:spcPct val="100000"/>
              </a:lnSpc>
              <a:spcBef>
                <a:spcPts val="50"/>
              </a:spcBef>
            </a:pPr>
            <a:fld id="{81D60167-4931-47E6-BA6A-407CBD079E47}" type="slidenum">
              <a:rPr spc="-25" dirty="0"/>
              <a:t>‹#›</a:t>
            </a:fld>
            <a:r>
              <a:rPr spc="-25" dirty="0"/>
              <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3019425" cy="10287000"/>
          </a:xfrm>
          <a:custGeom>
            <a:avLst/>
            <a:gdLst/>
            <a:ahLst/>
            <a:cxnLst/>
            <a:rect l="l" t="t" r="r" b="b"/>
            <a:pathLst>
              <a:path w="3019425" h="10287000">
                <a:moveTo>
                  <a:pt x="3019425" y="0"/>
                </a:moveTo>
                <a:lnTo>
                  <a:pt x="0" y="0"/>
                </a:lnTo>
                <a:lnTo>
                  <a:pt x="0" y="10287000"/>
                </a:lnTo>
                <a:lnTo>
                  <a:pt x="3019425" y="10287000"/>
                </a:lnTo>
                <a:lnTo>
                  <a:pt x="3019425" y="0"/>
                </a:lnTo>
                <a:close/>
              </a:path>
            </a:pathLst>
          </a:custGeom>
          <a:solidFill>
            <a:srgbClr val="26DEDD"/>
          </a:solidFill>
        </p:spPr>
        <p:txBody>
          <a:bodyPr wrap="square" lIns="0" tIns="0" rIns="0" bIns="0" rtlCol="0"/>
          <a:lstStyle/>
          <a:p>
            <a:endParaRPr/>
          </a:p>
        </p:txBody>
      </p:sp>
      <p:sp>
        <p:nvSpPr>
          <p:cNvPr id="17" name="bg object 17"/>
          <p:cNvSpPr/>
          <p:nvPr/>
        </p:nvSpPr>
        <p:spPr>
          <a:xfrm>
            <a:off x="942022"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92929"/>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9000" b="0" i="0">
                <a:solidFill>
                  <a:srgbClr val="292929"/>
                </a:solidFill>
                <a:latin typeface="Bebas Neue Regular"/>
                <a:cs typeface="Bebas Neue Regular"/>
              </a:defRPr>
            </a:lvl1pPr>
          </a:lstStyle>
          <a:p>
            <a:endParaRPr/>
          </a:p>
        </p:txBody>
      </p:sp>
      <p:sp>
        <p:nvSpPr>
          <p:cNvPr id="3" name="Holder 3"/>
          <p:cNvSpPr>
            <a:spLocks noGrp="1"/>
          </p:cNvSpPr>
          <p:nvPr>
            <p:ph type="body" idx="1"/>
          </p:nvPr>
        </p:nvSpPr>
        <p:spPr/>
        <p:txBody>
          <a:bodyPr lIns="0" tIns="0" rIns="0" bIns="0"/>
          <a:lstStyle>
            <a:lvl1pPr>
              <a:defRPr sz="3150" b="1" i="0">
                <a:solidFill>
                  <a:srgbClr val="292929"/>
                </a:solidFill>
                <a:latin typeface="Inria Serif"/>
                <a:cs typeface="Inria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defRPr sz="2000" b="1" i="0">
                <a:solidFill>
                  <a:schemeClr val="bg1"/>
                </a:solidFill>
                <a:latin typeface="Inria Sans"/>
                <a:cs typeface="Inria Sans"/>
              </a:defRPr>
            </a:lvl1pPr>
          </a:lstStyle>
          <a:p>
            <a:pPr marL="38100">
              <a:lnSpc>
                <a:spcPct val="100000"/>
              </a:lnSpc>
              <a:spcBef>
                <a:spcPts val="50"/>
              </a:spcBef>
            </a:pPr>
            <a:fld id="{81D60167-4931-47E6-BA6A-407CBD079E47}" type="slidenum">
              <a:rPr spc="-25" dirty="0"/>
              <a:t>‹#›</a:t>
            </a:fld>
            <a:r>
              <a:rPr spc="-25" dirty="0"/>
              <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0" i="0">
                <a:solidFill>
                  <a:srgbClr val="292929"/>
                </a:solidFill>
                <a:latin typeface="Bebas Neue Regular"/>
                <a:cs typeface="Bebas Neue Regular"/>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7" name="Holder 7"/>
          <p:cNvSpPr>
            <a:spLocks noGrp="1"/>
          </p:cNvSpPr>
          <p:nvPr>
            <p:ph type="sldNum" sz="quarter" idx="7"/>
          </p:nvPr>
        </p:nvSpPr>
        <p:spPr/>
        <p:txBody>
          <a:bodyPr lIns="0" tIns="0" rIns="0" bIns="0"/>
          <a:lstStyle>
            <a:lvl1pPr>
              <a:defRPr sz="2000" b="1" i="0">
                <a:solidFill>
                  <a:schemeClr val="bg1"/>
                </a:solidFill>
                <a:latin typeface="Inria Sans"/>
                <a:cs typeface="Inria Sans"/>
              </a:defRPr>
            </a:lvl1pPr>
          </a:lstStyle>
          <a:p>
            <a:pPr marL="38100">
              <a:lnSpc>
                <a:spcPct val="100000"/>
              </a:lnSpc>
              <a:spcBef>
                <a:spcPts val="50"/>
              </a:spcBef>
            </a:pPr>
            <a:fld id="{81D60167-4931-47E6-BA6A-407CBD079E47}" type="slidenum">
              <a:rPr spc="-25" dirty="0"/>
              <a:t>‹#›</a:t>
            </a:fld>
            <a:r>
              <a:rPr spc="-25" dirty="0"/>
              <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3019425" cy="10287000"/>
          </a:xfrm>
          <a:custGeom>
            <a:avLst/>
            <a:gdLst/>
            <a:ahLst/>
            <a:cxnLst/>
            <a:rect l="l" t="t" r="r" b="b"/>
            <a:pathLst>
              <a:path w="3019425" h="10287000">
                <a:moveTo>
                  <a:pt x="3019425" y="0"/>
                </a:moveTo>
                <a:lnTo>
                  <a:pt x="0" y="0"/>
                </a:lnTo>
                <a:lnTo>
                  <a:pt x="0" y="10287000"/>
                </a:lnTo>
                <a:lnTo>
                  <a:pt x="3019425" y="10287000"/>
                </a:lnTo>
                <a:lnTo>
                  <a:pt x="3019425" y="0"/>
                </a:lnTo>
                <a:close/>
              </a:path>
            </a:pathLst>
          </a:custGeom>
          <a:solidFill>
            <a:srgbClr val="26DEDD"/>
          </a:solidFill>
        </p:spPr>
        <p:txBody>
          <a:bodyPr wrap="square" lIns="0" tIns="0" rIns="0" bIns="0" rtlCol="0"/>
          <a:lstStyle/>
          <a:p>
            <a:endParaRPr/>
          </a:p>
        </p:txBody>
      </p:sp>
      <p:sp>
        <p:nvSpPr>
          <p:cNvPr id="17" name="bg object 17"/>
          <p:cNvSpPr/>
          <p:nvPr/>
        </p:nvSpPr>
        <p:spPr>
          <a:xfrm>
            <a:off x="942022"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92929"/>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9000" b="0" i="0">
                <a:solidFill>
                  <a:srgbClr val="292929"/>
                </a:solidFill>
                <a:latin typeface="Bebas Neue Regular"/>
                <a:cs typeface="Bebas Neue Regula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5" name="Holder 5"/>
          <p:cNvSpPr>
            <a:spLocks noGrp="1"/>
          </p:cNvSpPr>
          <p:nvPr>
            <p:ph type="sldNum" sz="quarter" idx="7"/>
          </p:nvPr>
        </p:nvSpPr>
        <p:spPr/>
        <p:txBody>
          <a:bodyPr lIns="0" tIns="0" rIns="0" bIns="0"/>
          <a:lstStyle>
            <a:lvl1pPr>
              <a:defRPr sz="2000" b="1" i="0">
                <a:solidFill>
                  <a:schemeClr val="bg1"/>
                </a:solidFill>
                <a:latin typeface="Inria Sans"/>
                <a:cs typeface="Inria Sans"/>
              </a:defRPr>
            </a:lvl1pPr>
          </a:lstStyle>
          <a:p>
            <a:pPr marL="38100">
              <a:lnSpc>
                <a:spcPct val="100000"/>
              </a:lnSpc>
              <a:spcBef>
                <a:spcPts val="50"/>
              </a:spcBef>
            </a:pPr>
            <a:fld id="{81D60167-4931-47E6-BA6A-407CBD079E47}" type="slidenum">
              <a:rPr spc="-25" dirty="0"/>
              <a:t>‹#›</a:t>
            </a:fld>
            <a:r>
              <a:rPr spc="-25" dirty="0"/>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4" name="Holder 4"/>
          <p:cNvSpPr>
            <a:spLocks noGrp="1"/>
          </p:cNvSpPr>
          <p:nvPr>
            <p:ph type="sldNum" sz="quarter" idx="7"/>
          </p:nvPr>
        </p:nvSpPr>
        <p:spPr/>
        <p:txBody>
          <a:bodyPr lIns="0" tIns="0" rIns="0" bIns="0"/>
          <a:lstStyle>
            <a:lvl1pPr>
              <a:defRPr sz="2000" b="1" i="0">
                <a:solidFill>
                  <a:schemeClr val="bg1"/>
                </a:solidFill>
                <a:latin typeface="Inria Sans"/>
                <a:cs typeface="Inria Sans"/>
              </a:defRPr>
            </a:lvl1pPr>
          </a:lstStyle>
          <a:p>
            <a:pPr marL="38100">
              <a:lnSpc>
                <a:spcPct val="100000"/>
              </a:lnSpc>
              <a:spcBef>
                <a:spcPts val="50"/>
              </a:spcBef>
            </a:pPr>
            <a:fld id="{81D60167-4931-47E6-BA6A-407CBD079E47}" type="slidenum">
              <a:rPr spc="-25" dirty="0"/>
              <a:t>‹#›</a:t>
            </a:fld>
            <a:r>
              <a:rPr spc="-25" dirty="0"/>
              <a:t>.</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01700" y="1491903"/>
            <a:ext cx="16484600" cy="1397000"/>
          </a:xfrm>
          <a:prstGeom prst="rect">
            <a:avLst/>
          </a:prstGeom>
        </p:spPr>
        <p:txBody>
          <a:bodyPr wrap="square" lIns="0" tIns="0" rIns="0" bIns="0">
            <a:spAutoFit/>
          </a:bodyPr>
          <a:lstStyle>
            <a:lvl1pPr>
              <a:defRPr sz="9000" b="0" i="0">
                <a:solidFill>
                  <a:srgbClr val="292929"/>
                </a:solidFill>
                <a:latin typeface="Bebas Neue Regular"/>
                <a:cs typeface="Bebas Neue Regular"/>
              </a:defRPr>
            </a:lvl1pPr>
          </a:lstStyle>
          <a:p>
            <a:endParaRPr/>
          </a:p>
        </p:txBody>
      </p:sp>
      <p:sp>
        <p:nvSpPr>
          <p:cNvPr id="3" name="Holder 3"/>
          <p:cNvSpPr>
            <a:spLocks noGrp="1"/>
          </p:cNvSpPr>
          <p:nvPr>
            <p:ph type="body" idx="1"/>
          </p:nvPr>
        </p:nvSpPr>
        <p:spPr>
          <a:xfrm>
            <a:off x="8738486" y="2215972"/>
            <a:ext cx="8795385" cy="7186930"/>
          </a:xfrm>
          <a:prstGeom prst="rect">
            <a:avLst/>
          </a:prstGeom>
        </p:spPr>
        <p:txBody>
          <a:bodyPr wrap="square" lIns="0" tIns="0" rIns="0" bIns="0">
            <a:spAutoFit/>
          </a:bodyPr>
          <a:lstStyle>
            <a:lvl1pPr>
              <a:defRPr sz="3150" b="1" i="0">
                <a:solidFill>
                  <a:srgbClr val="292929"/>
                </a:solidFill>
                <a:latin typeface="Inria Serif"/>
                <a:cs typeface="Inria Serif"/>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a:xfrm>
            <a:off x="973075" y="9351895"/>
            <a:ext cx="375919" cy="330200"/>
          </a:xfrm>
          <a:prstGeom prst="rect">
            <a:avLst/>
          </a:prstGeom>
        </p:spPr>
        <p:txBody>
          <a:bodyPr wrap="square" lIns="0" tIns="0" rIns="0" bIns="0">
            <a:spAutoFit/>
          </a:bodyPr>
          <a:lstStyle>
            <a:lvl1pPr>
              <a:defRPr sz="2000" b="1" i="0">
                <a:solidFill>
                  <a:schemeClr val="bg1"/>
                </a:solidFill>
                <a:latin typeface="Inria Sans"/>
                <a:cs typeface="Inria Sans"/>
              </a:defRPr>
            </a:lvl1pPr>
          </a:lstStyle>
          <a:p>
            <a:pPr marL="38100">
              <a:lnSpc>
                <a:spcPct val="100000"/>
              </a:lnSpc>
              <a:spcBef>
                <a:spcPts val="50"/>
              </a:spcBef>
            </a:pPr>
            <a:fld id="{81D60167-4931-47E6-BA6A-407CBD079E47}" type="slidenum">
              <a:rPr spc="-25" dirty="0"/>
              <a:t>‹#›</a:t>
            </a:fld>
            <a:r>
              <a:rPr spc="-25" dirty="0"/>
              <a:t>.</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10467" y="2539649"/>
            <a:ext cx="14316710" cy="2819400"/>
          </a:xfrm>
          <a:prstGeom prst="rect">
            <a:avLst/>
          </a:prstGeom>
        </p:spPr>
        <p:txBody>
          <a:bodyPr vert="horz" wrap="square" lIns="0" tIns="266700" rIns="0" bIns="0" rtlCol="0">
            <a:spAutoFit/>
          </a:bodyPr>
          <a:lstStyle/>
          <a:p>
            <a:pPr marL="12700" marR="5080">
              <a:lnSpc>
                <a:spcPts val="10000"/>
              </a:lnSpc>
              <a:spcBef>
                <a:spcPts val="2100"/>
              </a:spcBef>
            </a:pPr>
            <a:r>
              <a:rPr sz="10000" b="1" spc="-10" dirty="0">
                <a:latin typeface="Bebas Neue Bold"/>
                <a:cs typeface="Bebas Neue Bold"/>
              </a:rPr>
              <a:t>LIGHTWEIGHT</a:t>
            </a:r>
            <a:r>
              <a:rPr sz="10000" b="1" spc="-165" dirty="0">
                <a:latin typeface="Bebas Neue Bold"/>
                <a:cs typeface="Bebas Neue Bold"/>
              </a:rPr>
              <a:t> </a:t>
            </a:r>
            <a:r>
              <a:rPr sz="10000" b="1" dirty="0">
                <a:latin typeface="Bebas Neue Bold"/>
                <a:cs typeface="Bebas Neue Bold"/>
              </a:rPr>
              <a:t>DEEP</a:t>
            </a:r>
            <a:r>
              <a:rPr sz="10000" b="1" spc="-145" dirty="0">
                <a:latin typeface="Bebas Neue Bold"/>
                <a:cs typeface="Bebas Neue Bold"/>
              </a:rPr>
              <a:t> </a:t>
            </a:r>
            <a:r>
              <a:rPr sz="10000" b="1" dirty="0">
                <a:latin typeface="Bebas Neue Bold"/>
                <a:cs typeface="Bebas Neue Bold"/>
              </a:rPr>
              <a:t>LEARNING</a:t>
            </a:r>
            <a:r>
              <a:rPr sz="10000" b="1" spc="-145" dirty="0">
                <a:latin typeface="Bebas Neue Bold"/>
                <a:cs typeface="Bebas Neue Bold"/>
              </a:rPr>
              <a:t> </a:t>
            </a:r>
            <a:r>
              <a:rPr sz="10000" b="1" dirty="0">
                <a:latin typeface="Bebas Neue Bold"/>
                <a:cs typeface="Bebas Neue Bold"/>
              </a:rPr>
              <a:t>IDS</a:t>
            </a:r>
            <a:r>
              <a:rPr sz="10000" b="1" spc="-150" dirty="0">
                <a:latin typeface="Bebas Neue Bold"/>
                <a:cs typeface="Bebas Neue Bold"/>
              </a:rPr>
              <a:t> </a:t>
            </a:r>
            <a:r>
              <a:rPr sz="10000" b="1" spc="-25" dirty="0">
                <a:latin typeface="Bebas Neue Bold"/>
                <a:cs typeface="Bebas Neue Bold"/>
              </a:rPr>
              <a:t>FOR </a:t>
            </a:r>
            <a:r>
              <a:rPr sz="10000" b="1" spc="-45" dirty="0">
                <a:latin typeface="Bebas Neue Bold"/>
                <a:cs typeface="Bebas Neue Bold"/>
              </a:rPr>
              <a:t>RESOURCE-</a:t>
            </a:r>
            <a:r>
              <a:rPr sz="10000" b="1" spc="-10" dirty="0">
                <a:latin typeface="Bebas Neue Bold"/>
                <a:cs typeface="Bebas Neue Bold"/>
              </a:rPr>
              <a:t>CONSTRAINED</a:t>
            </a:r>
            <a:r>
              <a:rPr sz="10000" b="1" spc="-165" dirty="0">
                <a:latin typeface="Bebas Neue Bold"/>
                <a:cs typeface="Bebas Neue Bold"/>
              </a:rPr>
              <a:t> </a:t>
            </a:r>
            <a:r>
              <a:rPr sz="10000" b="1" dirty="0">
                <a:latin typeface="Bebas Neue Bold"/>
                <a:cs typeface="Bebas Neue Bold"/>
              </a:rPr>
              <a:t>IOT</a:t>
            </a:r>
            <a:r>
              <a:rPr sz="10000" b="1" spc="-165" dirty="0">
                <a:latin typeface="Bebas Neue Bold"/>
                <a:cs typeface="Bebas Neue Bold"/>
              </a:rPr>
              <a:t> </a:t>
            </a:r>
            <a:r>
              <a:rPr sz="10000" b="1" spc="-10" dirty="0">
                <a:latin typeface="Bebas Neue Bold"/>
                <a:cs typeface="Bebas Neue Bold"/>
              </a:rPr>
              <a:t>DEVICES</a:t>
            </a:r>
            <a:endParaRPr sz="10000" dirty="0">
              <a:latin typeface="Bebas Neue Bold"/>
              <a:cs typeface="Bebas Neue Bold"/>
            </a:endParaRPr>
          </a:p>
        </p:txBody>
      </p:sp>
      <p:sp>
        <p:nvSpPr>
          <p:cNvPr id="3" name="object 3"/>
          <p:cNvSpPr/>
          <p:nvPr/>
        </p:nvSpPr>
        <p:spPr>
          <a:xfrm>
            <a:off x="0" y="7267575"/>
            <a:ext cx="18288000" cy="3019425"/>
          </a:xfrm>
          <a:custGeom>
            <a:avLst/>
            <a:gdLst/>
            <a:ahLst/>
            <a:cxnLst/>
            <a:rect l="l" t="t" r="r" b="b"/>
            <a:pathLst>
              <a:path w="18288000" h="3019425">
                <a:moveTo>
                  <a:pt x="18288000" y="0"/>
                </a:moveTo>
                <a:lnTo>
                  <a:pt x="0" y="0"/>
                </a:lnTo>
                <a:lnTo>
                  <a:pt x="0" y="3019425"/>
                </a:lnTo>
                <a:lnTo>
                  <a:pt x="18288000" y="3019425"/>
                </a:lnTo>
                <a:lnTo>
                  <a:pt x="18288000" y="0"/>
                </a:lnTo>
                <a:close/>
              </a:path>
            </a:pathLst>
          </a:custGeom>
          <a:solidFill>
            <a:srgbClr val="26DEDD"/>
          </a:solidFill>
        </p:spPr>
        <p:txBody>
          <a:bodyPr wrap="square" lIns="0" tIns="0" rIns="0" bIns="0" rtlCol="0"/>
          <a:lstStyle/>
          <a:p>
            <a:endParaRPr/>
          </a:p>
        </p:txBody>
      </p:sp>
      <p:sp>
        <p:nvSpPr>
          <p:cNvPr id="4" name="object 4"/>
          <p:cNvSpPr txBox="1"/>
          <p:nvPr/>
        </p:nvSpPr>
        <p:spPr>
          <a:xfrm>
            <a:off x="646296" y="8035197"/>
            <a:ext cx="7132320" cy="1366520"/>
          </a:xfrm>
          <a:prstGeom prst="rect">
            <a:avLst/>
          </a:prstGeom>
        </p:spPr>
        <p:txBody>
          <a:bodyPr vert="horz" wrap="square" lIns="0" tIns="12700" rIns="0" bIns="0" rtlCol="0">
            <a:spAutoFit/>
          </a:bodyPr>
          <a:lstStyle/>
          <a:p>
            <a:pPr marL="12700" marR="5080">
              <a:lnSpc>
                <a:spcPct val="100000"/>
              </a:lnSpc>
              <a:spcBef>
                <a:spcPts val="100"/>
              </a:spcBef>
            </a:pPr>
            <a:r>
              <a:rPr sz="4400" spc="100" dirty="0">
                <a:solidFill>
                  <a:srgbClr val="292929"/>
                </a:solidFill>
                <a:latin typeface="Inria Serif"/>
                <a:cs typeface="Inria Serif"/>
              </a:rPr>
              <a:t>Vivian</a:t>
            </a:r>
            <a:r>
              <a:rPr sz="4400" spc="265" dirty="0">
                <a:solidFill>
                  <a:srgbClr val="292929"/>
                </a:solidFill>
                <a:latin typeface="Inria Serif"/>
                <a:cs typeface="Inria Serif"/>
              </a:rPr>
              <a:t> </a:t>
            </a:r>
            <a:r>
              <a:rPr sz="4400" spc="90" dirty="0">
                <a:solidFill>
                  <a:srgbClr val="292929"/>
                </a:solidFill>
                <a:latin typeface="Inria Serif"/>
                <a:cs typeface="Inria Serif"/>
              </a:rPr>
              <a:t>Sureshbhai</a:t>
            </a:r>
            <a:r>
              <a:rPr sz="4400" spc="270" dirty="0">
                <a:solidFill>
                  <a:srgbClr val="292929"/>
                </a:solidFill>
                <a:latin typeface="Inria Serif"/>
                <a:cs typeface="Inria Serif"/>
              </a:rPr>
              <a:t> </a:t>
            </a:r>
            <a:r>
              <a:rPr sz="4400" spc="90" dirty="0">
                <a:solidFill>
                  <a:srgbClr val="292929"/>
                </a:solidFill>
                <a:latin typeface="Inria Serif"/>
                <a:cs typeface="Inria Serif"/>
              </a:rPr>
              <a:t>Parmar </a:t>
            </a:r>
            <a:r>
              <a:rPr sz="4400" spc="110" dirty="0">
                <a:solidFill>
                  <a:srgbClr val="292929"/>
                </a:solidFill>
                <a:latin typeface="Inria Serif"/>
                <a:cs typeface="Inria Serif"/>
              </a:rPr>
              <a:t>Student</a:t>
            </a:r>
            <a:r>
              <a:rPr sz="4400" spc="335" dirty="0">
                <a:solidFill>
                  <a:srgbClr val="292929"/>
                </a:solidFill>
                <a:latin typeface="Inria Serif"/>
                <a:cs typeface="Inria Serif"/>
              </a:rPr>
              <a:t> </a:t>
            </a:r>
            <a:r>
              <a:rPr sz="4400" dirty="0">
                <a:solidFill>
                  <a:srgbClr val="292929"/>
                </a:solidFill>
                <a:latin typeface="Inria Serif"/>
                <a:cs typeface="Inria Serif"/>
              </a:rPr>
              <a:t>ID:</a:t>
            </a:r>
            <a:r>
              <a:rPr sz="4400" spc="340" dirty="0">
                <a:solidFill>
                  <a:srgbClr val="292929"/>
                </a:solidFill>
                <a:latin typeface="Inria Serif"/>
                <a:cs typeface="Inria Serif"/>
              </a:rPr>
              <a:t> </a:t>
            </a:r>
            <a:r>
              <a:rPr sz="4400" spc="120" dirty="0">
                <a:solidFill>
                  <a:srgbClr val="292929"/>
                </a:solidFill>
                <a:latin typeface="Inria Serif"/>
                <a:cs typeface="Inria Serif"/>
              </a:rPr>
              <a:t>1604513</a:t>
            </a:r>
            <a:endParaRPr sz="4400">
              <a:latin typeface="Inria Serif"/>
              <a:cs typeface="Inria Serif"/>
            </a:endParaRPr>
          </a:p>
        </p:txBody>
      </p:sp>
      <p:sp>
        <p:nvSpPr>
          <p:cNvPr id="5" name="object 5"/>
          <p:cNvSpPr txBox="1"/>
          <p:nvPr/>
        </p:nvSpPr>
        <p:spPr>
          <a:xfrm>
            <a:off x="10544296" y="7697620"/>
            <a:ext cx="6526530" cy="2056130"/>
          </a:xfrm>
          <a:prstGeom prst="rect">
            <a:avLst/>
          </a:prstGeom>
        </p:spPr>
        <p:txBody>
          <a:bodyPr vert="horz" wrap="square" lIns="0" tIns="11430" rIns="0" bIns="0" rtlCol="0">
            <a:spAutoFit/>
          </a:bodyPr>
          <a:lstStyle/>
          <a:p>
            <a:pPr marL="12700">
              <a:lnSpc>
                <a:spcPts val="5335"/>
              </a:lnSpc>
              <a:spcBef>
                <a:spcPts val="90"/>
              </a:spcBef>
            </a:pPr>
            <a:r>
              <a:rPr sz="4450" spc="95" dirty="0">
                <a:solidFill>
                  <a:srgbClr val="292929"/>
                </a:solidFill>
                <a:latin typeface="Inria Serif"/>
                <a:cs typeface="Inria Serif"/>
              </a:rPr>
              <a:t>Supervisor</a:t>
            </a:r>
            <a:endParaRPr sz="4450">
              <a:latin typeface="Inria Serif"/>
              <a:cs typeface="Inria Serif"/>
            </a:endParaRPr>
          </a:p>
          <a:p>
            <a:pPr marL="12700">
              <a:lnSpc>
                <a:spcPts val="5330"/>
              </a:lnSpc>
            </a:pPr>
            <a:r>
              <a:rPr sz="4450" dirty="0">
                <a:solidFill>
                  <a:srgbClr val="292929"/>
                </a:solidFill>
                <a:latin typeface="Inria Serif"/>
                <a:cs typeface="Inria Serif"/>
              </a:rPr>
              <a:t>Dr.</a:t>
            </a:r>
            <a:r>
              <a:rPr sz="4450" spc="220" dirty="0">
                <a:solidFill>
                  <a:srgbClr val="292929"/>
                </a:solidFill>
                <a:latin typeface="Inria Serif"/>
                <a:cs typeface="Inria Serif"/>
              </a:rPr>
              <a:t> </a:t>
            </a:r>
            <a:r>
              <a:rPr sz="4450" spc="80" dirty="0">
                <a:solidFill>
                  <a:srgbClr val="292929"/>
                </a:solidFill>
                <a:latin typeface="Inria Serif"/>
                <a:cs typeface="Inria Serif"/>
              </a:rPr>
              <a:t>Russel</a:t>
            </a:r>
            <a:r>
              <a:rPr sz="4450" spc="220" dirty="0">
                <a:solidFill>
                  <a:srgbClr val="292929"/>
                </a:solidFill>
                <a:latin typeface="Inria Serif"/>
                <a:cs typeface="Inria Serif"/>
              </a:rPr>
              <a:t> </a:t>
            </a:r>
            <a:r>
              <a:rPr sz="4450" spc="90" dirty="0">
                <a:solidFill>
                  <a:srgbClr val="292929"/>
                </a:solidFill>
                <a:latin typeface="Inria Serif"/>
                <a:cs typeface="Inria Serif"/>
              </a:rPr>
              <a:t>Mesbah</a:t>
            </a:r>
            <a:endParaRPr sz="4450">
              <a:latin typeface="Inria Serif"/>
              <a:cs typeface="Inria Serif"/>
            </a:endParaRPr>
          </a:p>
          <a:p>
            <a:pPr marL="12700">
              <a:lnSpc>
                <a:spcPts val="5335"/>
              </a:lnSpc>
            </a:pPr>
            <a:r>
              <a:rPr sz="4450" dirty="0">
                <a:solidFill>
                  <a:srgbClr val="292929"/>
                </a:solidFill>
                <a:latin typeface="Inria Serif"/>
                <a:cs typeface="Inria Serif"/>
              </a:rPr>
              <a:t>Dr.</a:t>
            </a:r>
            <a:r>
              <a:rPr sz="4450" spc="210" dirty="0">
                <a:solidFill>
                  <a:srgbClr val="292929"/>
                </a:solidFill>
                <a:latin typeface="Inria Serif"/>
                <a:cs typeface="Inria Serif"/>
              </a:rPr>
              <a:t> </a:t>
            </a:r>
            <a:r>
              <a:rPr sz="4450" spc="85" dirty="0">
                <a:solidFill>
                  <a:srgbClr val="292929"/>
                </a:solidFill>
                <a:latin typeface="Inria Serif"/>
                <a:cs typeface="Inria Serif"/>
              </a:rPr>
              <a:t>Soheil</a:t>
            </a:r>
            <a:r>
              <a:rPr sz="4450" spc="225" dirty="0">
                <a:solidFill>
                  <a:srgbClr val="292929"/>
                </a:solidFill>
                <a:latin typeface="Inria Serif"/>
                <a:cs typeface="Inria Serif"/>
              </a:rPr>
              <a:t> </a:t>
            </a:r>
            <a:r>
              <a:rPr sz="4450" spc="75" dirty="0">
                <a:solidFill>
                  <a:srgbClr val="292929"/>
                </a:solidFill>
                <a:latin typeface="Inria Serif"/>
                <a:cs typeface="Inria Serif"/>
              </a:rPr>
              <a:t>Varastehpour</a:t>
            </a:r>
            <a:endParaRPr sz="4450">
              <a:latin typeface="Inria Serif"/>
              <a:cs typeface="Inria Serif"/>
            </a:endParaRPr>
          </a:p>
        </p:txBody>
      </p:sp>
      <p:sp>
        <p:nvSpPr>
          <p:cNvPr id="6" name="object 6"/>
          <p:cNvSpPr txBox="1"/>
          <p:nvPr/>
        </p:nvSpPr>
        <p:spPr>
          <a:xfrm>
            <a:off x="15653667" y="567656"/>
            <a:ext cx="1574165" cy="327660"/>
          </a:xfrm>
          <a:prstGeom prst="rect">
            <a:avLst/>
          </a:prstGeom>
        </p:spPr>
        <p:txBody>
          <a:bodyPr vert="horz" wrap="square" lIns="0" tIns="16510" rIns="0" bIns="0" rtlCol="0">
            <a:spAutoFit/>
          </a:bodyPr>
          <a:lstStyle/>
          <a:p>
            <a:pPr marL="12700">
              <a:lnSpc>
                <a:spcPct val="100000"/>
              </a:lnSpc>
              <a:spcBef>
                <a:spcPts val="130"/>
              </a:spcBef>
            </a:pPr>
            <a:r>
              <a:rPr sz="1950" b="1" dirty="0">
                <a:solidFill>
                  <a:srgbClr val="292929"/>
                </a:solidFill>
                <a:latin typeface="Inria Sans"/>
                <a:cs typeface="Inria Sans"/>
              </a:rPr>
              <a:t>Vivian</a:t>
            </a:r>
            <a:r>
              <a:rPr sz="1950" b="1" spc="55" dirty="0">
                <a:solidFill>
                  <a:srgbClr val="292929"/>
                </a:solidFill>
                <a:latin typeface="Inria Sans"/>
                <a:cs typeface="Inria Sans"/>
              </a:rPr>
              <a:t> </a:t>
            </a:r>
            <a:r>
              <a:rPr sz="1950" b="1" spc="-10" dirty="0">
                <a:solidFill>
                  <a:srgbClr val="292929"/>
                </a:solidFill>
                <a:latin typeface="Inria Sans"/>
                <a:cs typeface="Inria Sans"/>
              </a:rPr>
              <a:t>Parmar</a:t>
            </a:r>
            <a:endParaRPr sz="1950">
              <a:latin typeface="Inria Sans"/>
              <a:cs typeface="Inria Sans"/>
            </a:endParaRPr>
          </a:p>
        </p:txBody>
      </p:sp>
      <p:sp>
        <p:nvSpPr>
          <p:cNvPr id="7" name="object 7"/>
          <p:cNvSpPr/>
          <p:nvPr/>
        </p:nvSpPr>
        <p:spPr>
          <a:xfrm>
            <a:off x="942025"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7DEDD"/>
          </a:solidFill>
        </p:spPr>
        <p:txBody>
          <a:bodyPr wrap="square" lIns="0" tIns="0" rIns="0" bIns="0" rtlCol="0"/>
          <a:lstStyle/>
          <a:p>
            <a:endParaRPr/>
          </a:p>
        </p:txBody>
      </p:sp>
      <p:sp>
        <p:nvSpPr>
          <p:cNvPr id="8" name="object 8"/>
          <p:cNvSpPr txBox="1"/>
          <p:nvPr/>
        </p:nvSpPr>
        <p:spPr>
          <a:xfrm>
            <a:off x="998477"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292929"/>
                </a:solidFill>
                <a:latin typeface="Inria Sans"/>
                <a:cs typeface="Inria Sans"/>
              </a:rPr>
              <a:t>5/13/2026</a:t>
            </a:r>
            <a:endParaRPr sz="2000">
              <a:latin typeface="Inria Sans"/>
              <a:cs typeface="Inri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732708" y="703699"/>
            <a:ext cx="5106492" cy="1397000"/>
          </a:xfrm>
          <a:prstGeom prst="rect">
            <a:avLst/>
          </a:prstGeom>
        </p:spPr>
        <p:txBody>
          <a:bodyPr vert="horz" wrap="square" lIns="0" tIns="12700" rIns="0" bIns="0" rtlCol="0">
            <a:spAutoFit/>
          </a:bodyPr>
          <a:lstStyle/>
          <a:p>
            <a:pPr marL="12700">
              <a:lnSpc>
                <a:spcPct val="100000"/>
              </a:lnSpc>
              <a:spcBef>
                <a:spcPts val="100"/>
              </a:spcBef>
            </a:pPr>
            <a:r>
              <a:rPr spc="-10" dirty="0">
                <a:latin typeface="Bebas Neue Regular"/>
                <a:cs typeface="Bebas Neue Regular"/>
              </a:rPr>
              <a:t>INTRODUCTION</a:t>
            </a:r>
          </a:p>
        </p:txBody>
      </p:sp>
      <p:sp>
        <p:nvSpPr>
          <p:cNvPr id="3" name="object 3"/>
          <p:cNvSpPr txBox="1"/>
          <p:nvPr/>
        </p:nvSpPr>
        <p:spPr>
          <a:xfrm>
            <a:off x="3732708" y="2375257"/>
            <a:ext cx="13823950" cy="6986270"/>
          </a:xfrm>
          <a:prstGeom prst="rect">
            <a:avLst/>
          </a:prstGeom>
        </p:spPr>
        <p:txBody>
          <a:bodyPr vert="horz" wrap="square" lIns="0" tIns="17145" rIns="0" bIns="0" rtlCol="0">
            <a:spAutoFit/>
          </a:bodyPr>
          <a:lstStyle/>
          <a:p>
            <a:pPr marL="12700">
              <a:lnSpc>
                <a:spcPct val="100000"/>
              </a:lnSpc>
              <a:spcBef>
                <a:spcPts val="135"/>
              </a:spcBef>
            </a:pPr>
            <a:r>
              <a:rPr sz="3750" b="1" spc="90" dirty="0">
                <a:solidFill>
                  <a:srgbClr val="292929"/>
                </a:solidFill>
                <a:latin typeface="Inria Serif"/>
                <a:cs typeface="Inria Serif"/>
              </a:rPr>
              <a:t>Lightweight</a:t>
            </a:r>
            <a:r>
              <a:rPr sz="3750" b="1" spc="245" dirty="0">
                <a:solidFill>
                  <a:srgbClr val="292929"/>
                </a:solidFill>
                <a:latin typeface="Inria Serif"/>
                <a:cs typeface="Inria Serif"/>
              </a:rPr>
              <a:t> </a:t>
            </a:r>
            <a:r>
              <a:rPr sz="3750" b="1" spc="80" dirty="0">
                <a:solidFill>
                  <a:srgbClr val="292929"/>
                </a:solidFill>
                <a:latin typeface="Inria Serif"/>
                <a:cs typeface="Inria Serif"/>
              </a:rPr>
              <a:t>Deep</a:t>
            </a:r>
            <a:r>
              <a:rPr sz="3750" b="1" spc="245" dirty="0">
                <a:solidFill>
                  <a:srgbClr val="292929"/>
                </a:solidFill>
                <a:latin typeface="Inria Serif"/>
                <a:cs typeface="Inria Serif"/>
              </a:rPr>
              <a:t> </a:t>
            </a:r>
            <a:r>
              <a:rPr sz="3750" b="1" spc="95" dirty="0">
                <a:solidFill>
                  <a:srgbClr val="292929"/>
                </a:solidFill>
                <a:latin typeface="Inria Serif"/>
                <a:cs typeface="Inria Serif"/>
              </a:rPr>
              <a:t>Learning</a:t>
            </a:r>
            <a:r>
              <a:rPr sz="3750" b="1" spc="245" dirty="0">
                <a:solidFill>
                  <a:srgbClr val="292929"/>
                </a:solidFill>
                <a:latin typeface="Inria Serif"/>
                <a:cs typeface="Inria Serif"/>
              </a:rPr>
              <a:t> </a:t>
            </a:r>
            <a:r>
              <a:rPr sz="3750" b="1" spc="70" dirty="0">
                <a:solidFill>
                  <a:srgbClr val="292929"/>
                </a:solidFill>
                <a:latin typeface="Inria Serif"/>
                <a:cs typeface="Inria Serif"/>
              </a:rPr>
              <a:t>IDS</a:t>
            </a:r>
            <a:r>
              <a:rPr sz="3750" b="1" spc="245" dirty="0">
                <a:solidFill>
                  <a:srgbClr val="292929"/>
                </a:solidFill>
                <a:latin typeface="Inria Serif"/>
                <a:cs typeface="Inria Serif"/>
              </a:rPr>
              <a:t> </a:t>
            </a:r>
            <a:r>
              <a:rPr sz="3750" b="1" spc="60" dirty="0">
                <a:solidFill>
                  <a:srgbClr val="292929"/>
                </a:solidFill>
                <a:latin typeface="Inria Serif"/>
                <a:cs typeface="Inria Serif"/>
              </a:rPr>
              <a:t>for</a:t>
            </a:r>
            <a:r>
              <a:rPr sz="3750" b="1" spc="245" dirty="0">
                <a:solidFill>
                  <a:srgbClr val="292929"/>
                </a:solidFill>
                <a:latin typeface="Inria Serif"/>
                <a:cs typeface="Inria Serif"/>
              </a:rPr>
              <a:t> </a:t>
            </a:r>
            <a:r>
              <a:rPr sz="3750" b="1" spc="85" dirty="0">
                <a:solidFill>
                  <a:srgbClr val="292929"/>
                </a:solidFill>
                <a:latin typeface="Inria Serif"/>
                <a:cs typeface="Inria Serif"/>
              </a:rPr>
              <a:t>IoT</a:t>
            </a:r>
            <a:endParaRPr sz="3750">
              <a:latin typeface="Inria Serif"/>
              <a:cs typeface="Inria Serif"/>
            </a:endParaRPr>
          </a:p>
          <a:p>
            <a:pPr marL="353060" indent="-340360">
              <a:lnSpc>
                <a:spcPct val="100000"/>
              </a:lnSpc>
              <a:spcBef>
                <a:spcPts val="3365"/>
              </a:spcBef>
              <a:buFont typeface="Times New Roman"/>
              <a:buChar char="•"/>
              <a:tabLst>
                <a:tab pos="353060" algn="l"/>
              </a:tabLst>
            </a:pPr>
            <a:r>
              <a:rPr sz="3150" spc="75" dirty="0">
                <a:solidFill>
                  <a:srgbClr val="292929"/>
                </a:solidFill>
                <a:latin typeface="Inria Serif Light"/>
                <a:cs typeface="Inria Serif Light"/>
              </a:rPr>
              <a:t>Addressing</a:t>
            </a:r>
            <a:r>
              <a:rPr sz="3150" spc="235" dirty="0">
                <a:solidFill>
                  <a:srgbClr val="292929"/>
                </a:solidFill>
                <a:latin typeface="Inria Serif Light"/>
                <a:cs typeface="Inria Serif Light"/>
              </a:rPr>
              <a:t> </a:t>
            </a:r>
            <a:r>
              <a:rPr sz="3150" spc="75" dirty="0">
                <a:solidFill>
                  <a:srgbClr val="292929"/>
                </a:solidFill>
                <a:latin typeface="Inria Serif Light"/>
                <a:cs typeface="Inria Serif Light"/>
              </a:rPr>
              <a:t>security</a:t>
            </a:r>
            <a:r>
              <a:rPr sz="3150" spc="240" dirty="0">
                <a:solidFill>
                  <a:srgbClr val="292929"/>
                </a:solidFill>
                <a:latin typeface="Inria Serif Light"/>
                <a:cs typeface="Inria Serif Light"/>
              </a:rPr>
              <a:t> </a:t>
            </a:r>
            <a:r>
              <a:rPr sz="3150" spc="70" dirty="0">
                <a:solidFill>
                  <a:srgbClr val="292929"/>
                </a:solidFill>
                <a:latin typeface="Inria Serif Light"/>
                <a:cs typeface="Inria Serif Light"/>
              </a:rPr>
              <a:t>needs</a:t>
            </a:r>
            <a:r>
              <a:rPr sz="3150" spc="245" dirty="0">
                <a:solidFill>
                  <a:srgbClr val="292929"/>
                </a:solidFill>
                <a:latin typeface="Inria Serif Light"/>
                <a:cs typeface="Inria Serif Light"/>
              </a:rPr>
              <a:t> </a:t>
            </a:r>
            <a:r>
              <a:rPr sz="3150" dirty="0">
                <a:solidFill>
                  <a:srgbClr val="292929"/>
                </a:solidFill>
                <a:latin typeface="Inria Serif Light"/>
                <a:cs typeface="Inria Serif Light"/>
              </a:rPr>
              <a:t>in</a:t>
            </a:r>
            <a:r>
              <a:rPr sz="3150" spc="240" dirty="0">
                <a:solidFill>
                  <a:srgbClr val="292929"/>
                </a:solidFill>
                <a:latin typeface="Inria Serif Light"/>
                <a:cs typeface="Inria Serif Light"/>
              </a:rPr>
              <a:t> </a:t>
            </a:r>
            <a:r>
              <a:rPr sz="3150" b="1" spc="80" dirty="0">
                <a:solidFill>
                  <a:srgbClr val="292929"/>
                </a:solidFill>
                <a:latin typeface="Inria Serif"/>
                <a:cs typeface="Inria Serif"/>
              </a:rPr>
              <a:t>resource-constrained</a:t>
            </a:r>
            <a:r>
              <a:rPr sz="3150" b="1" spc="240" dirty="0">
                <a:solidFill>
                  <a:srgbClr val="292929"/>
                </a:solidFill>
                <a:latin typeface="Inria Serif"/>
                <a:cs typeface="Inria Serif"/>
              </a:rPr>
              <a:t> </a:t>
            </a:r>
            <a:r>
              <a:rPr sz="3150" b="1" dirty="0">
                <a:solidFill>
                  <a:srgbClr val="292929"/>
                </a:solidFill>
                <a:latin typeface="Inria Serif"/>
                <a:cs typeface="Inria Serif"/>
              </a:rPr>
              <a:t>IoT</a:t>
            </a:r>
            <a:r>
              <a:rPr sz="3150" b="1" spc="245" dirty="0">
                <a:solidFill>
                  <a:srgbClr val="292929"/>
                </a:solidFill>
                <a:latin typeface="Inria Serif"/>
                <a:cs typeface="Inria Serif"/>
              </a:rPr>
              <a:t> </a:t>
            </a:r>
            <a:r>
              <a:rPr sz="3150" b="1" spc="70" dirty="0">
                <a:solidFill>
                  <a:srgbClr val="292929"/>
                </a:solidFill>
                <a:latin typeface="Inria Serif"/>
                <a:cs typeface="Inria Serif"/>
              </a:rPr>
              <a:t>devices</a:t>
            </a:r>
            <a:endParaRPr sz="3150">
              <a:latin typeface="Inria Serif"/>
              <a:cs typeface="Inria Serif"/>
            </a:endParaRPr>
          </a:p>
          <a:p>
            <a:pPr>
              <a:lnSpc>
                <a:spcPct val="100000"/>
              </a:lnSpc>
              <a:spcBef>
                <a:spcPts val="1170"/>
              </a:spcBef>
              <a:buClr>
                <a:srgbClr val="292929"/>
              </a:buClr>
              <a:buFont typeface="Times New Roman"/>
              <a:buChar char="•"/>
            </a:pPr>
            <a:endParaRPr sz="3150">
              <a:latin typeface="Inria Serif"/>
              <a:cs typeface="Inria Serif"/>
            </a:endParaRPr>
          </a:p>
          <a:p>
            <a:pPr marL="12700">
              <a:lnSpc>
                <a:spcPct val="100000"/>
              </a:lnSpc>
            </a:pPr>
            <a:r>
              <a:rPr sz="3750" b="1" spc="55" dirty="0">
                <a:solidFill>
                  <a:srgbClr val="292929"/>
                </a:solidFill>
                <a:latin typeface="Inria Serif"/>
                <a:cs typeface="Inria Serif"/>
              </a:rPr>
              <a:t>Key</a:t>
            </a:r>
            <a:r>
              <a:rPr sz="3750" b="1" spc="235" dirty="0">
                <a:solidFill>
                  <a:srgbClr val="292929"/>
                </a:solidFill>
                <a:latin typeface="Inria Serif"/>
                <a:cs typeface="Inria Serif"/>
              </a:rPr>
              <a:t> </a:t>
            </a:r>
            <a:r>
              <a:rPr sz="3750" b="1" spc="95" dirty="0">
                <a:solidFill>
                  <a:srgbClr val="292929"/>
                </a:solidFill>
                <a:latin typeface="Inria Serif"/>
                <a:cs typeface="Inria Serif"/>
              </a:rPr>
              <a:t>Insights</a:t>
            </a:r>
            <a:r>
              <a:rPr sz="3750" b="1" spc="250" dirty="0">
                <a:solidFill>
                  <a:srgbClr val="292929"/>
                </a:solidFill>
                <a:latin typeface="Inria Serif"/>
                <a:cs typeface="Inria Serif"/>
              </a:rPr>
              <a:t> </a:t>
            </a:r>
            <a:r>
              <a:rPr sz="3750" b="1" dirty="0">
                <a:solidFill>
                  <a:srgbClr val="292929"/>
                </a:solidFill>
                <a:latin typeface="Inria Serif"/>
                <a:cs typeface="Inria Serif"/>
              </a:rPr>
              <a:t>&amp;</a:t>
            </a:r>
            <a:r>
              <a:rPr sz="3750" b="1" spc="245" dirty="0">
                <a:solidFill>
                  <a:srgbClr val="292929"/>
                </a:solidFill>
                <a:latin typeface="Inria Serif"/>
                <a:cs typeface="Inria Serif"/>
              </a:rPr>
              <a:t> </a:t>
            </a:r>
            <a:r>
              <a:rPr sz="3750" b="1" spc="90" dirty="0">
                <a:solidFill>
                  <a:srgbClr val="292929"/>
                </a:solidFill>
                <a:latin typeface="Inria Serif"/>
                <a:cs typeface="Inria Serif"/>
              </a:rPr>
              <a:t>Trends</a:t>
            </a:r>
            <a:endParaRPr sz="3750">
              <a:latin typeface="Inria Serif"/>
              <a:cs typeface="Inria Serif"/>
            </a:endParaRPr>
          </a:p>
          <a:p>
            <a:pPr marL="353060" indent="-340360">
              <a:lnSpc>
                <a:spcPct val="100000"/>
              </a:lnSpc>
              <a:spcBef>
                <a:spcPts val="3365"/>
              </a:spcBef>
              <a:buFont typeface="Times New Roman"/>
              <a:buChar char="•"/>
              <a:tabLst>
                <a:tab pos="353060" algn="l"/>
              </a:tabLst>
            </a:pPr>
            <a:r>
              <a:rPr sz="3150" spc="80" dirty="0">
                <a:solidFill>
                  <a:srgbClr val="292929"/>
                </a:solidFill>
                <a:latin typeface="Inria Serif Light"/>
                <a:cs typeface="Inria Serif Light"/>
              </a:rPr>
              <a:t>Emergence</a:t>
            </a:r>
            <a:r>
              <a:rPr sz="3150" spc="210" dirty="0">
                <a:solidFill>
                  <a:srgbClr val="292929"/>
                </a:solidFill>
                <a:latin typeface="Inria Serif Light"/>
                <a:cs typeface="Inria Serif Light"/>
              </a:rPr>
              <a:t> </a:t>
            </a:r>
            <a:r>
              <a:rPr sz="3150" dirty="0">
                <a:solidFill>
                  <a:srgbClr val="292929"/>
                </a:solidFill>
                <a:latin typeface="Inria Serif Light"/>
                <a:cs typeface="Inria Serif Light"/>
              </a:rPr>
              <a:t>of</a:t>
            </a:r>
            <a:r>
              <a:rPr sz="3150" spc="215" dirty="0">
                <a:solidFill>
                  <a:srgbClr val="292929"/>
                </a:solidFill>
                <a:latin typeface="Inria Serif Light"/>
                <a:cs typeface="Inria Serif Light"/>
              </a:rPr>
              <a:t> </a:t>
            </a:r>
            <a:r>
              <a:rPr sz="3150" b="1" spc="65" dirty="0">
                <a:solidFill>
                  <a:srgbClr val="292929"/>
                </a:solidFill>
                <a:latin typeface="Inria Serif"/>
                <a:cs typeface="Inria Serif"/>
              </a:rPr>
              <a:t>deep</a:t>
            </a:r>
            <a:r>
              <a:rPr sz="3150" b="1" spc="210" dirty="0">
                <a:solidFill>
                  <a:srgbClr val="292929"/>
                </a:solidFill>
                <a:latin typeface="Inria Serif"/>
                <a:cs typeface="Inria Serif"/>
              </a:rPr>
              <a:t> </a:t>
            </a:r>
            <a:r>
              <a:rPr sz="3150" b="1" spc="75" dirty="0">
                <a:solidFill>
                  <a:srgbClr val="292929"/>
                </a:solidFill>
                <a:latin typeface="Inria Serif"/>
                <a:cs typeface="Inria Serif"/>
              </a:rPr>
              <a:t>learning</a:t>
            </a:r>
            <a:r>
              <a:rPr sz="3150" b="1" spc="229" dirty="0">
                <a:solidFill>
                  <a:srgbClr val="292929"/>
                </a:solidFill>
                <a:latin typeface="Inria Serif"/>
                <a:cs typeface="Inria Serif"/>
              </a:rPr>
              <a:t> </a:t>
            </a:r>
            <a:r>
              <a:rPr sz="3150" spc="60" dirty="0">
                <a:solidFill>
                  <a:srgbClr val="292929"/>
                </a:solidFill>
                <a:latin typeface="Inria Serif Light"/>
                <a:cs typeface="Inria Serif Light"/>
              </a:rPr>
              <a:t>for</a:t>
            </a:r>
            <a:r>
              <a:rPr sz="3150" spc="215" dirty="0">
                <a:solidFill>
                  <a:srgbClr val="292929"/>
                </a:solidFill>
                <a:latin typeface="Inria Serif Light"/>
                <a:cs typeface="Inria Serif Light"/>
              </a:rPr>
              <a:t> </a:t>
            </a:r>
            <a:r>
              <a:rPr sz="3150" spc="80" dirty="0">
                <a:solidFill>
                  <a:srgbClr val="292929"/>
                </a:solidFill>
                <a:latin typeface="Inria Serif Light"/>
                <a:cs typeface="Inria Serif Light"/>
              </a:rPr>
              <a:t>intrusion</a:t>
            </a:r>
            <a:r>
              <a:rPr sz="3150" spc="210" dirty="0">
                <a:solidFill>
                  <a:srgbClr val="292929"/>
                </a:solidFill>
                <a:latin typeface="Inria Serif Light"/>
                <a:cs typeface="Inria Serif Light"/>
              </a:rPr>
              <a:t> </a:t>
            </a:r>
            <a:r>
              <a:rPr sz="3150" spc="80" dirty="0">
                <a:solidFill>
                  <a:srgbClr val="292929"/>
                </a:solidFill>
                <a:latin typeface="Inria Serif Light"/>
                <a:cs typeface="Inria Serif Light"/>
              </a:rPr>
              <a:t>detection</a:t>
            </a:r>
            <a:endParaRPr sz="3150">
              <a:latin typeface="Inria Serif Light"/>
              <a:cs typeface="Inria Serif Light"/>
            </a:endParaRPr>
          </a:p>
          <a:p>
            <a:pPr marL="353060" indent="-340360">
              <a:lnSpc>
                <a:spcPct val="100000"/>
              </a:lnSpc>
              <a:spcBef>
                <a:spcPts val="1110"/>
              </a:spcBef>
              <a:buFont typeface="Times New Roman"/>
              <a:buChar char="•"/>
              <a:tabLst>
                <a:tab pos="353060" algn="l"/>
              </a:tabLst>
            </a:pPr>
            <a:r>
              <a:rPr sz="3150" spc="80" dirty="0">
                <a:solidFill>
                  <a:srgbClr val="292929"/>
                </a:solidFill>
                <a:latin typeface="Inria Serif Light"/>
                <a:cs typeface="Inria Serif Light"/>
              </a:rPr>
              <a:t>Balancing</a:t>
            </a:r>
            <a:r>
              <a:rPr sz="3150" spc="215" dirty="0">
                <a:solidFill>
                  <a:srgbClr val="292929"/>
                </a:solidFill>
                <a:latin typeface="Inria Serif Light"/>
                <a:cs typeface="Inria Serif Light"/>
              </a:rPr>
              <a:t> </a:t>
            </a:r>
            <a:r>
              <a:rPr sz="3150" b="1" spc="65" dirty="0">
                <a:solidFill>
                  <a:srgbClr val="292929"/>
                </a:solidFill>
                <a:latin typeface="Inria Serif"/>
                <a:cs typeface="Inria Serif"/>
              </a:rPr>
              <a:t>accuracy</a:t>
            </a:r>
            <a:r>
              <a:rPr sz="3150" b="1" spc="229" dirty="0">
                <a:solidFill>
                  <a:srgbClr val="292929"/>
                </a:solidFill>
                <a:latin typeface="Inria Serif"/>
                <a:cs typeface="Inria Serif"/>
              </a:rPr>
              <a:t> </a:t>
            </a:r>
            <a:r>
              <a:rPr sz="3150" spc="60" dirty="0">
                <a:solidFill>
                  <a:srgbClr val="292929"/>
                </a:solidFill>
                <a:latin typeface="Inria Serif Light"/>
                <a:cs typeface="Inria Serif Light"/>
              </a:rPr>
              <a:t>and</a:t>
            </a:r>
            <a:r>
              <a:rPr sz="3150" spc="215" dirty="0">
                <a:solidFill>
                  <a:srgbClr val="292929"/>
                </a:solidFill>
                <a:latin typeface="Inria Serif Light"/>
                <a:cs typeface="Inria Serif Light"/>
              </a:rPr>
              <a:t> </a:t>
            </a:r>
            <a:r>
              <a:rPr sz="3150" b="1" spc="70" dirty="0">
                <a:solidFill>
                  <a:srgbClr val="292929"/>
                </a:solidFill>
                <a:latin typeface="Inria Serif"/>
                <a:cs typeface="Inria Serif"/>
              </a:rPr>
              <a:t>eﬃciency</a:t>
            </a:r>
            <a:r>
              <a:rPr sz="3150" b="1" spc="229" dirty="0">
                <a:solidFill>
                  <a:srgbClr val="292929"/>
                </a:solidFill>
                <a:latin typeface="Inria Serif"/>
                <a:cs typeface="Inria Serif"/>
              </a:rPr>
              <a:t> </a:t>
            </a:r>
            <a:r>
              <a:rPr sz="3150" dirty="0">
                <a:solidFill>
                  <a:srgbClr val="292929"/>
                </a:solidFill>
                <a:latin typeface="Inria Serif Light"/>
                <a:cs typeface="Inria Serif Light"/>
              </a:rPr>
              <a:t>in</a:t>
            </a:r>
            <a:r>
              <a:rPr sz="3150" spc="215" dirty="0">
                <a:solidFill>
                  <a:srgbClr val="292929"/>
                </a:solidFill>
                <a:latin typeface="Inria Serif Light"/>
                <a:cs typeface="Inria Serif Light"/>
              </a:rPr>
              <a:t> </a:t>
            </a:r>
            <a:r>
              <a:rPr sz="3150" spc="60" dirty="0">
                <a:solidFill>
                  <a:srgbClr val="292929"/>
                </a:solidFill>
                <a:latin typeface="Inria Serif Light"/>
                <a:cs typeface="Inria Serif Light"/>
              </a:rPr>
              <a:t>real-world</a:t>
            </a:r>
            <a:r>
              <a:rPr sz="3150" spc="215" dirty="0">
                <a:solidFill>
                  <a:srgbClr val="292929"/>
                </a:solidFill>
                <a:latin typeface="Inria Serif Light"/>
                <a:cs typeface="Inria Serif Light"/>
              </a:rPr>
              <a:t> </a:t>
            </a:r>
            <a:r>
              <a:rPr sz="3150" spc="60" dirty="0">
                <a:solidFill>
                  <a:srgbClr val="292929"/>
                </a:solidFill>
                <a:latin typeface="Inria Serif Light"/>
                <a:cs typeface="Inria Serif Light"/>
              </a:rPr>
              <a:t>IoT</a:t>
            </a:r>
            <a:r>
              <a:rPr sz="3150" spc="210" dirty="0">
                <a:solidFill>
                  <a:srgbClr val="292929"/>
                </a:solidFill>
                <a:latin typeface="Inria Serif Light"/>
                <a:cs typeface="Inria Serif Light"/>
              </a:rPr>
              <a:t> </a:t>
            </a:r>
            <a:r>
              <a:rPr sz="3150" spc="75" dirty="0">
                <a:solidFill>
                  <a:srgbClr val="292929"/>
                </a:solidFill>
                <a:latin typeface="Inria Serif Light"/>
                <a:cs typeface="Inria Serif Light"/>
              </a:rPr>
              <a:t>environments</a:t>
            </a:r>
            <a:endParaRPr sz="3150">
              <a:latin typeface="Inria Serif Light"/>
              <a:cs typeface="Inria Serif Light"/>
            </a:endParaRPr>
          </a:p>
          <a:p>
            <a:pPr>
              <a:lnSpc>
                <a:spcPct val="100000"/>
              </a:lnSpc>
              <a:spcBef>
                <a:spcPts val="1175"/>
              </a:spcBef>
              <a:buClr>
                <a:srgbClr val="292929"/>
              </a:buClr>
              <a:buFont typeface="Times New Roman"/>
              <a:buChar char="•"/>
            </a:pPr>
            <a:endParaRPr sz="3150">
              <a:latin typeface="Inria Serif Light"/>
              <a:cs typeface="Inria Serif Light"/>
            </a:endParaRPr>
          </a:p>
          <a:p>
            <a:pPr marL="12700">
              <a:lnSpc>
                <a:spcPct val="100000"/>
              </a:lnSpc>
            </a:pPr>
            <a:r>
              <a:rPr sz="3750" b="1" spc="110" dirty="0">
                <a:solidFill>
                  <a:srgbClr val="292929"/>
                </a:solidFill>
                <a:latin typeface="Inria Serif"/>
                <a:cs typeface="Inria Serif"/>
              </a:rPr>
              <a:t>Practical</a:t>
            </a:r>
            <a:r>
              <a:rPr sz="3750" b="1" spc="260" dirty="0">
                <a:solidFill>
                  <a:srgbClr val="292929"/>
                </a:solidFill>
                <a:latin typeface="Inria Serif"/>
                <a:cs typeface="Inria Serif"/>
              </a:rPr>
              <a:t> </a:t>
            </a:r>
            <a:r>
              <a:rPr sz="3750" b="1" spc="100" dirty="0">
                <a:solidFill>
                  <a:srgbClr val="292929"/>
                </a:solidFill>
                <a:latin typeface="Inria Serif"/>
                <a:cs typeface="Inria Serif"/>
              </a:rPr>
              <a:t>Solutions</a:t>
            </a:r>
            <a:endParaRPr sz="3750">
              <a:latin typeface="Inria Serif"/>
              <a:cs typeface="Inria Serif"/>
            </a:endParaRPr>
          </a:p>
          <a:p>
            <a:pPr marL="353060" indent="-340360">
              <a:lnSpc>
                <a:spcPct val="100000"/>
              </a:lnSpc>
              <a:spcBef>
                <a:spcPts val="3360"/>
              </a:spcBef>
              <a:buFont typeface="Times New Roman"/>
              <a:buChar char="•"/>
              <a:tabLst>
                <a:tab pos="353060" algn="l"/>
              </a:tabLst>
            </a:pPr>
            <a:r>
              <a:rPr sz="3150" spc="75" dirty="0">
                <a:solidFill>
                  <a:srgbClr val="292929"/>
                </a:solidFill>
                <a:latin typeface="Inria Serif Light"/>
                <a:cs typeface="Inria Serif Light"/>
              </a:rPr>
              <a:t>Optimizing</a:t>
            </a:r>
            <a:r>
              <a:rPr sz="3150" spc="204" dirty="0">
                <a:solidFill>
                  <a:srgbClr val="292929"/>
                </a:solidFill>
                <a:latin typeface="Inria Serif Light"/>
                <a:cs typeface="Inria Serif Light"/>
              </a:rPr>
              <a:t> </a:t>
            </a:r>
            <a:r>
              <a:rPr sz="3150" spc="75" dirty="0">
                <a:solidFill>
                  <a:srgbClr val="292929"/>
                </a:solidFill>
                <a:latin typeface="Inria Serif Light"/>
                <a:cs typeface="Inria Serif Light"/>
              </a:rPr>
              <a:t>models</a:t>
            </a:r>
            <a:r>
              <a:rPr sz="3150" spc="204" dirty="0">
                <a:solidFill>
                  <a:srgbClr val="292929"/>
                </a:solidFill>
                <a:latin typeface="Inria Serif Light"/>
                <a:cs typeface="Inria Serif Light"/>
              </a:rPr>
              <a:t> </a:t>
            </a:r>
            <a:r>
              <a:rPr sz="3150" spc="65" dirty="0">
                <a:solidFill>
                  <a:srgbClr val="292929"/>
                </a:solidFill>
                <a:latin typeface="Inria Serif Light"/>
                <a:cs typeface="Inria Serif Light"/>
              </a:rPr>
              <a:t>with</a:t>
            </a:r>
            <a:r>
              <a:rPr sz="3150" spc="204" dirty="0">
                <a:solidFill>
                  <a:srgbClr val="292929"/>
                </a:solidFill>
                <a:latin typeface="Inria Serif Light"/>
                <a:cs typeface="Inria Serif Light"/>
              </a:rPr>
              <a:t> </a:t>
            </a:r>
            <a:r>
              <a:rPr sz="3150" b="1" spc="65" dirty="0">
                <a:solidFill>
                  <a:srgbClr val="292929"/>
                </a:solidFill>
                <a:latin typeface="Inria Serif"/>
                <a:cs typeface="Inria Serif"/>
              </a:rPr>
              <a:t>feature</a:t>
            </a:r>
            <a:r>
              <a:rPr sz="3150" b="1" spc="204" dirty="0">
                <a:solidFill>
                  <a:srgbClr val="292929"/>
                </a:solidFill>
                <a:latin typeface="Inria Serif"/>
                <a:cs typeface="Inria Serif"/>
              </a:rPr>
              <a:t> </a:t>
            </a:r>
            <a:r>
              <a:rPr sz="3150" b="1" spc="80" dirty="0">
                <a:solidFill>
                  <a:srgbClr val="292929"/>
                </a:solidFill>
                <a:latin typeface="Inria Serif"/>
                <a:cs typeface="Inria Serif"/>
              </a:rPr>
              <a:t>selection,</a:t>
            </a:r>
            <a:r>
              <a:rPr sz="3150" b="1" spc="204" dirty="0">
                <a:solidFill>
                  <a:srgbClr val="292929"/>
                </a:solidFill>
                <a:latin typeface="Inria Serif"/>
                <a:cs typeface="Inria Serif"/>
              </a:rPr>
              <a:t> </a:t>
            </a:r>
            <a:r>
              <a:rPr sz="3150" b="1" spc="75" dirty="0">
                <a:solidFill>
                  <a:srgbClr val="292929"/>
                </a:solidFill>
                <a:latin typeface="Inria Serif"/>
                <a:cs typeface="Inria Serif"/>
              </a:rPr>
              <a:t>pruning,</a:t>
            </a:r>
            <a:r>
              <a:rPr sz="3150" b="1" spc="204" dirty="0">
                <a:solidFill>
                  <a:srgbClr val="292929"/>
                </a:solidFill>
                <a:latin typeface="Inria Serif"/>
                <a:cs typeface="Inria Serif"/>
              </a:rPr>
              <a:t> </a:t>
            </a:r>
            <a:r>
              <a:rPr sz="3150" b="1" spc="60" dirty="0">
                <a:solidFill>
                  <a:srgbClr val="292929"/>
                </a:solidFill>
                <a:latin typeface="Inria Serif"/>
                <a:cs typeface="Inria Serif"/>
              </a:rPr>
              <a:t>and</a:t>
            </a:r>
            <a:r>
              <a:rPr sz="3150" b="1" spc="204" dirty="0">
                <a:solidFill>
                  <a:srgbClr val="292929"/>
                </a:solidFill>
                <a:latin typeface="Inria Serif"/>
                <a:cs typeface="Inria Serif"/>
              </a:rPr>
              <a:t> </a:t>
            </a:r>
            <a:r>
              <a:rPr sz="3150" b="1" spc="80" dirty="0">
                <a:solidFill>
                  <a:srgbClr val="292929"/>
                </a:solidFill>
                <a:latin typeface="Inria Serif"/>
                <a:cs typeface="Inria Serif"/>
              </a:rPr>
              <a:t>quantization</a:t>
            </a:r>
            <a:endParaRPr sz="3150">
              <a:latin typeface="Inria Serif"/>
              <a:cs typeface="Inria Serif"/>
            </a:endParaRPr>
          </a:p>
          <a:p>
            <a:pPr marL="353060" indent="-340360">
              <a:lnSpc>
                <a:spcPct val="100000"/>
              </a:lnSpc>
              <a:spcBef>
                <a:spcPts val="1115"/>
              </a:spcBef>
              <a:buFont typeface="Times New Roman"/>
              <a:buChar char="•"/>
              <a:tabLst>
                <a:tab pos="353060" algn="l"/>
              </a:tabLst>
            </a:pPr>
            <a:r>
              <a:rPr sz="3150" spc="65" dirty="0">
                <a:solidFill>
                  <a:srgbClr val="292929"/>
                </a:solidFill>
                <a:latin typeface="Inria Serif Light"/>
                <a:cs typeface="Inria Serif Light"/>
              </a:rPr>
              <a:t>Deployable</a:t>
            </a:r>
            <a:r>
              <a:rPr sz="3150" spc="210" dirty="0">
                <a:solidFill>
                  <a:srgbClr val="292929"/>
                </a:solidFill>
                <a:latin typeface="Inria Serif Light"/>
                <a:cs typeface="Inria Serif Light"/>
              </a:rPr>
              <a:t> </a:t>
            </a:r>
            <a:r>
              <a:rPr sz="3150" spc="60" dirty="0">
                <a:solidFill>
                  <a:srgbClr val="292929"/>
                </a:solidFill>
                <a:latin typeface="Inria Serif Light"/>
                <a:cs typeface="Inria Serif Light"/>
              </a:rPr>
              <a:t>IDS</a:t>
            </a:r>
            <a:r>
              <a:rPr sz="3150" spc="225" dirty="0">
                <a:solidFill>
                  <a:srgbClr val="292929"/>
                </a:solidFill>
                <a:latin typeface="Inria Serif Light"/>
                <a:cs typeface="Inria Serif Light"/>
              </a:rPr>
              <a:t> </a:t>
            </a:r>
            <a:r>
              <a:rPr sz="3150" spc="60" dirty="0">
                <a:solidFill>
                  <a:srgbClr val="292929"/>
                </a:solidFill>
                <a:latin typeface="Inria Serif Light"/>
                <a:cs typeface="Inria Serif Light"/>
              </a:rPr>
              <a:t>for</a:t>
            </a:r>
            <a:r>
              <a:rPr sz="3150" spc="220" dirty="0">
                <a:solidFill>
                  <a:srgbClr val="292929"/>
                </a:solidFill>
                <a:latin typeface="Inria Serif Light"/>
                <a:cs typeface="Inria Serif Light"/>
              </a:rPr>
              <a:t> </a:t>
            </a:r>
            <a:r>
              <a:rPr sz="3150" b="1" spc="65" dirty="0">
                <a:solidFill>
                  <a:srgbClr val="292929"/>
                </a:solidFill>
                <a:latin typeface="Inria Serif"/>
                <a:cs typeface="Inria Serif"/>
              </a:rPr>
              <a:t>real-time</a:t>
            </a:r>
            <a:r>
              <a:rPr sz="3150" b="1" spc="225" dirty="0">
                <a:solidFill>
                  <a:srgbClr val="292929"/>
                </a:solidFill>
                <a:latin typeface="Inria Serif"/>
                <a:cs typeface="Inria Serif"/>
              </a:rPr>
              <a:t> </a:t>
            </a:r>
            <a:r>
              <a:rPr sz="3150" b="1" spc="75" dirty="0">
                <a:solidFill>
                  <a:srgbClr val="292929"/>
                </a:solidFill>
                <a:latin typeface="Inria Serif"/>
                <a:cs typeface="Inria Serif"/>
              </a:rPr>
              <a:t>security</a:t>
            </a:r>
            <a:r>
              <a:rPr sz="3150" b="1" spc="240" dirty="0">
                <a:solidFill>
                  <a:srgbClr val="292929"/>
                </a:solidFill>
                <a:latin typeface="Inria Serif"/>
                <a:cs typeface="Inria Serif"/>
              </a:rPr>
              <a:t> </a:t>
            </a:r>
            <a:r>
              <a:rPr sz="3150" dirty="0">
                <a:solidFill>
                  <a:srgbClr val="292929"/>
                </a:solidFill>
                <a:latin typeface="Inria Serif Light"/>
                <a:cs typeface="Inria Serif Light"/>
              </a:rPr>
              <a:t>on</a:t>
            </a:r>
            <a:r>
              <a:rPr sz="3150" spc="220" dirty="0">
                <a:solidFill>
                  <a:srgbClr val="292929"/>
                </a:solidFill>
                <a:latin typeface="Inria Serif Light"/>
                <a:cs typeface="Inria Serif Light"/>
              </a:rPr>
              <a:t> </a:t>
            </a:r>
            <a:r>
              <a:rPr sz="3150" spc="65" dirty="0">
                <a:solidFill>
                  <a:srgbClr val="292929"/>
                </a:solidFill>
                <a:latin typeface="Inria Serif Light"/>
                <a:cs typeface="Inria Serif Light"/>
              </a:rPr>
              <a:t>low-</a:t>
            </a:r>
            <a:r>
              <a:rPr sz="3150" spc="70" dirty="0">
                <a:solidFill>
                  <a:srgbClr val="292929"/>
                </a:solidFill>
                <a:latin typeface="Inria Serif Light"/>
                <a:cs typeface="Inria Serif Light"/>
              </a:rPr>
              <a:t>powered</a:t>
            </a:r>
            <a:r>
              <a:rPr sz="3150" spc="225" dirty="0">
                <a:solidFill>
                  <a:srgbClr val="292929"/>
                </a:solidFill>
                <a:latin typeface="Inria Serif Light"/>
                <a:cs typeface="Inria Serif Light"/>
              </a:rPr>
              <a:t> </a:t>
            </a:r>
            <a:r>
              <a:rPr sz="3150" spc="80" dirty="0">
                <a:solidFill>
                  <a:srgbClr val="292929"/>
                </a:solidFill>
                <a:latin typeface="Inria Serif Light"/>
                <a:cs typeface="Inria Serif Light"/>
              </a:rPr>
              <a:t>devices</a:t>
            </a:r>
            <a:endParaRPr sz="3150">
              <a:latin typeface="Inria Serif Light"/>
              <a:cs typeface="Inria Serif Light"/>
            </a:endParaRPr>
          </a:p>
        </p:txBody>
      </p:sp>
      <p:sp>
        <p:nvSpPr>
          <p:cNvPr id="4" name="object 4"/>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FFFFFF"/>
                </a:solidFill>
                <a:latin typeface="Inria Sans"/>
                <a:cs typeface="Inria Sans"/>
              </a:rPr>
              <a:t>5/13/2026</a:t>
            </a:r>
            <a:endParaRPr sz="2000">
              <a:latin typeface="Inria Sans"/>
              <a:cs typeface="Inria Sans"/>
            </a:endParaRPr>
          </a:p>
        </p:txBody>
      </p:sp>
      <p:sp>
        <p:nvSpPr>
          <p:cNvPr id="5" name="object 5"/>
          <p:cNvSpPr/>
          <p:nvPr/>
        </p:nvSpPr>
        <p:spPr>
          <a:xfrm>
            <a:off x="914844" y="9324426"/>
            <a:ext cx="533400" cy="403860"/>
          </a:xfrm>
          <a:custGeom>
            <a:avLst/>
            <a:gdLst/>
            <a:ahLst/>
            <a:cxnLst/>
            <a:rect l="l" t="t" r="r" b="b"/>
            <a:pathLst>
              <a:path w="533400" h="403859">
                <a:moveTo>
                  <a:pt x="479602" y="0"/>
                </a:moveTo>
                <a:lnTo>
                  <a:pt x="53543" y="0"/>
                </a:lnTo>
                <a:lnTo>
                  <a:pt x="32800" y="4240"/>
                </a:lnTo>
                <a:lnTo>
                  <a:pt x="15770" y="15770"/>
                </a:lnTo>
                <a:lnTo>
                  <a:pt x="4240" y="32800"/>
                </a:lnTo>
                <a:lnTo>
                  <a:pt x="0" y="53543"/>
                </a:lnTo>
                <a:lnTo>
                  <a:pt x="0" y="349897"/>
                </a:lnTo>
                <a:lnTo>
                  <a:pt x="4240" y="370640"/>
                </a:lnTo>
                <a:lnTo>
                  <a:pt x="15770" y="387670"/>
                </a:lnTo>
                <a:lnTo>
                  <a:pt x="32800" y="399200"/>
                </a:lnTo>
                <a:lnTo>
                  <a:pt x="53543" y="403440"/>
                </a:lnTo>
                <a:lnTo>
                  <a:pt x="479971" y="403440"/>
                </a:lnTo>
                <a:lnTo>
                  <a:pt x="500915" y="399188"/>
                </a:lnTo>
                <a:lnTo>
                  <a:pt x="517974" y="387578"/>
                </a:lnTo>
                <a:lnTo>
                  <a:pt x="529325" y="370329"/>
                </a:lnTo>
                <a:lnTo>
                  <a:pt x="533146" y="349161"/>
                </a:lnTo>
                <a:lnTo>
                  <a:pt x="533146" y="53543"/>
                </a:lnTo>
                <a:lnTo>
                  <a:pt x="528957" y="32800"/>
                </a:lnTo>
                <a:lnTo>
                  <a:pt x="517513" y="15770"/>
                </a:lnTo>
                <a:lnTo>
                  <a:pt x="500500" y="4240"/>
                </a:lnTo>
                <a:lnTo>
                  <a:pt x="479602" y="0"/>
                </a:lnTo>
                <a:close/>
              </a:path>
            </a:pathLst>
          </a:custGeom>
          <a:solidFill>
            <a:srgbClr val="282828"/>
          </a:solidFill>
        </p:spPr>
        <p:txBody>
          <a:bodyPr wrap="square" lIns="0" tIns="0" rIns="0" bIns="0" rtlCol="0"/>
          <a:lstStyle/>
          <a:p>
            <a:endParaRPr/>
          </a:p>
        </p:txBody>
      </p:sp>
      <p:sp>
        <p:nvSpPr>
          <p:cNvPr id="6" name="object 6"/>
          <p:cNvSpPr txBox="1"/>
          <p:nvPr/>
        </p:nvSpPr>
        <p:spPr>
          <a:xfrm>
            <a:off x="998475" y="9351895"/>
            <a:ext cx="361315" cy="314189"/>
          </a:xfrm>
          <a:prstGeom prst="rect">
            <a:avLst/>
          </a:prstGeom>
        </p:spPr>
        <p:txBody>
          <a:bodyPr vert="horz" wrap="square" lIns="0" tIns="6350" rIns="0" bIns="0" rtlCol="0">
            <a:spAutoFit/>
          </a:bodyPr>
          <a:lstStyle/>
          <a:p>
            <a:pPr marL="12700">
              <a:lnSpc>
                <a:spcPct val="100000"/>
              </a:lnSpc>
              <a:spcBef>
                <a:spcPts val="50"/>
              </a:spcBef>
            </a:pPr>
            <a:r>
              <a:rPr sz="2000" b="1" spc="-25" dirty="0">
                <a:solidFill>
                  <a:srgbClr val="FFFFFF"/>
                </a:solidFill>
                <a:latin typeface="Inria Sans"/>
                <a:cs typeface="Inria Sans"/>
              </a:rPr>
              <a:t>0</a:t>
            </a:r>
            <a:r>
              <a:rPr lang="en-US" sz="2000" b="1" spc="-25" dirty="0">
                <a:solidFill>
                  <a:srgbClr val="FFFFFF"/>
                </a:solidFill>
                <a:latin typeface="Inria Sans"/>
                <a:cs typeface="Inria Sans"/>
              </a:rPr>
              <a:t>2</a:t>
            </a:r>
            <a:r>
              <a:rPr sz="2000" b="1" spc="-25" dirty="0">
                <a:solidFill>
                  <a:srgbClr val="FFFFFF"/>
                </a:solidFill>
                <a:latin typeface="Inria Sans"/>
                <a:cs typeface="Inria Sans"/>
              </a:rPr>
              <a:t>.</a:t>
            </a:r>
            <a:endParaRPr sz="2000" dirty="0">
              <a:latin typeface="Inria Sans"/>
              <a:cs typeface="Inri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42060"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7DEDD"/>
          </a:solidFill>
        </p:spPr>
        <p:txBody>
          <a:bodyPr wrap="square" lIns="0" tIns="0" rIns="0" bIns="0" rtlCol="0"/>
          <a:lstStyle/>
          <a:p>
            <a:endParaRPr/>
          </a:p>
        </p:txBody>
      </p:sp>
      <p:sp>
        <p:nvSpPr>
          <p:cNvPr id="3" name="object 3" descr="$PPTXTitle"/>
          <p:cNvSpPr txBox="1">
            <a:spLocks noGrp="1"/>
          </p:cNvSpPr>
          <p:nvPr>
            <p:ph type="title"/>
          </p:nvPr>
        </p:nvSpPr>
        <p:spPr>
          <a:xfrm>
            <a:off x="998512"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latin typeface="Inria Sans"/>
                <a:cs typeface="Inria Sans"/>
              </a:rPr>
              <a:t>5/13/2026</a:t>
            </a:r>
            <a:endParaRPr sz="2000">
              <a:latin typeface="Inria Sans"/>
              <a:cs typeface="Inria Sans"/>
            </a:endParaRPr>
          </a:p>
        </p:txBody>
      </p:sp>
      <p:sp>
        <p:nvSpPr>
          <p:cNvPr id="4" name="object 4"/>
          <p:cNvSpPr/>
          <p:nvPr/>
        </p:nvSpPr>
        <p:spPr>
          <a:xfrm>
            <a:off x="914882" y="9324426"/>
            <a:ext cx="533400" cy="403860"/>
          </a:xfrm>
          <a:custGeom>
            <a:avLst/>
            <a:gdLst/>
            <a:ahLst/>
            <a:cxnLst/>
            <a:rect l="l" t="t" r="r" b="b"/>
            <a:pathLst>
              <a:path w="533400" h="403859">
                <a:moveTo>
                  <a:pt x="479602" y="0"/>
                </a:moveTo>
                <a:lnTo>
                  <a:pt x="53543" y="0"/>
                </a:lnTo>
                <a:lnTo>
                  <a:pt x="32800" y="4240"/>
                </a:lnTo>
                <a:lnTo>
                  <a:pt x="15770" y="15770"/>
                </a:lnTo>
                <a:lnTo>
                  <a:pt x="4240" y="32800"/>
                </a:lnTo>
                <a:lnTo>
                  <a:pt x="0" y="53543"/>
                </a:lnTo>
                <a:lnTo>
                  <a:pt x="0" y="349897"/>
                </a:lnTo>
                <a:lnTo>
                  <a:pt x="4240" y="370640"/>
                </a:lnTo>
                <a:lnTo>
                  <a:pt x="15770" y="387670"/>
                </a:lnTo>
                <a:lnTo>
                  <a:pt x="32800" y="399200"/>
                </a:lnTo>
                <a:lnTo>
                  <a:pt x="53543" y="403440"/>
                </a:lnTo>
                <a:lnTo>
                  <a:pt x="479971" y="403440"/>
                </a:lnTo>
                <a:lnTo>
                  <a:pt x="500915" y="399188"/>
                </a:lnTo>
                <a:lnTo>
                  <a:pt x="517974" y="387578"/>
                </a:lnTo>
                <a:lnTo>
                  <a:pt x="529325" y="370329"/>
                </a:lnTo>
                <a:lnTo>
                  <a:pt x="533145" y="349161"/>
                </a:lnTo>
                <a:lnTo>
                  <a:pt x="533145" y="53543"/>
                </a:lnTo>
                <a:lnTo>
                  <a:pt x="528957" y="32800"/>
                </a:lnTo>
                <a:lnTo>
                  <a:pt x="517513" y="15770"/>
                </a:lnTo>
                <a:lnTo>
                  <a:pt x="500500" y="4240"/>
                </a:lnTo>
                <a:lnTo>
                  <a:pt x="479602" y="0"/>
                </a:lnTo>
                <a:close/>
              </a:path>
            </a:pathLst>
          </a:custGeom>
          <a:solidFill>
            <a:srgbClr val="282828"/>
          </a:solidFill>
        </p:spPr>
        <p:txBody>
          <a:bodyPr wrap="square" lIns="0" tIns="0" rIns="0" bIns="0" rtlCol="0"/>
          <a:lstStyle/>
          <a:p>
            <a:endParaRPr/>
          </a:p>
        </p:txBody>
      </p:sp>
      <p:grpSp>
        <p:nvGrpSpPr>
          <p:cNvPr id="5" name="object 5"/>
          <p:cNvGrpSpPr/>
          <p:nvPr/>
        </p:nvGrpSpPr>
        <p:grpSpPr>
          <a:xfrm>
            <a:off x="13786580" y="6417438"/>
            <a:ext cx="715567" cy="861568"/>
            <a:chOff x="13786581" y="6417438"/>
            <a:chExt cx="533400" cy="487045"/>
          </a:xfrm>
        </p:grpSpPr>
        <p:sp>
          <p:nvSpPr>
            <p:cNvPr id="6" name="object 6"/>
            <p:cNvSpPr/>
            <p:nvPr/>
          </p:nvSpPr>
          <p:spPr>
            <a:xfrm>
              <a:off x="13786581" y="6417438"/>
              <a:ext cx="533400" cy="487045"/>
            </a:xfrm>
            <a:custGeom>
              <a:avLst/>
              <a:gdLst/>
              <a:ahLst/>
              <a:cxnLst/>
              <a:rect l="l" t="t" r="r" b="b"/>
              <a:pathLst>
                <a:path w="533400" h="487045">
                  <a:moveTo>
                    <a:pt x="95250" y="0"/>
                  </a:moveTo>
                  <a:lnTo>
                    <a:pt x="48971" y="11976"/>
                  </a:lnTo>
                  <a:lnTo>
                    <a:pt x="14350" y="44945"/>
                  </a:lnTo>
                  <a:lnTo>
                    <a:pt x="304" y="87464"/>
                  </a:lnTo>
                  <a:lnTo>
                    <a:pt x="0" y="391261"/>
                  </a:lnTo>
                  <a:lnTo>
                    <a:pt x="1257" y="406781"/>
                  </a:lnTo>
                  <a:lnTo>
                    <a:pt x="20637" y="450481"/>
                  </a:lnTo>
                  <a:lnTo>
                    <a:pt x="60236" y="479856"/>
                  </a:lnTo>
                  <a:lnTo>
                    <a:pt x="437680" y="486511"/>
                  </a:lnTo>
                  <a:lnTo>
                    <a:pt x="453199" y="485254"/>
                  </a:lnTo>
                  <a:lnTo>
                    <a:pt x="496900" y="465874"/>
                  </a:lnTo>
                  <a:lnTo>
                    <a:pt x="526275" y="426275"/>
                  </a:lnTo>
                  <a:lnTo>
                    <a:pt x="532892" y="92138"/>
                  </a:lnTo>
                  <a:lnTo>
                    <a:pt x="530796" y="75133"/>
                  </a:lnTo>
                  <a:lnTo>
                    <a:pt x="510324" y="33616"/>
                  </a:lnTo>
                  <a:lnTo>
                    <a:pt x="472694" y="6654"/>
                  </a:lnTo>
                  <a:lnTo>
                    <a:pt x="95250" y="0"/>
                  </a:lnTo>
                  <a:close/>
                </a:path>
              </a:pathLst>
            </a:custGeom>
            <a:solidFill>
              <a:srgbClr val="282828"/>
            </a:solidFill>
          </p:spPr>
          <p:txBody>
            <a:bodyPr wrap="square" lIns="0" tIns="0" rIns="0" bIns="0" rtlCol="0"/>
            <a:lstStyle/>
            <a:p>
              <a:endParaRPr sz="3200"/>
            </a:p>
          </p:txBody>
        </p:sp>
        <p:sp>
          <p:nvSpPr>
            <p:cNvPr id="7" name="object 7"/>
            <p:cNvSpPr/>
            <p:nvPr/>
          </p:nvSpPr>
          <p:spPr>
            <a:xfrm>
              <a:off x="14019042" y="6557037"/>
              <a:ext cx="161290" cy="228600"/>
            </a:xfrm>
            <a:custGeom>
              <a:avLst/>
              <a:gdLst/>
              <a:ahLst/>
              <a:cxnLst/>
              <a:rect l="l" t="t" r="r" b="b"/>
              <a:pathLst>
                <a:path w="161290" h="228600">
                  <a:moveTo>
                    <a:pt x="0" y="0"/>
                  </a:moveTo>
                  <a:lnTo>
                    <a:pt x="160731" y="114249"/>
                  </a:lnTo>
                  <a:lnTo>
                    <a:pt x="0" y="228498"/>
                  </a:lnTo>
                </a:path>
              </a:pathLst>
            </a:custGeom>
            <a:ln w="36372">
              <a:solidFill>
                <a:srgbClr val="F5F6F7"/>
              </a:solidFill>
            </a:ln>
          </p:spPr>
          <p:txBody>
            <a:bodyPr wrap="square" lIns="0" tIns="0" rIns="0" bIns="0" rtlCol="0"/>
            <a:lstStyle/>
            <a:p>
              <a:endParaRPr sz="3200"/>
            </a:p>
          </p:txBody>
        </p:sp>
        <p:sp>
          <p:nvSpPr>
            <p:cNvPr id="8" name="object 8"/>
            <p:cNvSpPr/>
            <p:nvPr/>
          </p:nvSpPr>
          <p:spPr>
            <a:xfrm>
              <a:off x="13894926" y="6671290"/>
              <a:ext cx="285115" cy="0"/>
            </a:xfrm>
            <a:custGeom>
              <a:avLst/>
              <a:gdLst/>
              <a:ahLst/>
              <a:cxnLst/>
              <a:rect l="l" t="t" r="r" b="b"/>
              <a:pathLst>
                <a:path w="285115">
                  <a:moveTo>
                    <a:pt x="284848" y="0"/>
                  </a:moveTo>
                  <a:lnTo>
                    <a:pt x="0" y="0"/>
                  </a:lnTo>
                </a:path>
              </a:pathLst>
            </a:custGeom>
            <a:ln w="36372">
              <a:solidFill>
                <a:srgbClr val="F5F6F7"/>
              </a:solidFill>
            </a:ln>
          </p:spPr>
          <p:txBody>
            <a:bodyPr wrap="square" lIns="0" tIns="0" rIns="0" bIns="0" rtlCol="0"/>
            <a:lstStyle/>
            <a:p>
              <a:endParaRPr sz="3200"/>
            </a:p>
          </p:txBody>
        </p:sp>
      </p:grpSp>
      <p:grpSp>
        <p:nvGrpSpPr>
          <p:cNvPr id="9" name="object 9"/>
          <p:cNvGrpSpPr/>
          <p:nvPr/>
        </p:nvGrpSpPr>
        <p:grpSpPr>
          <a:xfrm>
            <a:off x="9503120" y="6417438"/>
            <a:ext cx="715567" cy="861568"/>
            <a:chOff x="9503121" y="6417438"/>
            <a:chExt cx="533400" cy="487045"/>
          </a:xfrm>
        </p:grpSpPr>
        <p:sp>
          <p:nvSpPr>
            <p:cNvPr id="10" name="object 10"/>
            <p:cNvSpPr/>
            <p:nvPr/>
          </p:nvSpPr>
          <p:spPr>
            <a:xfrm>
              <a:off x="9503121" y="6417438"/>
              <a:ext cx="533400" cy="487045"/>
            </a:xfrm>
            <a:custGeom>
              <a:avLst/>
              <a:gdLst/>
              <a:ahLst/>
              <a:cxnLst/>
              <a:rect l="l" t="t" r="r" b="b"/>
              <a:pathLst>
                <a:path w="533400" h="487045">
                  <a:moveTo>
                    <a:pt x="95250" y="0"/>
                  </a:moveTo>
                  <a:lnTo>
                    <a:pt x="48971" y="11976"/>
                  </a:lnTo>
                  <a:lnTo>
                    <a:pt x="14350" y="44945"/>
                  </a:lnTo>
                  <a:lnTo>
                    <a:pt x="304" y="87464"/>
                  </a:lnTo>
                  <a:lnTo>
                    <a:pt x="0" y="391261"/>
                  </a:lnTo>
                  <a:lnTo>
                    <a:pt x="1257" y="406781"/>
                  </a:lnTo>
                  <a:lnTo>
                    <a:pt x="20637" y="450481"/>
                  </a:lnTo>
                  <a:lnTo>
                    <a:pt x="60236" y="479856"/>
                  </a:lnTo>
                  <a:lnTo>
                    <a:pt x="437680" y="486511"/>
                  </a:lnTo>
                  <a:lnTo>
                    <a:pt x="453199" y="485254"/>
                  </a:lnTo>
                  <a:lnTo>
                    <a:pt x="496900" y="465874"/>
                  </a:lnTo>
                  <a:lnTo>
                    <a:pt x="526275" y="426275"/>
                  </a:lnTo>
                  <a:lnTo>
                    <a:pt x="532892" y="92138"/>
                  </a:lnTo>
                  <a:lnTo>
                    <a:pt x="530796" y="75133"/>
                  </a:lnTo>
                  <a:lnTo>
                    <a:pt x="510324" y="33616"/>
                  </a:lnTo>
                  <a:lnTo>
                    <a:pt x="472694" y="6654"/>
                  </a:lnTo>
                  <a:lnTo>
                    <a:pt x="95250" y="0"/>
                  </a:lnTo>
                  <a:close/>
                </a:path>
              </a:pathLst>
            </a:custGeom>
            <a:solidFill>
              <a:srgbClr val="282828"/>
            </a:solidFill>
          </p:spPr>
          <p:txBody>
            <a:bodyPr wrap="square" lIns="0" tIns="0" rIns="0" bIns="0" rtlCol="0"/>
            <a:lstStyle/>
            <a:p>
              <a:endParaRPr sz="3200"/>
            </a:p>
          </p:txBody>
        </p:sp>
        <p:sp>
          <p:nvSpPr>
            <p:cNvPr id="11" name="object 11"/>
            <p:cNvSpPr/>
            <p:nvPr/>
          </p:nvSpPr>
          <p:spPr>
            <a:xfrm>
              <a:off x="9735582" y="6557037"/>
              <a:ext cx="161290" cy="228600"/>
            </a:xfrm>
            <a:custGeom>
              <a:avLst/>
              <a:gdLst/>
              <a:ahLst/>
              <a:cxnLst/>
              <a:rect l="l" t="t" r="r" b="b"/>
              <a:pathLst>
                <a:path w="161290" h="228600">
                  <a:moveTo>
                    <a:pt x="0" y="0"/>
                  </a:moveTo>
                  <a:lnTo>
                    <a:pt x="160731" y="114249"/>
                  </a:lnTo>
                  <a:lnTo>
                    <a:pt x="0" y="228498"/>
                  </a:lnTo>
                </a:path>
              </a:pathLst>
            </a:custGeom>
            <a:ln w="36372">
              <a:solidFill>
                <a:srgbClr val="F5F6F7"/>
              </a:solidFill>
            </a:ln>
          </p:spPr>
          <p:txBody>
            <a:bodyPr wrap="square" lIns="0" tIns="0" rIns="0" bIns="0" rtlCol="0"/>
            <a:lstStyle/>
            <a:p>
              <a:endParaRPr sz="3200"/>
            </a:p>
          </p:txBody>
        </p:sp>
        <p:sp>
          <p:nvSpPr>
            <p:cNvPr id="12" name="object 12"/>
            <p:cNvSpPr/>
            <p:nvPr/>
          </p:nvSpPr>
          <p:spPr>
            <a:xfrm>
              <a:off x="9611467" y="6671290"/>
              <a:ext cx="285115" cy="0"/>
            </a:xfrm>
            <a:custGeom>
              <a:avLst/>
              <a:gdLst/>
              <a:ahLst/>
              <a:cxnLst/>
              <a:rect l="l" t="t" r="r" b="b"/>
              <a:pathLst>
                <a:path w="285115">
                  <a:moveTo>
                    <a:pt x="284848" y="0"/>
                  </a:moveTo>
                  <a:lnTo>
                    <a:pt x="0" y="0"/>
                  </a:lnTo>
                </a:path>
              </a:pathLst>
            </a:custGeom>
            <a:ln w="36372">
              <a:solidFill>
                <a:srgbClr val="F5F6F7"/>
              </a:solidFill>
            </a:ln>
          </p:spPr>
          <p:txBody>
            <a:bodyPr wrap="square" lIns="0" tIns="0" rIns="0" bIns="0" rtlCol="0"/>
            <a:lstStyle/>
            <a:p>
              <a:endParaRPr sz="3200"/>
            </a:p>
          </p:txBody>
        </p:sp>
      </p:grpSp>
      <p:grpSp>
        <p:nvGrpSpPr>
          <p:cNvPr id="13" name="object 13"/>
          <p:cNvGrpSpPr/>
          <p:nvPr/>
        </p:nvGrpSpPr>
        <p:grpSpPr>
          <a:xfrm>
            <a:off x="5219624" y="6417438"/>
            <a:ext cx="715567" cy="861568"/>
            <a:chOff x="5219625" y="6417438"/>
            <a:chExt cx="533400" cy="487045"/>
          </a:xfrm>
        </p:grpSpPr>
        <p:sp>
          <p:nvSpPr>
            <p:cNvPr id="14" name="object 14"/>
            <p:cNvSpPr/>
            <p:nvPr/>
          </p:nvSpPr>
          <p:spPr>
            <a:xfrm>
              <a:off x="5219625" y="6417438"/>
              <a:ext cx="533400" cy="487045"/>
            </a:xfrm>
            <a:custGeom>
              <a:avLst/>
              <a:gdLst/>
              <a:ahLst/>
              <a:cxnLst/>
              <a:rect l="l" t="t" r="r" b="b"/>
              <a:pathLst>
                <a:path w="533400" h="487045">
                  <a:moveTo>
                    <a:pt x="95250" y="0"/>
                  </a:moveTo>
                  <a:lnTo>
                    <a:pt x="48971" y="11976"/>
                  </a:lnTo>
                  <a:lnTo>
                    <a:pt x="14350" y="44945"/>
                  </a:lnTo>
                  <a:lnTo>
                    <a:pt x="304" y="87464"/>
                  </a:lnTo>
                  <a:lnTo>
                    <a:pt x="0" y="391261"/>
                  </a:lnTo>
                  <a:lnTo>
                    <a:pt x="1257" y="406781"/>
                  </a:lnTo>
                  <a:lnTo>
                    <a:pt x="20637" y="450481"/>
                  </a:lnTo>
                  <a:lnTo>
                    <a:pt x="60236" y="479856"/>
                  </a:lnTo>
                  <a:lnTo>
                    <a:pt x="437680" y="486511"/>
                  </a:lnTo>
                  <a:lnTo>
                    <a:pt x="453199" y="485254"/>
                  </a:lnTo>
                  <a:lnTo>
                    <a:pt x="496900" y="465874"/>
                  </a:lnTo>
                  <a:lnTo>
                    <a:pt x="526275" y="426275"/>
                  </a:lnTo>
                  <a:lnTo>
                    <a:pt x="532930" y="95250"/>
                  </a:lnTo>
                  <a:lnTo>
                    <a:pt x="531672" y="79730"/>
                  </a:lnTo>
                  <a:lnTo>
                    <a:pt x="512292" y="36029"/>
                  </a:lnTo>
                  <a:lnTo>
                    <a:pt x="472694" y="6654"/>
                  </a:lnTo>
                  <a:lnTo>
                    <a:pt x="95250" y="0"/>
                  </a:lnTo>
                  <a:close/>
                </a:path>
              </a:pathLst>
            </a:custGeom>
            <a:solidFill>
              <a:srgbClr val="282828"/>
            </a:solidFill>
          </p:spPr>
          <p:txBody>
            <a:bodyPr wrap="square" lIns="0" tIns="0" rIns="0" bIns="0" rtlCol="0"/>
            <a:lstStyle/>
            <a:p>
              <a:endParaRPr sz="3200"/>
            </a:p>
          </p:txBody>
        </p:sp>
        <p:sp>
          <p:nvSpPr>
            <p:cNvPr id="15" name="object 15"/>
            <p:cNvSpPr/>
            <p:nvPr/>
          </p:nvSpPr>
          <p:spPr>
            <a:xfrm>
              <a:off x="5452086" y="6557037"/>
              <a:ext cx="161290" cy="228600"/>
            </a:xfrm>
            <a:custGeom>
              <a:avLst/>
              <a:gdLst/>
              <a:ahLst/>
              <a:cxnLst/>
              <a:rect l="l" t="t" r="r" b="b"/>
              <a:pathLst>
                <a:path w="161289" h="228600">
                  <a:moveTo>
                    <a:pt x="0" y="0"/>
                  </a:moveTo>
                  <a:lnTo>
                    <a:pt x="160731" y="114249"/>
                  </a:lnTo>
                  <a:lnTo>
                    <a:pt x="0" y="228498"/>
                  </a:lnTo>
                </a:path>
              </a:pathLst>
            </a:custGeom>
            <a:ln w="36372">
              <a:solidFill>
                <a:srgbClr val="F5F6F7"/>
              </a:solidFill>
            </a:ln>
          </p:spPr>
          <p:txBody>
            <a:bodyPr wrap="square" lIns="0" tIns="0" rIns="0" bIns="0" rtlCol="0"/>
            <a:lstStyle/>
            <a:p>
              <a:endParaRPr sz="3200"/>
            </a:p>
          </p:txBody>
        </p:sp>
        <p:sp>
          <p:nvSpPr>
            <p:cNvPr id="16" name="object 16"/>
            <p:cNvSpPr/>
            <p:nvPr/>
          </p:nvSpPr>
          <p:spPr>
            <a:xfrm>
              <a:off x="5327971" y="6671290"/>
              <a:ext cx="285115" cy="0"/>
            </a:xfrm>
            <a:custGeom>
              <a:avLst/>
              <a:gdLst/>
              <a:ahLst/>
              <a:cxnLst/>
              <a:rect l="l" t="t" r="r" b="b"/>
              <a:pathLst>
                <a:path w="285114">
                  <a:moveTo>
                    <a:pt x="284848" y="0"/>
                  </a:moveTo>
                  <a:lnTo>
                    <a:pt x="0" y="0"/>
                  </a:lnTo>
                </a:path>
              </a:pathLst>
            </a:custGeom>
            <a:ln w="36372">
              <a:solidFill>
                <a:srgbClr val="F5F6F7"/>
              </a:solidFill>
            </a:ln>
          </p:spPr>
          <p:txBody>
            <a:bodyPr wrap="square" lIns="0" tIns="0" rIns="0" bIns="0" rtlCol="0"/>
            <a:lstStyle/>
            <a:p>
              <a:endParaRPr sz="3200"/>
            </a:p>
          </p:txBody>
        </p:sp>
      </p:grpSp>
      <p:grpSp>
        <p:nvGrpSpPr>
          <p:cNvPr id="17" name="object 17"/>
          <p:cNvGrpSpPr/>
          <p:nvPr/>
        </p:nvGrpSpPr>
        <p:grpSpPr>
          <a:xfrm>
            <a:off x="936202" y="6417438"/>
            <a:ext cx="715567" cy="861568"/>
            <a:chOff x="936203" y="6417438"/>
            <a:chExt cx="533400" cy="487045"/>
          </a:xfrm>
        </p:grpSpPr>
        <p:sp>
          <p:nvSpPr>
            <p:cNvPr id="18" name="object 18"/>
            <p:cNvSpPr/>
            <p:nvPr/>
          </p:nvSpPr>
          <p:spPr>
            <a:xfrm>
              <a:off x="936203" y="6417438"/>
              <a:ext cx="533400" cy="487045"/>
            </a:xfrm>
            <a:custGeom>
              <a:avLst/>
              <a:gdLst/>
              <a:ahLst/>
              <a:cxnLst/>
              <a:rect l="l" t="t" r="r" b="b"/>
              <a:pathLst>
                <a:path w="533400" h="487045">
                  <a:moveTo>
                    <a:pt x="95250" y="0"/>
                  </a:moveTo>
                  <a:lnTo>
                    <a:pt x="48971" y="11976"/>
                  </a:lnTo>
                  <a:lnTo>
                    <a:pt x="14350" y="44945"/>
                  </a:lnTo>
                  <a:lnTo>
                    <a:pt x="304" y="87464"/>
                  </a:lnTo>
                  <a:lnTo>
                    <a:pt x="0" y="391261"/>
                  </a:lnTo>
                  <a:lnTo>
                    <a:pt x="1257" y="406781"/>
                  </a:lnTo>
                  <a:lnTo>
                    <a:pt x="20637" y="450481"/>
                  </a:lnTo>
                  <a:lnTo>
                    <a:pt x="60236" y="479856"/>
                  </a:lnTo>
                  <a:lnTo>
                    <a:pt x="437680" y="486511"/>
                  </a:lnTo>
                  <a:lnTo>
                    <a:pt x="453199" y="485254"/>
                  </a:lnTo>
                  <a:lnTo>
                    <a:pt x="496900" y="465874"/>
                  </a:lnTo>
                  <a:lnTo>
                    <a:pt x="526275" y="426275"/>
                  </a:lnTo>
                  <a:lnTo>
                    <a:pt x="532930" y="95250"/>
                  </a:lnTo>
                  <a:lnTo>
                    <a:pt x="531672" y="79730"/>
                  </a:lnTo>
                  <a:lnTo>
                    <a:pt x="512292" y="36029"/>
                  </a:lnTo>
                  <a:lnTo>
                    <a:pt x="472694" y="6654"/>
                  </a:lnTo>
                  <a:lnTo>
                    <a:pt x="95250" y="0"/>
                  </a:lnTo>
                  <a:close/>
                </a:path>
              </a:pathLst>
            </a:custGeom>
            <a:solidFill>
              <a:srgbClr val="282828"/>
            </a:solidFill>
          </p:spPr>
          <p:txBody>
            <a:bodyPr wrap="square" lIns="0" tIns="0" rIns="0" bIns="0" rtlCol="0"/>
            <a:lstStyle/>
            <a:p>
              <a:endParaRPr sz="3200"/>
            </a:p>
          </p:txBody>
        </p:sp>
        <p:sp>
          <p:nvSpPr>
            <p:cNvPr id="19" name="object 19"/>
            <p:cNvSpPr/>
            <p:nvPr/>
          </p:nvSpPr>
          <p:spPr>
            <a:xfrm>
              <a:off x="1168662" y="6557037"/>
              <a:ext cx="161290" cy="228600"/>
            </a:xfrm>
            <a:custGeom>
              <a:avLst/>
              <a:gdLst/>
              <a:ahLst/>
              <a:cxnLst/>
              <a:rect l="l" t="t" r="r" b="b"/>
              <a:pathLst>
                <a:path w="161290" h="228600">
                  <a:moveTo>
                    <a:pt x="0" y="0"/>
                  </a:moveTo>
                  <a:lnTo>
                    <a:pt x="160731" y="114249"/>
                  </a:lnTo>
                  <a:lnTo>
                    <a:pt x="0" y="228498"/>
                  </a:lnTo>
                </a:path>
              </a:pathLst>
            </a:custGeom>
            <a:ln w="36372">
              <a:solidFill>
                <a:srgbClr val="F5F6F7"/>
              </a:solidFill>
            </a:ln>
          </p:spPr>
          <p:txBody>
            <a:bodyPr wrap="square" lIns="0" tIns="0" rIns="0" bIns="0" rtlCol="0"/>
            <a:lstStyle/>
            <a:p>
              <a:endParaRPr sz="3200"/>
            </a:p>
          </p:txBody>
        </p:sp>
        <p:sp>
          <p:nvSpPr>
            <p:cNvPr id="20" name="object 20"/>
            <p:cNvSpPr/>
            <p:nvPr/>
          </p:nvSpPr>
          <p:spPr>
            <a:xfrm>
              <a:off x="1044548" y="6671290"/>
              <a:ext cx="285115" cy="0"/>
            </a:xfrm>
            <a:custGeom>
              <a:avLst/>
              <a:gdLst/>
              <a:ahLst/>
              <a:cxnLst/>
              <a:rect l="l" t="t" r="r" b="b"/>
              <a:pathLst>
                <a:path w="285115">
                  <a:moveTo>
                    <a:pt x="284848" y="0"/>
                  </a:moveTo>
                  <a:lnTo>
                    <a:pt x="0" y="0"/>
                  </a:lnTo>
                </a:path>
              </a:pathLst>
            </a:custGeom>
            <a:ln w="36372">
              <a:solidFill>
                <a:srgbClr val="F5F6F7"/>
              </a:solidFill>
            </a:ln>
          </p:spPr>
          <p:txBody>
            <a:bodyPr wrap="square" lIns="0" tIns="0" rIns="0" bIns="0" rtlCol="0"/>
            <a:lstStyle/>
            <a:p>
              <a:endParaRPr sz="3200"/>
            </a:p>
          </p:txBody>
        </p:sp>
      </p:grpSp>
      <p:grpSp>
        <p:nvGrpSpPr>
          <p:cNvPr id="21" name="object 21"/>
          <p:cNvGrpSpPr/>
          <p:nvPr/>
        </p:nvGrpSpPr>
        <p:grpSpPr>
          <a:xfrm>
            <a:off x="13786617" y="3295303"/>
            <a:ext cx="715567" cy="861568"/>
            <a:chOff x="13786618" y="3295303"/>
            <a:chExt cx="533400" cy="487045"/>
          </a:xfrm>
        </p:grpSpPr>
        <p:sp>
          <p:nvSpPr>
            <p:cNvPr id="22" name="object 22"/>
            <p:cNvSpPr/>
            <p:nvPr/>
          </p:nvSpPr>
          <p:spPr>
            <a:xfrm>
              <a:off x="13786618" y="3295303"/>
              <a:ext cx="533400" cy="487045"/>
            </a:xfrm>
            <a:custGeom>
              <a:avLst/>
              <a:gdLst/>
              <a:ahLst/>
              <a:cxnLst/>
              <a:rect l="l" t="t" r="r" b="b"/>
              <a:pathLst>
                <a:path w="533400" h="487045">
                  <a:moveTo>
                    <a:pt x="95250" y="0"/>
                  </a:moveTo>
                  <a:lnTo>
                    <a:pt x="48971" y="11976"/>
                  </a:lnTo>
                  <a:lnTo>
                    <a:pt x="14350" y="44945"/>
                  </a:lnTo>
                  <a:lnTo>
                    <a:pt x="304" y="87464"/>
                  </a:lnTo>
                  <a:lnTo>
                    <a:pt x="0" y="391261"/>
                  </a:lnTo>
                  <a:lnTo>
                    <a:pt x="1257" y="406781"/>
                  </a:lnTo>
                  <a:lnTo>
                    <a:pt x="20637" y="450481"/>
                  </a:lnTo>
                  <a:lnTo>
                    <a:pt x="60236" y="479856"/>
                  </a:lnTo>
                  <a:lnTo>
                    <a:pt x="437680" y="486511"/>
                  </a:lnTo>
                  <a:lnTo>
                    <a:pt x="453199" y="485254"/>
                  </a:lnTo>
                  <a:lnTo>
                    <a:pt x="496900" y="465874"/>
                  </a:lnTo>
                  <a:lnTo>
                    <a:pt x="526275" y="426275"/>
                  </a:lnTo>
                  <a:lnTo>
                    <a:pt x="532892" y="92138"/>
                  </a:lnTo>
                  <a:lnTo>
                    <a:pt x="530796" y="75133"/>
                  </a:lnTo>
                  <a:lnTo>
                    <a:pt x="510324" y="33616"/>
                  </a:lnTo>
                  <a:lnTo>
                    <a:pt x="472694" y="6654"/>
                  </a:lnTo>
                  <a:lnTo>
                    <a:pt x="95250" y="0"/>
                  </a:lnTo>
                  <a:close/>
                </a:path>
              </a:pathLst>
            </a:custGeom>
            <a:solidFill>
              <a:srgbClr val="282828"/>
            </a:solidFill>
          </p:spPr>
          <p:txBody>
            <a:bodyPr wrap="square" lIns="0" tIns="0" rIns="0" bIns="0" rtlCol="0"/>
            <a:lstStyle/>
            <a:p>
              <a:endParaRPr sz="3200"/>
            </a:p>
          </p:txBody>
        </p:sp>
        <p:sp>
          <p:nvSpPr>
            <p:cNvPr id="23" name="object 23"/>
            <p:cNvSpPr/>
            <p:nvPr/>
          </p:nvSpPr>
          <p:spPr>
            <a:xfrm>
              <a:off x="14019079" y="3434902"/>
              <a:ext cx="161290" cy="228600"/>
            </a:xfrm>
            <a:custGeom>
              <a:avLst/>
              <a:gdLst/>
              <a:ahLst/>
              <a:cxnLst/>
              <a:rect l="l" t="t" r="r" b="b"/>
              <a:pathLst>
                <a:path w="161290" h="228600">
                  <a:moveTo>
                    <a:pt x="0" y="0"/>
                  </a:moveTo>
                  <a:lnTo>
                    <a:pt x="160731" y="114249"/>
                  </a:lnTo>
                  <a:lnTo>
                    <a:pt x="0" y="228498"/>
                  </a:lnTo>
                </a:path>
              </a:pathLst>
            </a:custGeom>
            <a:ln w="36372">
              <a:solidFill>
                <a:srgbClr val="F5F6F7"/>
              </a:solidFill>
            </a:ln>
          </p:spPr>
          <p:txBody>
            <a:bodyPr wrap="square" lIns="0" tIns="0" rIns="0" bIns="0" rtlCol="0"/>
            <a:lstStyle/>
            <a:p>
              <a:endParaRPr sz="3200"/>
            </a:p>
          </p:txBody>
        </p:sp>
        <p:sp>
          <p:nvSpPr>
            <p:cNvPr id="24" name="object 24"/>
            <p:cNvSpPr/>
            <p:nvPr/>
          </p:nvSpPr>
          <p:spPr>
            <a:xfrm>
              <a:off x="13894963" y="3549154"/>
              <a:ext cx="285115" cy="0"/>
            </a:xfrm>
            <a:custGeom>
              <a:avLst/>
              <a:gdLst/>
              <a:ahLst/>
              <a:cxnLst/>
              <a:rect l="l" t="t" r="r" b="b"/>
              <a:pathLst>
                <a:path w="285115">
                  <a:moveTo>
                    <a:pt x="284848" y="0"/>
                  </a:moveTo>
                  <a:lnTo>
                    <a:pt x="0" y="0"/>
                  </a:lnTo>
                </a:path>
              </a:pathLst>
            </a:custGeom>
            <a:ln w="36372">
              <a:solidFill>
                <a:srgbClr val="F5F6F7"/>
              </a:solidFill>
            </a:ln>
          </p:spPr>
          <p:txBody>
            <a:bodyPr wrap="square" lIns="0" tIns="0" rIns="0" bIns="0" rtlCol="0"/>
            <a:lstStyle/>
            <a:p>
              <a:endParaRPr sz="3200"/>
            </a:p>
          </p:txBody>
        </p:sp>
      </p:grpSp>
      <p:grpSp>
        <p:nvGrpSpPr>
          <p:cNvPr id="25" name="object 25"/>
          <p:cNvGrpSpPr/>
          <p:nvPr/>
        </p:nvGrpSpPr>
        <p:grpSpPr>
          <a:xfrm>
            <a:off x="9503120" y="3295303"/>
            <a:ext cx="715567" cy="861568"/>
            <a:chOff x="9503121" y="3295303"/>
            <a:chExt cx="533400" cy="487045"/>
          </a:xfrm>
        </p:grpSpPr>
        <p:sp>
          <p:nvSpPr>
            <p:cNvPr id="26" name="object 26"/>
            <p:cNvSpPr/>
            <p:nvPr/>
          </p:nvSpPr>
          <p:spPr>
            <a:xfrm>
              <a:off x="9503121" y="3295303"/>
              <a:ext cx="533400" cy="487045"/>
            </a:xfrm>
            <a:custGeom>
              <a:avLst/>
              <a:gdLst/>
              <a:ahLst/>
              <a:cxnLst/>
              <a:rect l="l" t="t" r="r" b="b"/>
              <a:pathLst>
                <a:path w="533400" h="487045">
                  <a:moveTo>
                    <a:pt x="95250" y="0"/>
                  </a:moveTo>
                  <a:lnTo>
                    <a:pt x="48971" y="11976"/>
                  </a:lnTo>
                  <a:lnTo>
                    <a:pt x="14350" y="44945"/>
                  </a:lnTo>
                  <a:lnTo>
                    <a:pt x="304" y="87464"/>
                  </a:lnTo>
                  <a:lnTo>
                    <a:pt x="0" y="391261"/>
                  </a:lnTo>
                  <a:lnTo>
                    <a:pt x="1257" y="406781"/>
                  </a:lnTo>
                  <a:lnTo>
                    <a:pt x="20637" y="450481"/>
                  </a:lnTo>
                  <a:lnTo>
                    <a:pt x="60236" y="479856"/>
                  </a:lnTo>
                  <a:lnTo>
                    <a:pt x="437680" y="486511"/>
                  </a:lnTo>
                  <a:lnTo>
                    <a:pt x="453199" y="485254"/>
                  </a:lnTo>
                  <a:lnTo>
                    <a:pt x="496900" y="465874"/>
                  </a:lnTo>
                  <a:lnTo>
                    <a:pt x="526275" y="426275"/>
                  </a:lnTo>
                  <a:lnTo>
                    <a:pt x="532892" y="92138"/>
                  </a:lnTo>
                  <a:lnTo>
                    <a:pt x="530796" y="75133"/>
                  </a:lnTo>
                  <a:lnTo>
                    <a:pt x="510324" y="33616"/>
                  </a:lnTo>
                  <a:lnTo>
                    <a:pt x="472694" y="6654"/>
                  </a:lnTo>
                  <a:lnTo>
                    <a:pt x="95250" y="0"/>
                  </a:lnTo>
                  <a:close/>
                </a:path>
              </a:pathLst>
            </a:custGeom>
            <a:solidFill>
              <a:srgbClr val="282828"/>
            </a:solidFill>
          </p:spPr>
          <p:txBody>
            <a:bodyPr wrap="square" lIns="0" tIns="0" rIns="0" bIns="0" rtlCol="0"/>
            <a:lstStyle/>
            <a:p>
              <a:endParaRPr sz="3200"/>
            </a:p>
          </p:txBody>
        </p:sp>
        <p:sp>
          <p:nvSpPr>
            <p:cNvPr id="27" name="object 27"/>
            <p:cNvSpPr/>
            <p:nvPr/>
          </p:nvSpPr>
          <p:spPr>
            <a:xfrm>
              <a:off x="9735582" y="3434902"/>
              <a:ext cx="161290" cy="228600"/>
            </a:xfrm>
            <a:custGeom>
              <a:avLst/>
              <a:gdLst/>
              <a:ahLst/>
              <a:cxnLst/>
              <a:rect l="l" t="t" r="r" b="b"/>
              <a:pathLst>
                <a:path w="161290" h="228600">
                  <a:moveTo>
                    <a:pt x="0" y="0"/>
                  </a:moveTo>
                  <a:lnTo>
                    <a:pt x="160731" y="114249"/>
                  </a:lnTo>
                  <a:lnTo>
                    <a:pt x="0" y="228498"/>
                  </a:lnTo>
                </a:path>
              </a:pathLst>
            </a:custGeom>
            <a:ln w="36372">
              <a:solidFill>
                <a:srgbClr val="F5F6F7"/>
              </a:solidFill>
            </a:ln>
          </p:spPr>
          <p:txBody>
            <a:bodyPr wrap="square" lIns="0" tIns="0" rIns="0" bIns="0" rtlCol="0"/>
            <a:lstStyle/>
            <a:p>
              <a:endParaRPr sz="3200"/>
            </a:p>
          </p:txBody>
        </p:sp>
        <p:sp>
          <p:nvSpPr>
            <p:cNvPr id="28" name="object 28"/>
            <p:cNvSpPr/>
            <p:nvPr/>
          </p:nvSpPr>
          <p:spPr>
            <a:xfrm>
              <a:off x="9611467" y="3549154"/>
              <a:ext cx="285115" cy="0"/>
            </a:xfrm>
            <a:custGeom>
              <a:avLst/>
              <a:gdLst/>
              <a:ahLst/>
              <a:cxnLst/>
              <a:rect l="l" t="t" r="r" b="b"/>
              <a:pathLst>
                <a:path w="285115">
                  <a:moveTo>
                    <a:pt x="284848" y="0"/>
                  </a:moveTo>
                  <a:lnTo>
                    <a:pt x="0" y="0"/>
                  </a:lnTo>
                </a:path>
              </a:pathLst>
            </a:custGeom>
            <a:ln w="36372">
              <a:solidFill>
                <a:srgbClr val="F5F6F7"/>
              </a:solidFill>
            </a:ln>
          </p:spPr>
          <p:txBody>
            <a:bodyPr wrap="square" lIns="0" tIns="0" rIns="0" bIns="0" rtlCol="0"/>
            <a:lstStyle/>
            <a:p>
              <a:endParaRPr sz="3200"/>
            </a:p>
          </p:txBody>
        </p:sp>
      </p:grpSp>
      <p:grpSp>
        <p:nvGrpSpPr>
          <p:cNvPr id="29" name="object 29"/>
          <p:cNvGrpSpPr/>
          <p:nvPr/>
        </p:nvGrpSpPr>
        <p:grpSpPr>
          <a:xfrm>
            <a:off x="5219662" y="3295303"/>
            <a:ext cx="715567" cy="861568"/>
            <a:chOff x="5219663" y="3295303"/>
            <a:chExt cx="533400" cy="487045"/>
          </a:xfrm>
        </p:grpSpPr>
        <p:sp>
          <p:nvSpPr>
            <p:cNvPr id="30" name="object 30"/>
            <p:cNvSpPr/>
            <p:nvPr/>
          </p:nvSpPr>
          <p:spPr>
            <a:xfrm>
              <a:off x="5219663" y="3295303"/>
              <a:ext cx="533400" cy="487045"/>
            </a:xfrm>
            <a:custGeom>
              <a:avLst/>
              <a:gdLst/>
              <a:ahLst/>
              <a:cxnLst/>
              <a:rect l="l" t="t" r="r" b="b"/>
              <a:pathLst>
                <a:path w="533400" h="487045">
                  <a:moveTo>
                    <a:pt x="95250" y="0"/>
                  </a:moveTo>
                  <a:lnTo>
                    <a:pt x="48971" y="11976"/>
                  </a:lnTo>
                  <a:lnTo>
                    <a:pt x="14350" y="44945"/>
                  </a:lnTo>
                  <a:lnTo>
                    <a:pt x="304" y="87464"/>
                  </a:lnTo>
                  <a:lnTo>
                    <a:pt x="0" y="391261"/>
                  </a:lnTo>
                  <a:lnTo>
                    <a:pt x="1257" y="406781"/>
                  </a:lnTo>
                  <a:lnTo>
                    <a:pt x="20637" y="450481"/>
                  </a:lnTo>
                  <a:lnTo>
                    <a:pt x="60236" y="479856"/>
                  </a:lnTo>
                  <a:lnTo>
                    <a:pt x="437680" y="486511"/>
                  </a:lnTo>
                  <a:lnTo>
                    <a:pt x="453199" y="485254"/>
                  </a:lnTo>
                  <a:lnTo>
                    <a:pt x="496900" y="465874"/>
                  </a:lnTo>
                  <a:lnTo>
                    <a:pt x="526275" y="426275"/>
                  </a:lnTo>
                  <a:lnTo>
                    <a:pt x="532930" y="95250"/>
                  </a:lnTo>
                  <a:lnTo>
                    <a:pt x="531672" y="79730"/>
                  </a:lnTo>
                  <a:lnTo>
                    <a:pt x="512292" y="36029"/>
                  </a:lnTo>
                  <a:lnTo>
                    <a:pt x="472694" y="6654"/>
                  </a:lnTo>
                  <a:lnTo>
                    <a:pt x="95250" y="0"/>
                  </a:lnTo>
                  <a:close/>
                </a:path>
              </a:pathLst>
            </a:custGeom>
            <a:solidFill>
              <a:srgbClr val="282828"/>
            </a:solidFill>
          </p:spPr>
          <p:txBody>
            <a:bodyPr wrap="square" lIns="0" tIns="0" rIns="0" bIns="0" rtlCol="0"/>
            <a:lstStyle/>
            <a:p>
              <a:endParaRPr sz="3200"/>
            </a:p>
          </p:txBody>
        </p:sp>
        <p:sp>
          <p:nvSpPr>
            <p:cNvPr id="31" name="object 31"/>
            <p:cNvSpPr/>
            <p:nvPr/>
          </p:nvSpPr>
          <p:spPr>
            <a:xfrm>
              <a:off x="5452122" y="3434902"/>
              <a:ext cx="161290" cy="228600"/>
            </a:xfrm>
            <a:custGeom>
              <a:avLst/>
              <a:gdLst/>
              <a:ahLst/>
              <a:cxnLst/>
              <a:rect l="l" t="t" r="r" b="b"/>
              <a:pathLst>
                <a:path w="161289" h="228600">
                  <a:moveTo>
                    <a:pt x="0" y="0"/>
                  </a:moveTo>
                  <a:lnTo>
                    <a:pt x="160731" y="114249"/>
                  </a:lnTo>
                  <a:lnTo>
                    <a:pt x="0" y="228498"/>
                  </a:lnTo>
                </a:path>
              </a:pathLst>
            </a:custGeom>
            <a:ln w="36372">
              <a:solidFill>
                <a:srgbClr val="F5F6F7"/>
              </a:solidFill>
            </a:ln>
          </p:spPr>
          <p:txBody>
            <a:bodyPr wrap="square" lIns="0" tIns="0" rIns="0" bIns="0" rtlCol="0"/>
            <a:lstStyle/>
            <a:p>
              <a:endParaRPr sz="3200"/>
            </a:p>
          </p:txBody>
        </p:sp>
        <p:sp>
          <p:nvSpPr>
            <p:cNvPr id="32" name="object 32"/>
            <p:cNvSpPr/>
            <p:nvPr/>
          </p:nvSpPr>
          <p:spPr>
            <a:xfrm>
              <a:off x="5328008" y="3549154"/>
              <a:ext cx="285115" cy="0"/>
            </a:xfrm>
            <a:custGeom>
              <a:avLst/>
              <a:gdLst/>
              <a:ahLst/>
              <a:cxnLst/>
              <a:rect l="l" t="t" r="r" b="b"/>
              <a:pathLst>
                <a:path w="285114">
                  <a:moveTo>
                    <a:pt x="284848" y="0"/>
                  </a:moveTo>
                  <a:lnTo>
                    <a:pt x="0" y="0"/>
                  </a:lnTo>
                </a:path>
              </a:pathLst>
            </a:custGeom>
            <a:ln w="36372">
              <a:solidFill>
                <a:srgbClr val="F5F6F7"/>
              </a:solidFill>
            </a:ln>
          </p:spPr>
          <p:txBody>
            <a:bodyPr wrap="square" lIns="0" tIns="0" rIns="0" bIns="0" rtlCol="0"/>
            <a:lstStyle/>
            <a:p>
              <a:endParaRPr sz="3200"/>
            </a:p>
          </p:txBody>
        </p:sp>
      </p:grpSp>
      <p:sp>
        <p:nvSpPr>
          <p:cNvPr id="33" name="object 33"/>
          <p:cNvSpPr/>
          <p:nvPr/>
        </p:nvSpPr>
        <p:spPr>
          <a:xfrm>
            <a:off x="936202" y="3295303"/>
            <a:ext cx="715567" cy="861568"/>
          </a:xfrm>
          <a:custGeom>
            <a:avLst/>
            <a:gdLst/>
            <a:ahLst/>
            <a:cxnLst/>
            <a:rect l="l" t="t" r="r" b="b"/>
            <a:pathLst>
              <a:path w="533400" h="487045">
                <a:moveTo>
                  <a:pt x="95250" y="0"/>
                </a:moveTo>
                <a:lnTo>
                  <a:pt x="48971" y="11976"/>
                </a:lnTo>
                <a:lnTo>
                  <a:pt x="14350" y="44945"/>
                </a:lnTo>
                <a:lnTo>
                  <a:pt x="304" y="87464"/>
                </a:lnTo>
                <a:lnTo>
                  <a:pt x="0" y="391261"/>
                </a:lnTo>
                <a:lnTo>
                  <a:pt x="1257" y="406781"/>
                </a:lnTo>
                <a:lnTo>
                  <a:pt x="20637" y="450481"/>
                </a:lnTo>
                <a:lnTo>
                  <a:pt x="60236" y="479856"/>
                </a:lnTo>
                <a:lnTo>
                  <a:pt x="437680" y="486511"/>
                </a:lnTo>
                <a:lnTo>
                  <a:pt x="453199" y="485254"/>
                </a:lnTo>
                <a:lnTo>
                  <a:pt x="496900" y="465874"/>
                </a:lnTo>
                <a:lnTo>
                  <a:pt x="526275" y="426275"/>
                </a:lnTo>
                <a:lnTo>
                  <a:pt x="532930" y="95250"/>
                </a:lnTo>
                <a:lnTo>
                  <a:pt x="531672" y="79730"/>
                </a:lnTo>
                <a:lnTo>
                  <a:pt x="512292" y="36029"/>
                </a:lnTo>
                <a:lnTo>
                  <a:pt x="472694" y="6654"/>
                </a:lnTo>
                <a:lnTo>
                  <a:pt x="95250" y="0"/>
                </a:lnTo>
                <a:close/>
              </a:path>
            </a:pathLst>
          </a:custGeom>
          <a:solidFill>
            <a:srgbClr val="282828"/>
          </a:solidFill>
        </p:spPr>
        <p:txBody>
          <a:bodyPr wrap="square" lIns="0" tIns="0" rIns="0" bIns="0" rtlCol="0"/>
          <a:lstStyle/>
          <a:p>
            <a:endParaRPr sz="3200"/>
          </a:p>
        </p:txBody>
      </p:sp>
      <p:sp>
        <p:nvSpPr>
          <p:cNvPr id="34" name="object 34"/>
          <p:cNvSpPr/>
          <p:nvPr/>
        </p:nvSpPr>
        <p:spPr>
          <a:xfrm>
            <a:off x="14476896" y="6334210"/>
            <a:ext cx="3078641" cy="1518560"/>
          </a:xfrm>
          <a:custGeom>
            <a:avLst/>
            <a:gdLst/>
            <a:ahLst/>
            <a:cxnLst/>
            <a:rect l="l" t="t" r="r" b="b"/>
            <a:pathLst>
              <a:path w="2294890" h="701675">
                <a:moveTo>
                  <a:pt x="2201367" y="0"/>
                </a:moveTo>
                <a:lnTo>
                  <a:pt x="93103" y="0"/>
                </a:lnTo>
                <a:lnTo>
                  <a:pt x="57033" y="7373"/>
                </a:lnTo>
                <a:lnTo>
                  <a:pt x="27420" y="27420"/>
                </a:lnTo>
                <a:lnTo>
                  <a:pt x="7373" y="57033"/>
                </a:lnTo>
                <a:lnTo>
                  <a:pt x="0" y="93103"/>
                </a:lnTo>
                <a:lnTo>
                  <a:pt x="0" y="608330"/>
                </a:lnTo>
                <a:lnTo>
                  <a:pt x="7373" y="644392"/>
                </a:lnTo>
                <a:lnTo>
                  <a:pt x="27420" y="674001"/>
                </a:lnTo>
                <a:lnTo>
                  <a:pt x="57033" y="694047"/>
                </a:lnTo>
                <a:lnTo>
                  <a:pt x="93103" y="701421"/>
                </a:lnTo>
                <a:lnTo>
                  <a:pt x="2202002" y="701421"/>
                </a:lnTo>
                <a:lnTo>
                  <a:pt x="2238419" y="694027"/>
                </a:lnTo>
                <a:lnTo>
                  <a:pt x="2268080" y="673841"/>
                </a:lnTo>
                <a:lnTo>
                  <a:pt x="2287816" y="643851"/>
                </a:lnTo>
                <a:lnTo>
                  <a:pt x="2294458" y="607047"/>
                </a:lnTo>
                <a:lnTo>
                  <a:pt x="2294458" y="93103"/>
                </a:lnTo>
                <a:lnTo>
                  <a:pt x="2287176" y="57033"/>
                </a:lnTo>
                <a:lnTo>
                  <a:pt x="2267281" y="27420"/>
                </a:lnTo>
                <a:lnTo>
                  <a:pt x="2237702" y="7373"/>
                </a:lnTo>
                <a:lnTo>
                  <a:pt x="2201367" y="0"/>
                </a:lnTo>
                <a:close/>
              </a:path>
            </a:pathLst>
          </a:custGeom>
          <a:solidFill>
            <a:srgbClr val="29DDDE"/>
          </a:solidFill>
        </p:spPr>
        <p:txBody>
          <a:bodyPr wrap="square" lIns="0" tIns="0" rIns="0" bIns="0" rtlCol="0"/>
          <a:lstStyle/>
          <a:p>
            <a:endParaRPr sz="3200"/>
          </a:p>
        </p:txBody>
      </p:sp>
      <p:sp>
        <p:nvSpPr>
          <p:cNvPr id="35" name="object 35"/>
          <p:cNvSpPr txBox="1"/>
          <p:nvPr/>
        </p:nvSpPr>
        <p:spPr>
          <a:xfrm>
            <a:off x="14560289" y="6348033"/>
            <a:ext cx="2865674" cy="1398588"/>
          </a:xfrm>
          <a:prstGeom prst="rect">
            <a:avLst/>
          </a:prstGeom>
        </p:spPr>
        <p:txBody>
          <a:bodyPr vert="horz" wrap="square" lIns="0" tIns="12065" rIns="0" bIns="0" rtlCol="0">
            <a:spAutoFit/>
          </a:bodyPr>
          <a:lstStyle/>
          <a:p>
            <a:pPr marL="12700" marR="5080">
              <a:lnSpc>
                <a:spcPct val="109400"/>
              </a:lnSpc>
              <a:spcBef>
                <a:spcPts val="95"/>
              </a:spcBef>
            </a:pPr>
            <a:r>
              <a:rPr sz="2800" b="1" dirty="0">
                <a:solidFill>
                  <a:srgbClr val="292929"/>
                </a:solidFill>
                <a:latin typeface="Inria Serif"/>
                <a:cs typeface="Inria Serif"/>
              </a:rPr>
              <a:t>Expected</a:t>
            </a:r>
            <a:r>
              <a:rPr sz="2800" b="1" spc="455" dirty="0">
                <a:solidFill>
                  <a:srgbClr val="292929"/>
                </a:solidFill>
                <a:latin typeface="Inria Serif"/>
                <a:cs typeface="Inria Serif"/>
              </a:rPr>
              <a:t> </a:t>
            </a:r>
            <a:r>
              <a:rPr sz="2800" b="1" spc="45" dirty="0">
                <a:solidFill>
                  <a:srgbClr val="292929"/>
                </a:solidFill>
                <a:latin typeface="Inria Serif"/>
                <a:cs typeface="Inria Serif"/>
              </a:rPr>
              <a:t>Outcomes </a:t>
            </a:r>
            <a:r>
              <a:rPr sz="2800" b="1" dirty="0">
                <a:solidFill>
                  <a:srgbClr val="292929"/>
                </a:solidFill>
                <a:latin typeface="Inria Serif"/>
                <a:cs typeface="Inria Serif"/>
              </a:rPr>
              <a:t>&amp;</a:t>
            </a:r>
            <a:r>
              <a:rPr sz="2800" b="1" spc="105" dirty="0">
                <a:solidFill>
                  <a:srgbClr val="292929"/>
                </a:solidFill>
                <a:latin typeface="Inria Serif"/>
                <a:cs typeface="Inria Serif"/>
              </a:rPr>
              <a:t> </a:t>
            </a:r>
            <a:r>
              <a:rPr sz="2800" b="1" spc="40" dirty="0">
                <a:solidFill>
                  <a:srgbClr val="292929"/>
                </a:solidFill>
                <a:latin typeface="Inria Serif"/>
                <a:cs typeface="Inria Serif"/>
              </a:rPr>
              <a:t>Timeline</a:t>
            </a:r>
            <a:endParaRPr sz="2800">
              <a:latin typeface="Inria Serif"/>
              <a:cs typeface="Inria Serif"/>
            </a:endParaRPr>
          </a:p>
        </p:txBody>
      </p:sp>
      <p:sp>
        <p:nvSpPr>
          <p:cNvPr id="36" name="object 36"/>
          <p:cNvSpPr/>
          <p:nvPr/>
        </p:nvSpPr>
        <p:spPr>
          <a:xfrm>
            <a:off x="10193446" y="6334210"/>
            <a:ext cx="3093974" cy="1552490"/>
          </a:xfrm>
          <a:custGeom>
            <a:avLst/>
            <a:gdLst/>
            <a:ahLst/>
            <a:cxnLst/>
            <a:rect l="l" t="t" r="r" b="b"/>
            <a:pathLst>
              <a:path w="2306320" h="701675">
                <a:moveTo>
                  <a:pt x="2213127" y="0"/>
                </a:moveTo>
                <a:lnTo>
                  <a:pt x="93091" y="0"/>
                </a:lnTo>
                <a:lnTo>
                  <a:pt x="57023" y="7373"/>
                </a:lnTo>
                <a:lnTo>
                  <a:pt x="27414" y="27420"/>
                </a:lnTo>
                <a:lnTo>
                  <a:pt x="7371" y="57033"/>
                </a:lnTo>
                <a:lnTo>
                  <a:pt x="0" y="93103"/>
                </a:lnTo>
                <a:lnTo>
                  <a:pt x="0" y="608330"/>
                </a:lnTo>
                <a:lnTo>
                  <a:pt x="7371" y="644392"/>
                </a:lnTo>
                <a:lnTo>
                  <a:pt x="27414" y="674001"/>
                </a:lnTo>
                <a:lnTo>
                  <a:pt x="57023" y="694047"/>
                </a:lnTo>
                <a:lnTo>
                  <a:pt x="93091" y="701421"/>
                </a:lnTo>
                <a:lnTo>
                  <a:pt x="2213762" y="701421"/>
                </a:lnTo>
                <a:lnTo>
                  <a:pt x="2250179" y="694027"/>
                </a:lnTo>
                <a:lnTo>
                  <a:pt x="2279840" y="673841"/>
                </a:lnTo>
                <a:lnTo>
                  <a:pt x="2299576" y="643851"/>
                </a:lnTo>
                <a:lnTo>
                  <a:pt x="2306218" y="607047"/>
                </a:lnTo>
                <a:lnTo>
                  <a:pt x="2306218" y="93103"/>
                </a:lnTo>
                <a:lnTo>
                  <a:pt x="2298936" y="57033"/>
                </a:lnTo>
                <a:lnTo>
                  <a:pt x="2279041" y="27420"/>
                </a:lnTo>
                <a:lnTo>
                  <a:pt x="2249463" y="7373"/>
                </a:lnTo>
                <a:lnTo>
                  <a:pt x="2213127" y="0"/>
                </a:lnTo>
                <a:close/>
              </a:path>
            </a:pathLst>
          </a:custGeom>
          <a:solidFill>
            <a:srgbClr val="29DDDE"/>
          </a:solidFill>
        </p:spPr>
        <p:txBody>
          <a:bodyPr wrap="square" lIns="0" tIns="0" rIns="0" bIns="0" rtlCol="0"/>
          <a:lstStyle/>
          <a:p>
            <a:endParaRPr sz="3200"/>
          </a:p>
        </p:txBody>
      </p:sp>
      <p:sp>
        <p:nvSpPr>
          <p:cNvPr id="37" name="object 37"/>
          <p:cNvSpPr txBox="1"/>
          <p:nvPr/>
        </p:nvSpPr>
        <p:spPr>
          <a:xfrm>
            <a:off x="10276830" y="6348033"/>
            <a:ext cx="2871637" cy="1398588"/>
          </a:xfrm>
          <a:prstGeom prst="rect">
            <a:avLst/>
          </a:prstGeom>
        </p:spPr>
        <p:txBody>
          <a:bodyPr vert="horz" wrap="square" lIns="0" tIns="12065" rIns="0" bIns="0" rtlCol="0">
            <a:spAutoFit/>
          </a:bodyPr>
          <a:lstStyle/>
          <a:p>
            <a:pPr marL="12700" marR="5080">
              <a:lnSpc>
                <a:spcPct val="109400"/>
              </a:lnSpc>
              <a:spcBef>
                <a:spcPts val="95"/>
              </a:spcBef>
            </a:pPr>
            <a:r>
              <a:rPr sz="2800" b="1" dirty="0">
                <a:solidFill>
                  <a:srgbClr val="292929"/>
                </a:solidFill>
                <a:latin typeface="Inria Serif"/>
                <a:cs typeface="Inria Serif"/>
              </a:rPr>
              <a:t>Model</a:t>
            </a:r>
            <a:r>
              <a:rPr sz="2800" b="1" spc="350" dirty="0">
                <a:solidFill>
                  <a:srgbClr val="292929"/>
                </a:solidFill>
                <a:latin typeface="Inria Serif"/>
                <a:cs typeface="Inria Serif"/>
              </a:rPr>
              <a:t> </a:t>
            </a:r>
            <a:r>
              <a:rPr sz="2800" b="1" spc="40" dirty="0">
                <a:solidFill>
                  <a:srgbClr val="292929"/>
                </a:solidFill>
                <a:latin typeface="Inria Serif"/>
                <a:cs typeface="Inria Serif"/>
              </a:rPr>
              <a:t>Optimization </a:t>
            </a:r>
            <a:r>
              <a:rPr sz="2800" b="1" dirty="0">
                <a:solidFill>
                  <a:srgbClr val="292929"/>
                </a:solidFill>
                <a:latin typeface="Inria Serif"/>
                <a:cs typeface="Inria Serif"/>
              </a:rPr>
              <a:t>&amp;</a:t>
            </a:r>
            <a:r>
              <a:rPr sz="2800" b="1" spc="105" dirty="0">
                <a:solidFill>
                  <a:srgbClr val="292929"/>
                </a:solidFill>
                <a:latin typeface="Inria Serif"/>
                <a:cs typeface="Inria Serif"/>
              </a:rPr>
              <a:t> </a:t>
            </a:r>
            <a:r>
              <a:rPr sz="2800" b="1" spc="40" dirty="0">
                <a:solidFill>
                  <a:srgbClr val="292929"/>
                </a:solidFill>
                <a:latin typeface="Inria Serif"/>
                <a:cs typeface="Inria Serif"/>
              </a:rPr>
              <a:t>Evaluation</a:t>
            </a:r>
            <a:endParaRPr sz="2800" dirty="0">
              <a:latin typeface="Inria Serif"/>
              <a:cs typeface="Inria Serif"/>
            </a:endParaRPr>
          </a:p>
        </p:txBody>
      </p:sp>
      <p:sp>
        <p:nvSpPr>
          <p:cNvPr id="38" name="object 38"/>
          <p:cNvSpPr/>
          <p:nvPr/>
        </p:nvSpPr>
        <p:spPr>
          <a:xfrm>
            <a:off x="5885418" y="6319929"/>
            <a:ext cx="2455927" cy="1797273"/>
          </a:xfrm>
          <a:custGeom>
            <a:avLst/>
            <a:gdLst/>
            <a:ahLst/>
            <a:cxnLst/>
            <a:rect l="l" t="t" r="r" b="b"/>
            <a:pathLst>
              <a:path w="1830704" h="1016000">
                <a:moveTo>
                  <a:pt x="1695678" y="0"/>
                </a:moveTo>
                <a:lnTo>
                  <a:pt x="134810" y="0"/>
                </a:lnTo>
                <a:lnTo>
                  <a:pt x="92426" y="6928"/>
                </a:lnTo>
                <a:lnTo>
                  <a:pt x="55448" y="26177"/>
                </a:lnTo>
                <a:lnTo>
                  <a:pt x="26180" y="55442"/>
                </a:lnTo>
                <a:lnTo>
                  <a:pt x="6929" y="92421"/>
                </a:lnTo>
                <a:lnTo>
                  <a:pt x="0" y="134810"/>
                </a:lnTo>
                <a:lnTo>
                  <a:pt x="0" y="880884"/>
                </a:lnTo>
                <a:lnTo>
                  <a:pt x="6929" y="923268"/>
                </a:lnTo>
                <a:lnTo>
                  <a:pt x="26180" y="960246"/>
                </a:lnTo>
                <a:lnTo>
                  <a:pt x="55448" y="989514"/>
                </a:lnTo>
                <a:lnTo>
                  <a:pt x="92426" y="1008765"/>
                </a:lnTo>
                <a:lnTo>
                  <a:pt x="134810" y="1015695"/>
                </a:lnTo>
                <a:lnTo>
                  <a:pt x="1696605" y="1015695"/>
                </a:lnTo>
                <a:lnTo>
                  <a:pt x="1739427" y="1008751"/>
                </a:lnTo>
                <a:lnTo>
                  <a:pt x="1776576" y="989396"/>
                </a:lnTo>
                <a:lnTo>
                  <a:pt x="1805702" y="959849"/>
                </a:lnTo>
                <a:lnTo>
                  <a:pt x="1824457" y="922325"/>
                </a:lnTo>
                <a:lnTo>
                  <a:pt x="1830489" y="879043"/>
                </a:lnTo>
                <a:lnTo>
                  <a:pt x="1830489" y="134810"/>
                </a:lnTo>
                <a:lnTo>
                  <a:pt x="1823648" y="92421"/>
                </a:lnTo>
                <a:lnTo>
                  <a:pt x="1804575" y="55442"/>
                </a:lnTo>
                <a:lnTo>
                  <a:pt x="1775441" y="26177"/>
                </a:lnTo>
                <a:lnTo>
                  <a:pt x="1738418" y="6928"/>
                </a:lnTo>
                <a:lnTo>
                  <a:pt x="1695678" y="0"/>
                </a:lnTo>
                <a:close/>
              </a:path>
            </a:pathLst>
          </a:custGeom>
          <a:solidFill>
            <a:srgbClr val="29DDDE"/>
          </a:solidFill>
        </p:spPr>
        <p:txBody>
          <a:bodyPr wrap="square" lIns="0" tIns="0" rIns="0" bIns="0" rtlCol="0"/>
          <a:lstStyle/>
          <a:p>
            <a:endParaRPr sz="3200"/>
          </a:p>
        </p:txBody>
      </p:sp>
      <p:sp>
        <p:nvSpPr>
          <p:cNvPr id="39" name="object 39"/>
          <p:cNvSpPr txBox="1"/>
          <p:nvPr/>
        </p:nvSpPr>
        <p:spPr>
          <a:xfrm>
            <a:off x="5993370" y="6454182"/>
            <a:ext cx="2304344" cy="1398588"/>
          </a:xfrm>
          <a:prstGeom prst="rect">
            <a:avLst/>
          </a:prstGeom>
        </p:spPr>
        <p:txBody>
          <a:bodyPr vert="horz" wrap="square" lIns="0" tIns="12065" rIns="0" bIns="0" rtlCol="0">
            <a:spAutoFit/>
          </a:bodyPr>
          <a:lstStyle/>
          <a:p>
            <a:pPr marL="12700" marR="5080">
              <a:lnSpc>
                <a:spcPct val="109400"/>
              </a:lnSpc>
              <a:spcBef>
                <a:spcPts val="95"/>
              </a:spcBef>
            </a:pPr>
            <a:r>
              <a:rPr sz="2800" b="1" spc="45" dirty="0">
                <a:solidFill>
                  <a:srgbClr val="292929"/>
                </a:solidFill>
                <a:latin typeface="Inria Serif"/>
                <a:cs typeface="Inria Serif"/>
              </a:rPr>
              <a:t>Proposed </a:t>
            </a:r>
            <a:r>
              <a:rPr sz="2800" b="1" spc="50" dirty="0">
                <a:solidFill>
                  <a:srgbClr val="292929"/>
                </a:solidFill>
                <a:latin typeface="Inria Serif"/>
                <a:cs typeface="Inria Serif"/>
              </a:rPr>
              <a:t>Methodology</a:t>
            </a:r>
            <a:r>
              <a:rPr sz="2800" b="1" spc="155" dirty="0">
                <a:solidFill>
                  <a:srgbClr val="292929"/>
                </a:solidFill>
                <a:latin typeface="Inria Serif"/>
                <a:cs typeface="Inria Serif"/>
              </a:rPr>
              <a:t> </a:t>
            </a:r>
            <a:r>
              <a:rPr sz="2800" b="1" spc="-50" dirty="0">
                <a:solidFill>
                  <a:srgbClr val="292929"/>
                </a:solidFill>
                <a:latin typeface="Inria Serif"/>
                <a:cs typeface="Inria Serif"/>
              </a:rPr>
              <a:t>&amp; </a:t>
            </a:r>
            <a:r>
              <a:rPr sz="2800" b="1" spc="-10" dirty="0">
                <a:solidFill>
                  <a:srgbClr val="292929"/>
                </a:solidFill>
                <a:latin typeface="Inria Serif"/>
                <a:cs typeface="Inria Serif"/>
              </a:rPr>
              <a:t>Architecture</a:t>
            </a:r>
            <a:endParaRPr sz="2800" dirty="0">
              <a:latin typeface="Inria Serif"/>
              <a:cs typeface="Inria Serif"/>
            </a:endParaRPr>
          </a:p>
        </p:txBody>
      </p:sp>
      <p:sp>
        <p:nvSpPr>
          <p:cNvPr id="40" name="object 40"/>
          <p:cNvSpPr/>
          <p:nvPr/>
        </p:nvSpPr>
        <p:spPr>
          <a:xfrm>
            <a:off x="1643332" y="6454181"/>
            <a:ext cx="2975803" cy="889345"/>
          </a:xfrm>
          <a:custGeom>
            <a:avLst/>
            <a:gdLst/>
            <a:ahLst/>
            <a:cxnLst/>
            <a:rect l="l" t="t" r="r" b="b"/>
            <a:pathLst>
              <a:path w="2032635" h="340995">
                <a:moveTo>
                  <a:pt x="1986902" y="0"/>
                </a:moveTo>
                <a:lnTo>
                  <a:pt x="45250" y="0"/>
                </a:lnTo>
                <a:lnTo>
                  <a:pt x="27721" y="3584"/>
                </a:lnTo>
                <a:lnTo>
                  <a:pt x="13328" y="13328"/>
                </a:lnTo>
                <a:lnTo>
                  <a:pt x="3584" y="27721"/>
                </a:lnTo>
                <a:lnTo>
                  <a:pt x="0" y="45250"/>
                </a:lnTo>
                <a:lnTo>
                  <a:pt x="0" y="295630"/>
                </a:lnTo>
                <a:lnTo>
                  <a:pt x="3584" y="313157"/>
                </a:lnTo>
                <a:lnTo>
                  <a:pt x="13328" y="327545"/>
                </a:lnTo>
                <a:lnTo>
                  <a:pt x="27721" y="337285"/>
                </a:lnTo>
                <a:lnTo>
                  <a:pt x="45250" y="340867"/>
                </a:lnTo>
                <a:lnTo>
                  <a:pt x="1987207" y="340867"/>
                </a:lnTo>
                <a:lnTo>
                  <a:pt x="2004902" y="337276"/>
                </a:lnTo>
                <a:lnTo>
                  <a:pt x="2019317" y="327467"/>
                </a:lnTo>
                <a:lnTo>
                  <a:pt x="2028910" y="312894"/>
                </a:lnTo>
                <a:lnTo>
                  <a:pt x="2032139" y="295008"/>
                </a:lnTo>
                <a:lnTo>
                  <a:pt x="2032139" y="45250"/>
                </a:lnTo>
                <a:lnTo>
                  <a:pt x="2028600" y="27721"/>
                </a:lnTo>
                <a:lnTo>
                  <a:pt x="2018931" y="13328"/>
                </a:lnTo>
                <a:lnTo>
                  <a:pt x="2004557" y="3584"/>
                </a:lnTo>
                <a:lnTo>
                  <a:pt x="1986902" y="0"/>
                </a:lnTo>
                <a:close/>
              </a:path>
            </a:pathLst>
          </a:custGeom>
          <a:solidFill>
            <a:srgbClr val="29DDDE"/>
          </a:solidFill>
        </p:spPr>
        <p:txBody>
          <a:bodyPr wrap="square" lIns="0" tIns="0" rIns="0" bIns="0" rtlCol="0"/>
          <a:lstStyle/>
          <a:p>
            <a:endParaRPr sz="3200"/>
          </a:p>
        </p:txBody>
      </p:sp>
      <p:sp>
        <p:nvSpPr>
          <p:cNvPr id="41" name="object 41"/>
          <p:cNvSpPr txBox="1"/>
          <p:nvPr/>
        </p:nvSpPr>
        <p:spPr>
          <a:xfrm>
            <a:off x="1709911" y="6643678"/>
            <a:ext cx="2823572" cy="445634"/>
          </a:xfrm>
          <a:prstGeom prst="rect">
            <a:avLst/>
          </a:prstGeom>
        </p:spPr>
        <p:txBody>
          <a:bodyPr vert="horz" wrap="square" lIns="0" tIns="14604" rIns="0" bIns="0" rtlCol="0">
            <a:spAutoFit/>
          </a:bodyPr>
          <a:lstStyle/>
          <a:p>
            <a:pPr marL="12700">
              <a:lnSpc>
                <a:spcPct val="100000"/>
              </a:lnSpc>
              <a:spcBef>
                <a:spcPts val="114"/>
              </a:spcBef>
            </a:pPr>
            <a:r>
              <a:rPr sz="2800" b="1" spc="50" dirty="0">
                <a:solidFill>
                  <a:srgbClr val="292929"/>
                </a:solidFill>
                <a:latin typeface="Inria Serif"/>
                <a:cs typeface="Inria Serif"/>
              </a:rPr>
              <a:t>Dataset</a:t>
            </a:r>
            <a:r>
              <a:rPr sz="2800" b="1" spc="114" dirty="0">
                <a:solidFill>
                  <a:srgbClr val="292929"/>
                </a:solidFill>
                <a:latin typeface="Inria Serif"/>
                <a:cs typeface="Inria Serif"/>
              </a:rPr>
              <a:t> </a:t>
            </a:r>
            <a:r>
              <a:rPr sz="2800" b="1" spc="45" dirty="0">
                <a:solidFill>
                  <a:srgbClr val="292929"/>
                </a:solidFill>
                <a:latin typeface="Inria Serif"/>
                <a:cs typeface="Inria Serif"/>
              </a:rPr>
              <a:t>Selection</a:t>
            </a:r>
            <a:endParaRPr sz="2800" dirty="0">
              <a:latin typeface="Inria Serif"/>
              <a:cs typeface="Inria Serif"/>
            </a:endParaRPr>
          </a:p>
        </p:txBody>
      </p:sp>
      <p:sp>
        <p:nvSpPr>
          <p:cNvPr id="42" name="object 42"/>
          <p:cNvSpPr/>
          <p:nvPr/>
        </p:nvSpPr>
        <p:spPr>
          <a:xfrm>
            <a:off x="14477223" y="3211965"/>
            <a:ext cx="2482334" cy="1245735"/>
          </a:xfrm>
          <a:custGeom>
            <a:avLst/>
            <a:gdLst/>
            <a:ahLst/>
            <a:cxnLst/>
            <a:rect l="l" t="t" r="r" b="b"/>
            <a:pathLst>
              <a:path w="1850390" h="704214">
                <a:moveTo>
                  <a:pt x="1756752" y="0"/>
                </a:moveTo>
                <a:lnTo>
                  <a:pt x="93408" y="0"/>
                </a:lnTo>
                <a:lnTo>
                  <a:pt x="57221" y="7397"/>
                </a:lnTo>
                <a:lnTo>
                  <a:pt x="27511" y="27512"/>
                </a:lnTo>
                <a:lnTo>
                  <a:pt x="7397" y="57226"/>
                </a:lnTo>
                <a:lnTo>
                  <a:pt x="0" y="93421"/>
                </a:lnTo>
                <a:lnTo>
                  <a:pt x="0" y="610400"/>
                </a:lnTo>
                <a:lnTo>
                  <a:pt x="7397" y="646594"/>
                </a:lnTo>
                <a:lnTo>
                  <a:pt x="27511" y="676308"/>
                </a:lnTo>
                <a:lnTo>
                  <a:pt x="57221" y="696423"/>
                </a:lnTo>
                <a:lnTo>
                  <a:pt x="93408" y="703821"/>
                </a:lnTo>
                <a:lnTo>
                  <a:pt x="1757387" y="703821"/>
                </a:lnTo>
                <a:lnTo>
                  <a:pt x="1793929" y="696403"/>
                </a:lnTo>
                <a:lnTo>
                  <a:pt x="1823691" y="676149"/>
                </a:lnTo>
                <a:lnTo>
                  <a:pt x="1843495" y="646058"/>
                </a:lnTo>
                <a:lnTo>
                  <a:pt x="1850161" y="609130"/>
                </a:lnTo>
                <a:lnTo>
                  <a:pt x="1850161" y="93421"/>
                </a:lnTo>
                <a:lnTo>
                  <a:pt x="1842854" y="57226"/>
                </a:lnTo>
                <a:lnTo>
                  <a:pt x="1822892" y="27512"/>
                </a:lnTo>
                <a:lnTo>
                  <a:pt x="1793213" y="7397"/>
                </a:lnTo>
                <a:lnTo>
                  <a:pt x="1756752" y="0"/>
                </a:lnTo>
                <a:close/>
              </a:path>
            </a:pathLst>
          </a:custGeom>
          <a:solidFill>
            <a:srgbClr val="29DDDE"/>
          </a:solidFill>
        </p:spPr>
        <p:txBody>
          <a:bodyPr wrap="square" lIns="0" tIns="0" rIns="0" bIns="0" rtlCol="0"/>
          <a:lstStyle/>
          <a:p>
            <a:endParaRPr sz="3200"/>
          </a:p>
        </p:txBody>
      </p:sp>
      <p:sp>
        <p:nvSpPr>
          <p:cNvPr id="43" name="object 43"/>
          <p:cNvSpPr txBox="1"/>
          <p:nvPr/>
        </p:nvSpPr>
        <p:spPr>
          <a:xfrm>
            <a:off x="14560289" y="3225896"/>
            <a:ext cx="2241257" cy="928909"/>
          </a:xfrm>
          <a:prstGeom prst="rect">
            <a:avLst/>
          </a:prstGeom>
        </p:spPr>
        <p:txBody>
          <a:bodyPr vert="horz" wrap="square" lIns="0" tIns="12065" rIns="0" bIns="0" rtlCol="0">
            <a:spAutoFit/>
          </a:bodyPr>
          <a:lstStyle/>
          <a:p>
            <a:pPr marL="12700" marR="5080">
              <a:lnSpc>
                <a:spcPct val="109400"/>
              </a:lnSpc>
              <a:spcBef>
                <a:spcPts val="95"/>
              </a:spcBef>
            </a:pPr>
            <a:r>
              <a:rPr sz="2800" b="1" dirty="0">
                <a:solidFill>
                  <a:srgbClr val="292929"/>
                </a:solidFill>
                <a:latin typeface="Inria Serif"/>
                <a:cs typeface="Inria Serif"/>
              </a:rPr>
              <a:t>Research</a:t>
            </a:r>
            <a:r>
              <a:rPr sz="2800" b="1" spc="325" dirty="0">
                <a:solidFill>
                  <a:srgbClr val="292929"/>
                </a:solidFill>
                <a:latin typeface="Inria Serif"/>
                <a:cs typeface="Inria Serif"/>
              </a:rPr>
              <a:t> </a:t>
            </a:r>
            <a:r>
              <a:rPr sz="2800" b="1" dirty="0">
                <a:solidFill>
                  <a:srgbClr val="292929"/>
                </a:solidFill>
                <a:latin typeface="Inria Serif"/>
                <a:cs typeface="Inria Serif"/>
              </a:rPr>
              <a:t>Gap</a:t>
            </a:r>
            <a:r>
              <a:rPr sz="2800" b="1" spc="325" dirty="0">
                <a:solidFill>
                  <a:srgbClr val="292929"/>
                </a:solidFill>
                <a:latin typeface="Inria Serif"/>
                <a:cs typeface="Inria Serif"/>
              </a:rPr>
              <a:t> </a:t>
            </a:r>
            <a:r>
              <a:rPr sz="2800" b="1" spc="-50" dirty="0">
                <a:solidFill>
                  <a:srgbClr val="292929"/>
                </a:solidFill>
                <a:latin typeface="Inria Serif"/>
                <a:cs typeface="Inria Serif"/>
              </a:rPr>
              <a:t>&amp; </a:t>
            </a:r>
            <a:r>
              <a:rPr sz="2800" b="1" spc="35" dirty="0">
                <a:solidFill>
                  <a:srgbClr val="292929"/>
                </a:solidFill>
                <a:latin typeface="Inria Serif"/>
                <a:cs typeface="Inria Serif"/>
              </a:rPr>
              <a:t>Objectives</a:t>
            </a:r>
            <a:endParaRPr sz="2800">
              <a:latin typeface="Inria Serif"/>
              <a:cs typeface="Inria Serif"/>
            </a:endParaRPr>
          </a:p>
        </p:txBody>
      </p:sp>
      <p:sp>
        <p:nvSpPr>
          <p:cNvPr id="44" name="object 44"/>
          <p:cNvSpPr/>
          <p:nvPr/>
        </p:nvSpPr>
        <p:spPr>
          <a:xfrm>
            <a:off x="10193845" y="3213807"/>
            <a:ext cx="2879304" cy="1242365"/>
          </a:xfrm>
          <a:custGeom>
            <a:avLst/>
            <a:gdLst/>
            <a:ahLst/>
            <a:cxnLst/>
            <a:rect l="l" t="t" r="r" b="b"/>
            <a:pathLst>
              <a:path w="2146300" h="702310">
                <a:moveTo>
                  <a:pt x="2053043" y="0"/>
                </a:moveTo>
                <a:lnTo>
                  <a:pt x="93154" y="0"/>
                </a:lnTo>
                <a:lnTo>
                  <a:pt x="57066" y="7377"/>
                </a:lnTo>
                <a:lnTo>
                  <a:pt x="27436" y="27438"/>
                </a:lnTo>
                <a:lnTo>
                  <a:pt x="7377" y="57071"/>
                </a:lnTo>
                <a:lnTo>
                  <a:pt x="0" y="93167"/>
                </a:lnTo>
                <a:lnTo>
                  <a:pt x="0" y="608736"/>
                </a:lnTo>
                <a:lnTo>
                  <a:pt x="7377" y="644824"/>
                </a:lnTo>
                <a:lnTo>
                  <a:pt x="27436" y="674454"/>
                </a:lnTo>
                <a:lnTo>
                  <a:pt x="57066" y="694513"/>
                </a:lnTo>
                <a:lnTo>
                  <a:pt x="93154" y="701890"/>
                </a:lnTo>
                <a:lnTo>
                  <a:pt x="2053678" y="701890"/>
                </a:lnTo>
                <a:lnTo>
                  <a:pt x="2090121" y="694493"/>
                </a:lnTo>
                <a:lnTo>
                  <a:pt x="2119803" y="674293"/>
                </a:lnTo>
                <a:lnTo>
                  <a:pt x="2139552" y="644283"/>
                </a:lnTo>
                <a:lnTo>
                  <a:pt x="2146198" y="607453"/>
                </a:lnTo>
                <a:lnTo>
                  <a:pt x="2146198" y="93167"/>
                </a:lnTo>
                <a:lnTo>
                  <a:pt x="2138909" y="57071"/>
                </a:lnTo>
                <a:lnTo>
                  <a:pt x="2118999" y="27438"/>
                </a:lnTo>
                <a:lnTo>
                  <a:pt x="2089400" y="7377"/>
                </a:lnTo>
                <a:lnTo>
                  <a:pt x="2053043" y="0"/>
                </a:lnTo>
                <a:close/>
              </a:path>
            </a:pathLst>
          </a:custGeom>
          <a:solidFill>
            <a:srgbClr val="29DDDE"/>
          </a:solidFill>
        </p:spPr>
        <p:txBody>
          <a:bodyPr wrap="square" lIns="0" tIns="0" rIns="0" bIns="0" rtlCol="0"/>
          <a:lstStyle/>
          <a:p>
            <a:endParaRPr sz="3200"/>
          </a:p>
        </p:txBody>
      </p:sp>
      <p:sp>
        <p:nvSpPr>
          <p:cNvPr id="45" name="object 45"/>
          <p:cNvSpPr txBox="1"/>
          <p:nvPr/>
        </p:nvSpPr>
        <p:spPr>
          <a:xfrm>
            <a:off x="10276830" y="3225896"/>
            <a:ext cx="2669744" cy="928909"/>
          </a:xfrm>
          <a:prstGeom prst="rect">
            <a:avLst/>
          </a:prstGeom>
        </p:spPr>
        <p:txBody>
          <a:bodyPr vert="horz" wrap="square" lIns="0" tIns="12065" rIns="0" bIns="0" rtlCol="0">
            <a:spAutoFit/>
          </a:bodyPr>
          <a:lstStyle/>
          <a:p>
            <a:pPr marL="12700" marR="5080">
              <a:lnSpc>
                <a:spcPct val="109400"/>
              </a:lnSpc>
              <a:spcBef>
                <a:spcPts val="95"/>
              </a:spcBef>
            </a:pPr>
            <a:r>
              <a:rPr sz="2800" b="1" dirty="0">
                <a:solidFill>
                  <a:srgbClr val="292929"/>
                </a:solidFill>
                <a:latin typeface="Inria Serif"/>
                <a:cs typeface="Inria Serif"/>
              </a:rPr>
              <a:t>Deep</a:t>
            </a:r>
            <a:r>
              <a:rPr sz="2800" b="1" spc="190" dirty="0">
                <a:solidFill>
                  <a:srgbClr val="292929"/>
                </a:solidFill>
                <a:latin typeface="Inria Serif"/>
                <a:cs typeface="Inria Serif"/>
              </a:rPr>
              <a:t> </a:t>
            </a:r>
            <a:r>
              <a:rPr sz="2800" b="1" spc="50" dirty="0">
                <a:solidFill>
                  <a:srgbClr val="292929"/>
                </a:solidFill>
                <a:latin typeface="Inria Serif"/>
                <a:cs typeface="Inria Serif"/>
              </a:rPr>
              <a:t>Learning</a:t>
            </a:r>
            <a:r>
              <a:rPr sz="2800" b="1" spc="190" dirty="0">
                <a:solidFill>
                  <a:srgbClr val="292929"/>
                </a:solidFill>
                <a:latin typeface="Inria Serif"/>
                <a:cs typeface="Inria Serif"/>
              </a:rPr>
              <a:t> </a:t>
            </a:r>
            <a:r>
              <a:rPr sz="2800" b="1" spc="30" dirty="0">
                <a:solidFill>
                  <a:srgbClr val="292929"/>
                </a:solidFill>
                <a:latin typeface="Inria Serif"/>
                <a:cs typeface="Inria Serif"/>
              </a:rPr>
              <a:t>IDS </a:t>
            </a:r>
            <a:r>
              <a:rPr sz="2800" b="1" spc="-10" dirty="0">
                <a:solidFill>
                  <a:srgbClr val="292929"/>
                </a:solidFill>
                <a:latin typeface="Inria Serif"/>
                <a:cs typeface="Inria Serif"/>
              </a:rPr>
              <a:t>Overview</a:t>
            </a:r>
            <a:endParaRPr sz="2800">
              <a:latin typeface="Inria Serif"/>
              <a:cs typeface="Inria Serif"/>
            </a:endParaRPr>
          </a:p>
        </p:txBody>
      </p:sp>
      <p:sp>
        <p:nvSpPr>
          <p:cNvPr id="46" name="object 46"/>
          <p:cNvSpPr/>
          <p:nvPr/>
        </p:nvSpPr>
        <p:spPr>
          <a:xfrm>
            <a:off x="5910190" y="3209674"/>
            <a:ext cx="3262644" cy="1250228"/>
          </a:xfrm>
          <a:custGeom>
            <a:avLst/>
            <a:gdLst/>
            <a:ahLst/>
            <a:cxnLst/>
            <a:rect l="l" t="t" r="r" b="b"/>
            <a:pathLst>
              <a:path w="2432050" h="706754">
                <a:moveTo>
                  <a:pt x="2337866" y="0"/>
                </a:moveTo>
                <a:lnTo>
                  <a:pt x="93738" y="0"/>
                </a:lnTo>
                <a:lnTo>
                  <a:pt x="57419" y="7424"/>
                </a:lnTo>
                <a:lnTo>
                  <a:pt x="27605" y="27609"/>
                </a:lnTo>
                <a:lnTo>
                  <a:pt x="7422" y="57425"/>
                </a:lnTo>
                <a:lnTo>
                  <a:pt x="0" y="93738"/>
                </a:lnTo>
                <a:lnTo>
                  <a:pt x="0" y="612482"/>
                </a:lnTo>
                <a:lnTo>
                  <a:pt x="7422" y="648801"/>
                </a:lnTo>
                <a:lnTo>
                  <a:pt x="27605" y="678616"/>
                </a:lnTo>
                <a:lnTo>
                  <a:pt x="57419" y="698799"/>
                </a:lnTo>
                <a:lnTo>
                  <a:pt x="93738" y="706221"/>
                </a:lnTo>
                <a:lnTo>
                  <a:pt x="2338514" y="706221"/>
                </a:lnTo>
                <a:lnTo>
                  <a:pt x="2375180" y="698779"/>
                </a:lnTo>
                <a:lnTo>
                  <a:pt x="2405043" y="678456"/>
                </a:lnTo>
                <a:lnTo>
                  <a:pt x="2424914" y="648260"/>
                </a:lnTo>
                <a:lnTo>
                  <a:pt x="2431605" y="611200"/>
                </a:lnTo>
                <a:lnTo>
                  <a:pt x="2431605" y="93738"/>
                </a:lnTo>
                <a:lnTo>
                  <a:pt x="2424272" y="57425"/>
                </a:lnTo>
                <a:lnTo>
                  <a:pt x="2404238" y="27609"/>
                </a:lnTo>
                <a:lnTo>
                  <a:pt x="2374453" y="7424"/>
                </a:lnTo>
                <a:lnTo>
                  <a:pt x="2337866" y="0"/>
                </a:lnTo>
                <a:close/>
              </a:path>
            </a:pathLst>
          </a:custGeom>
          <a:solidFill>
            <a:srgbClr val="29DDDE"/>
          </a:solidFill>
        </p:spPr>
        <p:txBody>
          <a:bodyPr wrap="square" lIns="0" tIns="0" rIns="0" bIns="0" rtlCol="0"/>
          <a:lstStyle/>
          <a:p>
            <a:endParaRPr sz="3200"/>
          </a:p>
        </p:txBody>
      </p:sp>
      <p:sp>
        <p:nvSpPr>
          <p:cNvPr id="47" name="object 47"/>
          <p:cNvSpPr txBox="1"/>
          <p:nvPr/>
        </p:nvSpPr>
        <p:spPr>
          <a:xfrm>
            <a:off x="5993369" y="3225896"/>
            <a:ext cx="3041159" cy="928909"/>
          </a:xfrm>
          <a:prstGeom prst="rect">
            <a:avLst/>
          </a:prstGeom>
        </p:spPr>
        <p:txBody>
          <a:bodyPr vert="horz" wrap="square" lIns="0" tIns="12065" rIns="0" bIns="0" rtlCol="0">
            <a:spAutoFit/>
          </a:bodyPr>
          <a:lstStyle/>
          <a:p>
            <a:pPr marL="12700" marR="5080">
              <a:lnSpc>
                <a:spcPct val="109400"/>
              </a:lnSpc>
              <a:spcBef>
                <a:spcPts val="95"/>
              </a:spcBef>
            </a:pPr>
            <a:r>
              <a:rPr sz="2800" b="1" dirty="0">
                <a:solidFill>
                  <a:srgbClr val="292929"/>
                </a:solidFill>
                <a:latin typeface="Inria Serif"/>
                <a:cs typeface="Inria Serif"/>
              </a:rPr>
              <a:t>Need</a:t>
            </a:r>
            <a:r>
              <a:rPr sz="2800" b="1" spc="225" dirty="0">
                <a:solidFill>
                  <a:srgbClr val="292929"/>
                </a:solidFill>
                <a:latin typeface="Inria Serif"/>
                <a:cs typeface="Inria Serif"/>
              </a:rPr>
              <a:t> </a:t>
            </a:r>
            <a:r>
              <a:rPr sz="2800" b="1" dirty="0">
                <a:solidFill>
                  <a:srgbClr val="292929"/>
                </a:solidFill>
                <a:latin typeface="Inria Serif"/>
                <a:cs typeface="Inria Serif"/>
              </a:rPr>
              <a:t>for</a:t>
            </a:r>
            <a:r>
              <a:rPr sz="2800" b="1" spc="225" dirty="0">
                <a:solidFill>
                  <a:srgbClr val="292929"/>
                </a:solidFill>
                <a:latin typeface="Inria Serif"/>
                <a:cs typeface="Inria Serif"/>
              </a:rPr>
              <a:t> </a:t>
            </a:r>
            <a:r>
              <a:rPr sz="2800" b="1" spc="35" dirty="0">
                <a:solidFill>
                  <a:srgbClr val="292929"/>
                </a:solidFill>
                <a:latin typeface="Inria Serif"/>
                <a:cs typeface="Inria Serif"/>
              </a:rPr>
              <a:t>Lightweight </a:t>
            </a:r>
            <a:r>
              <a:rPr sz="2800" b="1" spc="30" dirty="0">
                <a:solidFill>
                  <a:srgbClr val="292929"/>
                </a:solidFill>
                <a:latin typeface="Inria Serif"/>
                <a:cs typeface="Inria Serif"/>
              </a:rPr>
              <a:t>IDS</a:t>
            </a:r>
            <a:endParaRPr sz="2800">
              <a:latin typeface="Inria Serif"/>
              <a:cs typeface="Inria Serif"/>
            </a:endParaRPr>
          </a:p>
        </p:txBody>
      </p:sp>
      <p:sp>
        <p:nvSpPr>
          <p:cNvPr id="48" name="object 48"/>
          <p:cNvSpPr/>
          <p:nvPr/>
        </p:nvSpPr>
        <p:spPr>
          <a:xfrm>
            <a:off x="1626840" y="3211965"/>
            <a:ext cx="2015513" cy="1245735"/>
          </a:xfrm>
          <a:custGeom>
            <a:avLst/>
            <a:gdLst/>
            <a:ahLst/>
            <a:cxnLst/>
            <a:rect l="l" t="t" r="r" b="b"/>
            <a:pathLst>
              <a:path w="1502410" h="704214">
                <a:moveTo>
                  <a:pt x="1408887" y="0"/>
                </a:moveTo>
                <a:lnTo>
                  <a:pt x="93408" y="0"/>
                </a:lnTo>
                <a:lnTo>
                  <a:pt x="57221" y="7397"/>
                </a:lnTo>
                <a:lnTo>
                  <a:pt x="27511" y="27512"/>
                </a:lnTo>
                <a:lnTo>
                  <a:pt x="7397" y="57226"/>
                </a:lnTo>
                <a:lnTo>
                  <a:pt x="0" y="93421"/>
                </a:lnTo>
                <a:lnTo>
                  <a:pt x="0" y="610400"/>
                </a:lnTo>
                <a:lnTo>
                  <a:pt x="7397" y="646594"/>
                </a:lnTo>
                <a:lnTo>
                  <a:pt x="27511" y="676308"/>
                </a:lnTo>
                <a:lnTo>
                  <a:pt x="57221" y="696423"/>
                </a:lnTo>
                <a:lnTo>
                  <a:pt x="93408" y="703821"/>
                </a:lnTo>
                <a:lnTo>
                  <a:pt x="1409522" y="703821"/>
                </a:lnTo>
                <a:lnTo>
                  <a:pt x="1446063" y="696403"/>
                </a:lnTo>
                <a:lnTo>
                  <a:pt x="1475825" y="676149"/>
                </a:lnTo>
                <a:lnTo>
                  <a:pt x="1495629" y="646058"/>
                </a:lnTo>
                <a:lnTo>
                  <a:pt x="1502295" y="609130"/>
                </a:lnTo>
                <a:lnTo>
                  <a:pt x="1502295" y="93421"/>
                </a:lnTo>
                <a:lnTo>
                  <a:pt x="1494987" y="57226"/>
                </a:lnTo>
                <a:lnTo>
                  <a:pt x="1475022" y="27512"/>
                </a:lnTo>
                <a:lnTo>
                  <a:pt x="1445342" y="7397"/>
                </a:lnTo>
                <a:lnTo>
                  <a:pt x="1408887" y="0"/>
                </a:lnTo>
                <a:close/>
              </a:path>
            </a:pathLst>
          </a:custGeom>
          <a:solidFill>
            <a:srgbClr val="29DDDE"/>
          </a:solidFill>
        </p:spPr>
        <p:txBody>
          <a:bodyPr wrap="square" lIns="0" tIns="0" rIns="0" bIns="0" rtlCol="0"/>
          <a:lstStyle/>
          <a:p>
            <a:endParaRPr sz="3200"/>
          </a:p>
        </p:txBody>
      </p:sp>
      <p:sp>
        <p:nvSpPr>
          <p:cNvPr id="49" name="object 49"/>
          <p:cNvSpPr txBox="1"/>
          <p:nvPr/>
        </p:nvSpPr>
        <p:spPr>
          <a:xfrm>
            <a:off x="914882" y="1124228"/>
            <a:ext cx="3365278" cy="1397819"/>
          </a:xfrm>
          <a:prstGeom prst="rect">
            <a:avLst/>
          </a:prstGeom>
        </p:spPr>
        <p:txBody>
          <a:bodyPr vert="horz" wrap="square" lIns="0" tIns="12700" rIns="0" bIns="0" rtlCol="0">
            <a:spAutoFit/>
          </a:bodyPr>
          <a:lstStyle/>
          <a:p>
            <a:pPr marL="12700">
              <a:lnSpc>
                <a:spcPct val="100000"/>
              </a:lnSpc>
              <a:spcBef>
                <a:spcPts val="100"/>
              </a:spcBef>
            </a:pPr>
            <a:r>
              <a:rPr sz="9000" spc="-10" dirty="0">
                <a:solidFill>
                  <a:srgbClr val="292929"/>
                </a:solidFill>
                <a:latin typeface="Bebas Neue Regular"/>
                <a:cs typeface="Bebas Neue Regular"/>
              </a:rPr>
              <a:t>AGENDA</a:t>
            </a:r>
            <a:endParaRPr sz="9000" dirty="0">
              <a:latin typeface="Bebas Neue Regular"/>
              <a:cs typeface="Bebas Neue Regular"/>
            </a:endParaRPr>
          </a:p>
        </p:txBody>
      </p:sp>
      <p:sp>
        <p:nvSpPr>
          <p:cNvPr id="50" name="object 50"/>
          <p:cNvSpPr txBox="1"/>
          <p:nvPr/>
        </p:nvSpPr>
        <p:spPr>
          <a:xfrm>
            <a:off x="1709873" y="3406563"/>
            <a:ext cx="1932479" cy="889345"/>
          </a:xfrm>
          <a:prstGeom prst="rect">
            <a:avLst/>
          </a:prstGeom>
        </p:spPr>
        <p:txBody>
          <a:bodyPr vert="horz" wrap="square" lIns="0" tIns="14604" rIns="0" bIns="0" rtlCol="0">
            <a:spAutoFit/>
          </a:bodyPr>
          <a:lstStyle/>
          <a:p>
            <a:pPr marL="12700">
              <a:spcBef>
                <a:spcPts val="114"/>
              </a:spcBef>
            </a:pPr>
            <a:r>
              <a:rPr lang="en-IN" sz="2800" b="1" dirty="0">
                <a:solidFill>
                  <a:srgbClr val="292929"/>
                </a:solidFill>
                <a:latin typeface="Inria Serif"/>
                <a:cs typeface="Inria Serif"/>
              </a:rPr>
              <a:t>IoT</a:t>
            </a:r>
            <a:r>
              <a:rPr lang="en-IN" sz="2800" b="1" spc="229" dirty="0">
                <a:solidFill>
                  <a:srgbClr val="292929"/>
                </a:solidFill>
                <a:latin typeface="Inria Serif"/>
                <a:cs typeface="Inria Serif"/>
              </a:rPr>
              <a:t> </a:t>
            </a:r>
            <a:r>
              <a:rPr lang="en-IN" sz="2800" b="1" spc="45" dirty="0">
                <a:solidFill>
                  <a:srgbClr val="292929"/>
                </a:solidFill>
                <a:latin typeface="Inria Serif"/>
                <a:cs typeface="Inria Serif"/>
              </a:rPr>
              <a:t>Security</a:t>
            </a:r>
            <a:endParaRPr lang="en-IN" sz="2800" dirty="0">
              <a:latin typeface="Inria Serif"/>
              <a:cs typeface="Inria Serif"/>
            </a:endParaRPr>
          </a:p>
          <a:p>
            <a:pPr marL="12700">
              <a:lnSpc>
                <a:spcPct val="100000"/>
              </a:lnSpc>
              <a:spcBef>
                <a:spcPts val="114"/>
              </a:spcBef>
            </a:pPr>
            <a:r>
              <a:rPr sz="2800" b="1" spc="45" dirty="0">
                <a:solidFill>
                  <a:srgbClr val="292929"/>
                </a:solidFill>
                <a:latin typeface="Inria Serif"/>
                <a:cs typeface="Inria Serif"/>
              </a:rPr>
              <a:t>Challenges</a:t>
            </a:r>
            <a:endParaRPr sz="2800" dirty="0">
              <a:latin typeface="Inria Serif"/>
              <a:cs typeface="Inria Serif"/>
            </a:endParaRPr>
          </a:p>
        </p:txBody>
      </p:sp>
      <p:grpSp>
        <p:nvGrpSpPr>
          <p:cNvPr id="51" name="object 51"/>
          <p:cNvGrpSpPr/>
          <p:nvPr/>
        </p:nvGrpSpPr>
        <p:grpSpPr>
          <a:xfrm>
            <a:off x="1044547" y="3416716"/>
            <a:ext cx="455717" cy="529920"/>
            <a:chOff x="1044548" y="3416716"/>
            <a:chExt cx="303530" cy="265430"/>
          </a:xfrm>
        </p:grpSpPr>
        <p:sp>
          <p:nvSpPr>
            <p:cNvPr id="52" name="object 52"/>
            <p:cNvSpPr/>
            <p:nvPr/>
          </p:nvSpPr>
          <p:spPr>
            <a:xfrm>
              <a:off x="1168662" y="3434903"/>
              <a:ext cx="161290" cy="228600"/>
            </a:xfrm>
            <a:custGeom>
              <a:avLst/>
              <a:gdLst/>
              <a:ahLst/>
              <a:cxnLst/>
              <a:rect l="l" t="t" r="r" b="b"/>
              <a:pathLst>
                <a:path w="161290" h="228600">
                  <a:moveTo>
                    <a:pt x="0" y="0"/>
                  </a:moveTo>
                  <a:lnTo>
                    <a:pt x="160731" y="114249"/>
                  </a:lnTo>
                  <a:lnTo>
                    <a:pt x="0" y="228498"/>
                  </a:lnTo>
                </a:path>
              </a:pathLst>
            </a:custGeom>
            <a:ln w="36372">
              <a:solidFill>
                <a:srgbClr val="F5F6F7"/>
              </a:solidFill>
            </a:ln>
          </p:spPr>
          <p:txBody>
            <a:bodyPr wrap="square" lIns="0" tIns="0" rIns="0" bIns="0" rtlCol="0"/>
            <a:lstStyle/>
            <a:p>
              <a:endParaRPr/>
            </a:p>
          </p:txBody>
        </p:sp>
        <p:sp>
          <p:nvSpPr>
            <p:cNvPr id="53" name="object 53"/>
            <p:cNvSpPr/>
            <p:nvPr/>
          </p:nvSpPr>
          <p:spPr>
            <a:xfrm>
              <a:off x="1044548" y="3549154"/>
              <a:ext cx="285115" cy="0"/>
            </a:xfrm>
            <a:custGeom>
              <a:avLst/>
              <a:gdLst/>
              <a:ahLst/>
              <a:cxnLst/>
              <a:rect l="l" t="t" r="r" b="b"/>
              <a:pathLst>
                <a:path w="285115">
                  <a:moveTo>
                    <a:pt x="284848" y="0"/>
                  </a:moveTo>
                  <a:lnTo>
                    <a:pt x="0" y="0"/>
                  </a:lnTo>
                </a:path>
              </a:pathLst>
            </a:custGeom>
            <a:ln w="36372">
              <a:solidFill>
                <a:srgbClr val="F5F6F7"/>
              </a:solidFill>
            </a:ln>
          </p:spPr>
          <p:txBody>
            <a:bodyPr wrap="square" lIns="0" tIns="0" rIns="0" bIns="0" rtlCol="0"/>
            <a:lstStyle/>
            <a:p>
              <a:endParaRPr/>
            </a:p>
          </p:txBody>
        </p:sp>
      </p:grpSp>
      <p:sp>
        <p:nvSpPr>
          <p:cNvPr id="62" name="object 62"/>
          <p:cNvSpPr/>
          <p:nvPr/>
        </p:nvSpPr>
        <p:spPr>
          <a:xfrm>
            <a:off x="13518838" y="6417438"/>
            <a:ext cx="45719" cy="1699764"/>
          </a:xfrm>
          <a:custGeom>
            <a:avLst/>
            <a:gdLst/>
            <a:ahLst/>
            <a:cxnLst/>
            <a:rect l="l" t="t" r="r" b="b"/>
            <a:pathLst>
              <a:path h="2505709">
                <a:moveTo>
                  <a:pt x="0" y="0"/>
                </a:moveTo>
                <a:lnTo>
                  <a:pt x="0" y="2505456"/>
                </a:lnTo>
              </a:path>
            </a:pathLst>
          </a:custGeom>
          <a:ln w="28575">
            <a:solidFill>
              <a:srgbClr val="27DDDF"/>
            </a:solidFill>
          </a:ln>
        </p:spPr>
        <p:txBody>
          <a:bodyPr wrap="square" lIns="0" tIns="0" rIns="0" bIns="0" rtlCol="0"/>
          <a:lstStyle/>
          <a:p>
            <a:endParaRPr/>
          </a:p>
        </p:txBody>
      </p:sp>
      <p:sp>
        <p:nvSpPr>
          <p:cNvPr id="63" name="object 63"/>
          <p:cNvSpPr/>
          <p:nvPr/>
        </p:nvSpPr>
        <p:spPr>
          <a:xfrm flipH="1">
            <a:off x="9172834" y="6417438"/>
            <a:ext cx="62546" cy="1699764"/>
          </a:xfrm>
          <a:custGeom>
            <a:avLst/>
            <a:gdLst/>
            <a:ahLst/>
            <a:cxnLst/>
            <a:rect l="l" t="t" r="r" b="b"/>
            <a:pathLst>
              <a:path h="2505709">
                <a:moveTo>
                  <a:pt x="0" y="0"/>
                </a:moveTo>
                <a:lnTo>
                  <a:pt x="0" y="2505456"/>
                </a:lnTo>
              </a:path>
            </a:pathLst>
          </a:custGeom>
          <a:ln w="28575">
            <a:solidFill>
              <a:srgbClr val="27DDDF"/>
            </a:solidFill>
          </a:ln>
        </p:spPr>
        <p:txBody>
          <a:bodyPr wrap="square" lIns="0" tIns="0" rIns="0" bIns="0" rtlCol="0"/>
          <a:lstStyle/>
          <a:p>
            <a:endParaRPr/>
          </a:p>
        </p:txBody>
      </p:sp>
      <p:sp>
        <p:nvSpPr>
          <p:cNvPr id="64" name="object 64"/>
          <p:cNvSpPr/>
          <p:nvPr/>
        </p:nvSpPr>
        <p:spPr>
          <a:xfrm>
            <a:off x="4951882" y="6417438"/>
            <a:ext cx="45719" cy="1699764"/>
          </a:xfrm>
          <a:custGeom>
            <a:avLst/>
            <a:gdLst/>
            <a:ahLst/>
            <a:cxnLst/>
            <a:rect l="l" t="t" r="r" b="b"/>
            <a:pathLst>
              <a:path h="2505709">
                <a:moveTo>
                  <a:pt x="0" y="0"/>
                </a:moveTo>
                <a:lnTo>
                  <a:pt x="0" y="2505456"/>
                </a:lnTo>
              </a:path>
            </a:pathLst>
          </a:custGeom>
          <a:ln w="28575">
            <a:solidFill>
              <a:srgbClr val="27DDDF"/>
            </a:solidFill>
          </a:ln>
        </p:spPr>
        <p:txBody>
          <a:bodyPr wrap="square" lIns="0" tIns="0" rIns="0" bIns="0" rtlCol="0"/>
          <a:lstStyle/>
          <a:p>
            <a:endParaRPr/>
          </a:p>
        </p:txBody>
      </p:sp>
      <p:sp>
        <p:nvSpPr>
          <p:cNvPr id="65" name="object 65"/>
          <p:cNvSpPr/>
          <p:nvPr/>
        </p:nvSpPr>
        <p:spPr>
          <a:xfrm>
            <a:off x="668460" y="6417438"/>
            <a:ext cx="45719" cy="1699764"/>
          </a:xfrm>
          <a:custGeom>
            <a:avLst/>
            <a:gdLst/>
            <a:ahLst/>
            <a:cxnLst/>
            <a:rect l="l" t="t" r="r" b="b"/>
            <a:pathLst>
              <a:path h="2505709">
                <a:moveTo>
                  <a:pt x="0" y="0"/>
                </a:moveTo>
                <a:lnTo>
                  <a:pt x="0" y="2505456"/>
                </a:lnTo>
              </a:path>
            </a:pathLst>
          </a:custGeom>
          <a:ln w="28575">
            <a:solidFill>
              <a:srgbClr val="27DDDF"/>
            </a:solidFill>
          </a:ln>
        </p:spPr>
        <p:txBody>
          <a:bodyPr wrap="square" lIns="0" tIns="0" rIns="0" bIns="0" rtlCol="0"/>
          <a:lstStyle/>
          <a:p>
            <a:endParaRPr/>
          </a:p>
        </p:txBody>
      </p:sp>
      <p:sp>
        <p:nvSpPr>
          <p:cNvPr id="66" name="object 66"/>
          <p:cNvSpPr/>
          <p:nvPr/>
        </p:nvSpPr>
        <p:spPr>
          <a:xfrm>
            <a:off x="13518876" y="3295303"/>
            <a:ext cx="45719" cy="1699764"/>
          </a:xfrm>
          <a:custGeom>
            <a:avLst/>
            <a:gdLst/>
            <a:ahLst/>
            <a:cxnLst/>
            <a:rect l="l" t="t" r="r" b="b"/>
            <a:pathLst>
              <a:path h="2505710">
                <a:moveTo>
                  <a:pt x="0" y="0"/>
                </a:moveTo>
                <a:lnTo>
                  <a:pt x="0" y="2505456"/>
                </a:lnTo>
              </a:path>
            </a:pathLst>
          </a:custGeom>
          <a:ln w="28575">
            <a:solidFill>
              <a:srgbClr val="27DDDF"/>
            </a:solidFill>
          </a:ln>
        </p:spPr>
        <p:txBody>
          <a:bodyPr wrap="square" lIns="0" tIns="0" rIns="0" bIns="0" rtlCol="0"/>
          <a:lstStyle/>
          <a:p>
            <a:endParaRPr/>
          </a:p>
        </p:txBody>
      </p:sp>
      <p:sp>
        <p:nvSpPr>
          <p:cNvPr id="67" name="object 67"/>
          <p:cNvSpPr/>
          <p:nvPr/>
        </p:nvSpPr>
        <p:spPr>
          <a:xfrm>
            <a:off x="9235379" y="3295303"/>
            <a:ext cx="45719" cy="1699764"/>
          </a:xfrm>
          <a:custGeom>
            <a:avLst/>
            <a:gdLst/>
            <a:ahLst/>
            <a:cxnLst/>
            <a:rect l="l" t="t" r="r" b="b"/>
            <a:pathLst>
              <a:path h="2505710">
                <a:moveTo>
                  <a:pt x="0" y="0"/>
                </a:moveTo>
                <a:lnTo>
                  <a:pt x="0" y="2505456"/>
                </a:lnTo>
              </a:path>
            </a:pathLst>
          </a:custGeom>
          <a:ln w="28575">
            <a:solidFill>
              <a:srgbClr val="27DDDF"/>
            </a:solidFill>
          </a:ln>
        </p:spPr>
        <p:txBody>
          <a:bodyPr wrap="square" lIns="0" tIns="0" rIns="0" bIns="0" rtlCol="0"/>
          <a:lstStyle/>
          <a:p>
            <a:endParaRPr/>
          </a:p>
        </p:txBody>
      </p:sp>
      <p:sp>
        <p:nvSpPr>
          <p:cNvPr id="68" name="object 68"/>
          <p:cNvSpPr/>
          <p:nvPr/>
        </p:nvSpPr>
        <p:spPr>
          <a:xfrm>
            <a:off x="4951919" y="3295303"/>
            <a:ext cx="45719" cy="1699764"/>
          </a:xfrm>
          <a:custGeom>
            <a:avLst/>
            <a:gdLst/>
            <a:ahLst/>
            <a:cxnLst/>
            <a:rect l="l" t="t" r="r" b="b"/>
            <a:pathLst>
              <a:path h="2505710">
                <a:moveTo>
                  <a:pt x="0" y="0"/>
                </a:moveTo>
                <a:lnTo>
                  <a:pt x="0" y="2505456"/>
                </a:lnTo>
              </a:path>
            </a:pathLst>
          </a:custGeom>
          <a:ln w="28575">
            <a:solidFill>
              <a:srgbClr val="27DDDF"/>
            </a:solidFill>
          </a:ln>
        </p:spPr>
        <p:txBody>
          <a:bodyPr wrap="square" lIns="0" tIns="0" rIns="0" bIns="0" rtlCol="0"/>
          <a:lstStyle/>
          <a:p>
            <a:endParaRPr/>
          </a:p>
        </p:txBody>
      </p:sp>
      <p:sp>
        <p:nvSpPr>
          <p:cNvPr id="69" name="object 69"/>
          <p:cNvSpPr/>
          <p:nvPr/>
        </p:nvSpPr>
        <p:spPr>
          <a:xfrm flipH="1">
            <a:off x="622741" y="3295303"/>
            <a:ext cx="45719" cy="1699764"/>
          </a:xfrm>
          <a:custGeom>
            <a:avLst/>
            <a:gdLst/>
            <a:ahLst/>
            <a:cxnLst/>
            <a:rect l="l" t="t" r="r" b="b"/>
            <a:pathLst>
              <a:path h="2505710">
                <a:moveTo>
                  <a:pt x="0" y="0"/>
                </a:moveTo>
                <a:lnTo>
                  <a:pt x="0" y="2505456"/>
                </a:lnTo>
              </a:path>
            </a:pathLst>
          </a:custGeom>
          <a:ln w="28575">
            <a:solidFill>
              <a:srgbClr val="27DDDF"/>
            </a:solidFill>
          </a:ln>
        </p:spPr>
        <p:txBody>
          <a:bodyPr wrap="square" lIns="0" tIns="0" rIns="0" bIns="0" rtlCol="0"/>
          <a:lstStyle/>
          <a:p>
            <a:endParaRPr/>
          </a:p>
        </p:txBody>
      </p:sp>
      <p:sp>
        <p:nvSpPr>
          <p:cNvPr id="70" name="object 70"/>
          <p:cNvSpPr txBox="1"/>
          <p:nvPr/>
        </p:nvSpPr>
        <p:spPr>
          <a:xfrm>
            <a:off x="998475" y="9351895"/>
            <a:ext cx="361315" cy="330200"/>
          </a:xfrm>
          <a:prstGeom prst="rect">
            <a:avLst/>
          </a:prstGeom>
        </p:spPr>
        <p:txBody>
          <a:bodyPr vert="horz" wrap="square" lIns="0" tIns="6350" rIns="0" bIns="0" rtlCol="0">
            <a:spAutoFit/>
          </a:bodyPr>
          <a:lstStyle/>
          <a:p>
            <a:pPr marL="12700">
              <a:lnSpc>
                <a:spcPct val="100000"/>
              </a:lnSpc>
              <a:spcBef>
                <a:spcPts val="50"/>
              </a:spcBef>
            </a:pPr>
            <a:r>
              <a:rPr sz="2000" b="1" spc="-25" dirty="0">
                <a:solidFill>
                  <a:srgbClr val="FFFFFF"/>
                </a:solidFill>
                <a:latin typeface="Inria Sans"/>
                <a:cs typeface="Inria Sans"/>
              </a:rPr>
              <a:t>03.</a:t>
            </a:r>
            <a:endParaRPr sz="2000">
              <a:latin typeface="Inria Sans"/>
              <a:cs typeface="Inri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513633" y="703699"/>
            <a:ext cx="9745167" cy="1397000"/>
          </a:xfrm>
          <a:prstGeom prst="rect">
            <a:avLst/>
          </a:prstGeom>
        </p:spPr>
        <p:txBody>
          <a:bodyPr vert="horz" wrap="square" lIns="0" tIns="12700" rIns="0" bIns="0" rtlCol="0">
            <a:spAutoFit/>
          </a:bodyPr>
          <a:lstStyle/>
          <a:p>
            <a:pPr marL="12700">
              <a:lnSpc>
                <a:spcPct val="100000"/>
              </a:lnSpc>
              <a:spcBef>
                <a:spcPts val="100"/>
              </a:spcBef>
            </a:pPr>
            <a:r>
              <a:rPr dirty="0">
                <a:latin typeface="Bebas Neue Regular"/>
                <a:cs typeface="Bebas Neue Regular"/>
              </a:rPr>
              <a:t>IOT</a:t>
            </a:r>
            <a:r>
              <a:rPr spc="-130" dirty="0">
                <a:latin typeface="Bebas Neue Regular"/>
                <a:cs typeface="Bebas Neue Regular"/>
              </a:rPr>
              <a:t> </a:t>
            </a:r>
            <a:r>
              <a:rPr dirty="0">
                <a:latin typeface="Bebas Neue Regular"/>
                <a:cs typeface="Bebas Neue Regular"/>
              </a:rPr>
              <a:t>SECURITY</a:t>
            </a:r>
            <a:r>
              <a:rPr spc="-125" dirty="0">
                <a:latin typeface="Bebas Neue Regular"/>
                <a:cs typeface="Bebas Neue Regular"/>
              </a:rPr>
              <a:t> </a:t>
            </a:r>
            <a:r>
              <a:rPr spc="-10" dirty="0">
                <a:latin typeface="Bebas Neue Regular"/>
                <a:cs typeface="Bebas Neue Regular"/>
              </a:rPr>
              <a:t>CHALLENGES</a:t>
            </a:r>
          </a:p>
        </p:txBody>
      </p:sp>
      <p:sp>
        <p:nvSpPr>
          <p:cNvPr id="3" name="object 3"/>
          <p:cNvSpPr txBox="1"/>
          <p:nvPr/>
        </p:nvSpPr>
        <p:spPr>
          <a:xfrm>
            <a:off x="3513633" y="2416265"/>
            <a:ext cx="14305915" cy="6615430"/>
          </a:xfrm>
          <a:prstGeom prst="rect">
            <a:avLst/>
          </a:prstGeom>
        </p:spPr>
        <p:txBody>
          <a:bodyPr vert="horz" wrap="square" lIns="0" tIns="17145" rIns="0" bIns="0" rtlCol="0">
            <a:spAutoFit/>
          </a:bodyPr>
          <a:lstStyle/>
          <a:p>
            <a:pPr marL="12700">
              <a:lnSpc>
                <a:spcPct val="100000"/>
              </a:lnSpc>
              <a:spcBef>
                <a:spcPts val="135"/>
              </a:spcBef>
            </a:pPr>
            <a:r>
              <a:rPr sz="2950" b="1" spc="90" dirty="0">
                <a:solidFill>
                  <a:srgbClr val="292929"/>
                </a:solidFill>
                <a:latin typeface="Inria Serif"/>
                <a:cs typeface="Inria Serif"/>
              </a:rPr>
              <a:t>Expanding</a:t>
            </a:r>
            <a:r>
              <a:rPr sz="2950" b="1" spc="185" dirty="0">
                <a:solidFill>
                  <a:srgbClr val="292929"/>
                </a:solidFill>
                <a:latin typeface="Inria Serif"/>
                <a:cs typeface="Inria Serif"/>
              </a:rPr>
              <a:t> </a:t>
            </a:r>
            <a:r>
              <a:rPr sz="2950" b="1" spc="70" dirty="0">
                <a:solidFill>
                  <a:srgbClr val="292929"/>
                </a:solidFill>
                <a:latin typeface="Inria Serif"/>
                <a:cs typeface="Inria Serif"/>
              </a:rPr>
              <a:t>IoT</a:t>
            </a:r>
            <a:r>
              <a:rPr sz="2950" b="1" spc="195" dirty="0">
                <a:solidFill>
                  <a:srgbClr val="292929"/>
                </a:solidFill>
                <a:latin typeface="Inria Serif"/>
                <a:cs typeface="Inria Serif"/>
              </a:rPr>
              <a:t> </a:t>
            </a:r>
            <a:r>
              <a:rPr sz="2950" b="1" spc="80" dirty="0">
                <a:solidFill>
                  <a:srgbClr val="292929"/>
                </a:solidFill>
                <a:latin typeface="Inria Serif"/>
                <a:cs typeface="Inria Serif"/>
              </a:rPr>
              <a:t>Ecosystem</a:t>
            </a:r>
            <a:endParaRPr sz="2950" dirty="0">
              <a:latin typeface="Inria Serif"/>
              <a:cs typeface="Inria Serif"/>
            </a:endParaRPr>
          </a:p>
          <a:p>
            <a:pPr marL="281305" indent="-268605">
              <a:lnSpc>
                <a:spcPct val="100000"/>
              </a:lnSpc>
              <a:spcBef>
                <a:spcPts val="2690"/>
              </a:spcBef>
              <a:buFont typeface="Times New Roman"/>
              <a:buChar char="•"/>
              <a:tabLst>
                <a:tab pos="281305" algn="l"/>
              </a:tabLst>
            </a:pPr>
            <a:r>
              <a:rPr sz="2450" spc="55" dirty="0">
                <a:solidFill>
                  <a:srgbClr val="292929"/>
                </a:solidFill>
                <a:latin typeface="Inria Serif Light"/>
                <a:cs typeface="Inria Serif Light"/>
              </a:rPr>
              <a:t>IoT</a:t>
            </a:r>
            <a:r>
              <a:rPr sz="2450" spc="160" dirty="0">
                <a:solidFill>
                  <a:srgbClr val="292929"/>
                </a:solidFill>
                <a:latin typeface="Inria Serif Light"/>
                <a:cs typeface="Inria Serif Light"/>
              </a:rPr>
              <a:t> </a:t>
            </a:r>
            <a:r>
              <a:rPr sz="2450" spc="70" dirty="0">
                <a:solidFill>
                  <a:srgbClr val="292929"/>
                </a:solidFill>
                <a:latin typeface="Inria Serif Light"/>
                <a:cs typeface="Inria Serif Light"/>
              </a:rPr>
              <a:t>devices</a:t>
            </a:r>
            <a:r>
              <a:rPr sz="2450" spc="170" dirty="0">
                <a:solidFill>
                  <a:srgbClr val="292929"/>
                </a:solidFill>
                <a:latin typeface="Inria Serif Light"/>
                <a:cs typeface="Inria Serif Light"/>
              </a:rPr>
              <a:t> </a:t>
            </a:r>
            <a:r>
              <a:rPr sz="2450" spc="55" dirty="0">
                <a:solidFill>
                  <a:srgbClr val="292929"/>
                </a:solidFill>
                <a:latin typeface="Inria Serif Light"/>
                <a:cs typeface="Inria Serif Light"/>
              </a:rPr>
              <a:t>are</a:t>
            </a:r>
            <a:r>
              <a:rPr sz="2450" spc="170" dirty="0">
                <a:solidFill>
                  <a:srgbClr val="292929"/>
                </a:solidFill>
                <a:latin typeface="Inria Serif Light"/>
                <a:cs typeface="Inria Serif Light"/>
              </a:rPr>
              <a:t> </a:t>
            </a:r>
            <a:r>
              <a:rPr sz="2450" spc="70" dirty="0">
                <a:solidFill>
                  <a:srgbClr val="292929"/>
                </a:solidFill>
                <a:latin typeface="Inria Serif Light"/>
                <a:cs typeface="Inria Serif Light"/>
              </a:rPr>
              <a:t>integrated</a:t>
            </a:r>
            <a:r>
              <a:rPr sz="2450" spc="165" dirty="0">
                <a:solidFill>
                  <a:srgbClr val="292929"/>
                </a:solidFill>
                <a:latin typeface="Inria Serif Light"/>
                <a:cs typeface="Inria Serif Light"/>
              </a:rPr>
              <a:t> </a:t>
            </a:r>
            <a:r>
              <a:rPr sz="2450" spc="60" dirty="0">
                <a:solidFill>
                  <a:srgbClr val="292929"/>
                </a:solidFill>
                <a:latin typeface="Inria Serif Light"/>
                <a:cs typeface="Inria Serif Light"/>
              </a:rPr>
              <a:t>into</a:t>
            </a:r>
            <a:r>
              <a:rPr sz="2450" spc="170" dirty="0">
                <a:solidFill>
                  <a:srgbClr val="292929"/>
                </a:solidFill>
                <a:latin typeface="Inria Serif Light"/>
                <a:cs typeface="Inria Serif Light"/>
              </a:rPr>
              <a:t> </a:t>
            </a:r>
            <a:r>
              <a:rPr sz="2450" spc="65" dirty="0">
                <a:solidFill>
                  <a:srgbClr val="292929"/>
                </a:solidFill>
                <a:latin typeface="Inria Serif Light"/>
                <a:cs typeface="Inria Serif Light"/>
              </a:rPr>
              <a:t>smart</a:t>
            </a:r>
            <a:r>
              <a:rPr sz="2450" spc="170" dirty="0">
                <a:solidFill>
                  <a:srgbClr val="292929"/>
                </a:solidFill>
                <a:latin typeface="Inria Serif Light"/>
                <a:cs typeface="Inria Serif Light"/>
              </a:rPr>
              <a:t> </a:t>
            </a:r>
            <a:r>
              <a:rPr sz="2450" spc="65" dirty="0">
                <a:solidFill>
                  <a:srgbClr val="292929"/>
                </a:solidFill>
                <a:latin typeface="Inria Serif Light"/>
                <a:cs typeface="Inria Serif Light"/>
              </a:rPr>
              <a:t>homes,</a:t>
            </a:r>
            <a:r>
              <a:rPr sz="2450" spc="170" dirty="0">
                <a:solidFill>
                  <a:srgbClr val="292929"/>
                </a:solidFill>
                <a:latin typeface="Inria Serif Light"/>
                <a:cs typeface="Inria Serif Light"/>
              </a:rPr>
              <a:t> </a:t>
            </a:r>
            <a:r>
              <a:rPr sz="2450" spc="70" dirty="0">
                <a:solidFill>
                  <a:srgbClr val="292929"/>
                </a:solidFill>
                <a:latin typeface="Inria Serif Light"/>
                <a:cs typeface="Inria Serif Light"/>
              </a:rPr>
              <a:t>healthcare,</a:t>
            </a:r>
            <a:r>
              <a:rPr sz="2450" spc="170" dirty="0">
                <a:solidFill>
                  <a:srgbClr val="292929"/>
                </a:solidFill>
                <a:latin typeface="Inria Serif Light"/>
                <a:cs typeface="Inria Serif Light"/>
              </a:rPr>
              <a:t> </a:t>
            </a:r>
            <a:r>
              <a:rPr sz="2450" spc="55" dirty="0">
                <a:solidFill>
                  <a:srgbClr val="292929"/>
                </a:solidFill>
                <a:latin typeface="Inria Serif Light"/>
                <a:cs typeface="Inria Serif Light"/>
              </a:rPr>
              <a:t>industry,</a:t>
            </a:r>
            <a:r>
              <a:rPr sz="2450" spc="170" dirty="0">
                <a:solidFill>
                  <a:srgbClr val="292929"/>
                </a:solidFill>
                <a:latin typeface="Inria Serif Light"/>
                <a:cs typeface="Inria Serif Light"/>
              </a:rPr>
              <a:t> </a:t>
            </a:r>
            <a:r>
              <a:rPr sz="2450" spc="60" dirty="0">
                <a:solidFill>
                  <a:srgbClr val="292929"/>
                </a:solidFill>
                <a:latin typeface="Inria Serif Light"/>
                <a:cs typeface="Inria Serif Light"/>
              </a:rPr>
              <a:t>and</a:t>
            </a:r>
            <a:r>
              <a:rPr sz="2450" spc="170" dirty="0">
                <a:solidFill>
                  <a:srgbClr val="292929"/>
                </a:solidFill>
                <a:latin typeface="Inria Serif Light"/>
                <a:cs typeface="Inria Serif Light"/>
              </a:rPr>
              <a:t> </a:t>
            </a:r>
            <a:r>
              <a:rPr sz="2450" spc="50" dirty="0">
                <a:solidFill>
                  <a:srgbClr val="292929"/>
                </a:solidFill>
                <a:latin typeface="Inria Serif Light"/>
                <a:cs typeface="Inria Serif Light"/>
              </a:rPr>
              <a:t>cities.</a:t>
            </a:r>
            <a:endParaRPr sz="2450" dirty="0">
              <a:latin typeface="Inria Serif Light"/>
              <a:cs typeface="Inria Serif Light"/>
            </a:endParaRPr>
          </a:p>
          <a:p>
            <a:pPr>
              <a:lnSpc>
                <a:spcPct val="100000"/>
              </a:lnSpc>
              <a:spcBef>
                <a:spcPts val="980"/>
              </a:spcBef>
              <a:buClr>
                <a:srgbClr val="292929"/>
              </a:buClr>
              <a:buFont typeface="Times New Roman"/>
              <a:buChar char="•"/>
            </a:pPr>
            <a:endParaRPr sz="2450" dirty="0">
              <a:latin typeface="Inria Serif Light"/>
              <a:cs typeface="Inria Serif Light"/>
            </a:endParaRPr>
          </a:p>
          <a:p>
            <a:pPr marL="12700">
              <a:lnSpc>
                <a:spcPct val="100000"/>
              </a:lnSpc>
            </a:pPr>
            <a:r>
              <a:rPr sz="2950" b="1" spc="80" dirty="0">
                <a:solidFill>
                  <a:srgbClr val="292929"/>
                </a:solidFill>
                <a:latin typeface="Inria Serif"/>
                <a:cs typeface="Inria Serif"/>
              </a:rPr>
              <a:t>Resource</a:t>
            </a:r>
            <a:r>
              <a:rPr sz="2950" b="1" spc="215" dirty="0">
                <a:solidFill>
                  <a:srgbClr val="292929"/>
                </a:solidFill>
                <a:latin typeface="Inria Serif"/>
                <a:cs typeface="Inria Serif"/>
              </a:rPr>
              <a:t> </a:t>
            </a:r>
            <a:r>
              <a:rPr sz="2950" b="1" spc="85" dirty="0">
                <a:solidFill>
                  <a:srgbClr val="292929"/>
                </a:solidFill>
                <a:latin typeface="Inria Serif"/>
                <a:cs typeface="Inria Serif"/>
              </a:rPr>
              <a:t>Constraints</a:t>
            </a:r>
            <a:endParaRPr sz="2950" dirty="0">
              <a:latin typeface="Inria Serif"/>
              <a:cs typeface="Inria Serif"/>
            </a:endParaRPr>
          </a:p>
          <a:p>
            <a:pPr marL="281305" indent="-268605">
              <a:lnSpc>
                <a:spcPct val="100000"/>
              </a:lnSpc>
              <a:spcBef>
                <a:spcPts val="2685"/>
              </a:spcBef>
              <a:buFont typeface="Times New Roman"/>
              <a:buChar char="•"/>
              <a:tabLst>
                <a:tab pos="281305" algn="l"/>
              </a:tabLst>
            </a:pPr>
            <a:r>
              <a:rPr sz="2450" spc="70" dirty="0">
                <a:solidFill>
                  <a:srgbClr val="292929"/>
                </a:solidFill>
                <a:latin typeface="Inria Serif Light"/>
                <a:cs typeface="Inria Serif Light"/>
              </a:rPr>
              <a:t>Limited</a:t>
            </a:r>
            <a:r>
              <a:rPr sz="2450" spc="185" dirty="0">
                <a:solidFill>
                  <a:srgbClr val="292929"/>
                </a:solidFill>
                <a:latin typeface="Inria Serif Light"/>
                <a:cs typeface="Inria Serif Light"/>
              </a:rPr>
              <a:t> </a:t>
            </a:r>
            <a:r>
              <a:rPr sz="2450" spc="75" dirty="0">
                <a:solidFill>
                  <a:srgbClr val="292929"/>
                </a:solidFill>
                <a:latin typeface="Inria Serif Light"/>
                <a:cs typeface="Inria Serif Light"/>
              </a:rPr>
              <a:t>processing</a:t>
            </a:r>
            <a:r>
              <a:rPr sz="2450" spc="195" dirty="0">
                <a:solidFill>
                  <a:srgbClr val="292929"/>
                </a:solidFill>
                <a:latin typeface="Inria Serif Light"/>
                <a:cs typeface="Inria Serif Light"/>
              </a:rPr>
              <a:t> </a:t>
            </a:r>
            <a:r>
              <a:rPr sz="2450" dirty="0">
                <a:solidFill>
                  <a:srgbClr val="292929"/>
                </a:solidFill>
                <a:latin typeface="Inria Serif Light"/>
                <a:cs typeface="Inria Serif Light"/>
              </a:rPr>
              <a:t>power,</a:t>
            </a:r>
            <a:r>
              <a:rPr sz="2450" spc="195" dirty="0">
                <a:solidFill>
                  <a:srgbClr val="292929"/>
                </a:solidFill>
                <a:latin typeface="Inria Serif Light"/>
                <a:cs typeface="Inria Serif Light"/>
              </a:rPr>
              <a:t> </a:t>
            </a:r>
            <a:r>
              <a:rPr sz="2450" spc="50" dirty="0">
                <a:solidFill>
                  <a:srgbClr val="292929"/>
                </a:solidFill>
                <a:latin typeface="Inria Serif Light"/>
                <a:cs typeface="Inria Serif Light"/>
              </a:rPr>
              <a:t>memory,</a:t>
            </a:r>
            <a:r>
              <a:rPr sz="2450" spc="195" dirty="0">
                <a:solidFill>
                  <a:srgbClr val="292929"/>
                </a:solidFill>
                <a:latin typeface="Inria Serif Light"/>
                <a:cs typeface="Inria Serif Light"/>
              </a:rPr>
              <a:t> </a:t>
            </a:r>
            <a:r>
              <a:rPr sz="2450" spc="60" dirty="0">
                <a:solidFill>
                  <a:srgbClr val="292929"/>
                </a:solidFill>
                <a:latin typeface="Inria Serif Light"/>
                <a:cs typeface="Inria Serif Light"/>
              </a:rPr>
              <a:t>and</a:t>
            </a:r>
            <a:r>
              <a:rPr sz="2450" spc="195" dirty="0">
                <a:solidFill>
                  <a:srgbClr val="292929"/>
                </a:solidFill>
                <a:latin typeface="Inria Serif Light"/>
                <a:cs typeface="Inria Serif Light"/>
              </a:rPr>
              <a:t> </a:t>
            </a:r>
            <a:r>
              <a:rPr sz="2450" spc="70" dirty="0">
                <a:solidFill>
                  <a:srgbClr val="292929"/>
                </a:solidFill>
                <a:latin typeface="Inria Serif Light"/>
                <a:cs typeface="Inria Serif Light"/>
              </a:rPr>
              <a:t>energy</a:t>
            </a:r>
            <a:r>
              <a:rPr sz="2450" spc="195" dirty="0">
                <a:solidFill>
                  <a:srgbClr val="292929"/>
                </a:solidFill>
                <a:latin typeface="Inria Serif Light"/>
                <a:cs typeface="Inria Serif Light"/>
              </a:rPr>
              <a:t> </a:t>
            </a:r>
            <a:r>
              <a:rPr sz="2450" spc="65" dirty="0">
                <a:solidFill>
                  <a:srgbClr val="292929"/>
                </a:solidFill>
                <a:latin typeface="Inria Serif Light"/>
                <a:cs typeface="Inria Serif Light"/>
              </a:rPr>
              <a:t>make</a:t>
            </a:r>
            <a:r>
              <a:rPr sz="2450" spc="195" dirty="0">
                <a:solidFill>
                  <a:srgbClr val="292929"/>
                </a:solidFill>
                <a:latin typeface="Inria Serif Light"/>
                <a:cs typeface="Inria Serif Light"/>
              </a:rPr>
              <a:t> </a:t>
            </a:r>
            <a:r>
              <a:rPr sz="2450" spc="70" dirty="0">
                <a:solidFill>
                  <a:srgbClr val="292929"/>
                </a:solidFill>
                <a:latin typeface="Inria Serif Light"/>
                <a:cs typeface="Inria Serif Light"/>
              </a:rPr>
              <a:t>security</a:t>
            </a:r>
            <a:r>
              <a:rPr sz="2450" spc="195" dirty="0">
                <a:solidFill>
                  <a:srgbClr val="292929"/>
                </a:solidFill>
                <a:latin typeface="Inria Serif Light"/>
                <a:cs typeface="Inria Serif Light"/>
              </a:rPr>
              <a:t> </a:t>
            </a:r>
            <a:r>
              <a:rPr sz="2450" spc="75" dirty="0">
                <a:solidFill>
                  <a:srgbClr val="292929"/>
                </a:solidFill>
                <a:latin typeface="Inria Serif Light"/>
                <a:cs typeface="Inria Serif Light"/>
              </a:rPr>
              <a:t>implementation</a:t>
            </a:r>
            <a:r>
              <a:rPr sz="2450" spc="195" dirty="0">
                <a:solidFill>
                  <a:srgbClr val="292929"/>
                </a:solidFill>
                <a:latin typeface="Inria Serif Light"/>
                <a:cs typeface="Inria Serif Light"/>
              </a:rPr>
              <a:t> </a:t>
            </a:r>
            <a:r>
              <a:rPr sz="2450" spc="60" dirty="0">
                <a:solidFill>
                  <a:srgbClr val="292929"/>
                </a:solidFill>
                <a:latin typeface="Inria Serif Light"/>
                <a:cs typeface="Inria Serif Light"/>
              </a:rPr>
              <a:t>challenging.</a:t>
            </a:r>
            <a:endParaRPr sz="2450" dirty="0">
              <a:latin typeface="Inria Serif Light"/>
              <a:cs typeface="Inria Serif Light"/>
            </a:endParaRPr>
          </a:p>
          <a:p>
            <a:pPr>
              <a:lnSpc>
                <a:spcPct val="100000"/>
              </a:lnSpc>
              <a:spcBef>
                <a:spcPts val="980"/>
              </a:spcBef>
              <a:buClr>
                <a:srgbClr val="292929"/>
              </a:buClr>
              <a:buFont typeface="Times New Roman"/>
              <a:buChar char="•"/>
            </a:pPr>
            <a:endParaRPr sz="2450" dirty="0">
              <a:latin typeface="Inria Serif Light"/>
              <a:cs typeface="Inria Serif Light"/>
            </a:endParaRPr>
          </a:p>
          <a:p>
            <a:pPr marL="12700">
              <a:lnSpc>
                <a:spcPct val="100000"/>
              </a:lnSpc>
            </a:pPr>
            <a:r>
              <a:rPr sz="2950" b="1" spc="90" dirty="0">
                <a:solidFill>
                  <a:srgbClr val="292929"/>
                </a:solidFill>
                <a:latin typeface="Inria Serif"/>
                <a:cs typeface="Inria Serif"/>
              </a:rPr>
              <a:t>Common</a:t>
            </a:r>
            <a:r>
              <a:rPr sz="2950" b="1" spc="180" dirty="0">
                <a:solidFill>
                  <a:srgbClr val="292929"/>
                </a:solidFill>
                <a:latin typeface="Inria Serif"/>
                <a:cs typeface="Inria Serif"/>
              </a:rPr>
              <a:t> </a:t>
            </a:r>
            <a:r>
              <a:rPr sz="2950" b="1" spc="85" dirty="0">
                <a:solidFill>
                  <a:srgbClr val="292929"/>
                </a:solidFill>
                <a:latin typeface="Inria Serif"/>
                <a:cs typeface="Inria Serif"/>
              </a:rPr>
              <a:t>Attack</a:t>
            </a:r>
            <a:r>
              <a:rPr sz="2950" b="1" spc="195" dirty="0">
                <a:solidFill>
                  <a:srgbClr val="292929"/>
                </a:solidFill>
                <a:latin typeface="Inria Serif"/>
                <a:cs typeface="Inria Serif"/>
              </a:rPr>
              <a:t> </a:t>
            </a:r>
            <a:r>
              <a:rPr sz="2950" b="1" spc="90" dirty="0">
                <a:solidFill>
                  <a:srgbClr val="292929"/>
                </a:solidFill>
                <a:latin typeface="Inria Serif"/>
                <a:cs typeface="Inria Serif"/>
              </a:rPr>
              <a:t>Types</a:t>
            </a:r>
            <a:endParaRPr sz="2950" dirty="0">
              <a:latin typeface="Inria Serif"/>
              <a:cs typeface="Inria Serif"/>
            </a:endParaRPr>
          </a:p>
          <a:p>
            <a:pPr marL="281305" indent="-268605">
              <a:lnSpc>
                <a:spcPct val="100000"/>
              </a:lnSpc>
              <a:spcBef>
                <a:spcPts val="2690"/>
              </a:spcBef>
              <a:buFont typeface="Times New Roman"/>
              <a:buChar char="•"/>
              <a:tabLst>
                <a:tab pos="281305" algn="l"/>
              </a:tabLst>
            </a:pPr>
            <a:r>
              <a:rPr sz="2450" spc="55" dirty="0">
                <a:solidFill>
                  <a:srgbClr val="292929"/>
                </a:solidFill>
                <a:latin typeface="Inria Serif Light"/>
                <a:cs typeface="Inria Serif Light"/>
              </a:rPr>
              <a:t>IoT</a:t>
            </a:r>
            <a:r>
              <a:rPr sz="2450" spc="170" dirty="0">
                <a:solidFill>
                  <a:srgbClr val="292929"/>
                </a:solidFill>
                <a:latin typeface="Inria Serif Light"/>
                <a:cs typeface="Inria Serif Light"/>
              </a:rPr>
              <a:t> </a:t>
            </a:r>
            <a:r>
              <a:rPr sz="2450" spc="70" dirty="0">
                <a:solidFill>
                  <a:srgbClr val="292929"/>
                </a:solidFill>
                <a:latin typeface="Inria Serif Light"/>
                <a:cs typeface="Inria Serif Light"/>
              </a:rPr>
              <a:t>networks</a:t>
            </a:r>
            <a:r>
              <a:rPr sz="2450" spc="170" dirty="0">
                <a:solidFill>
                  <a:srgbClr val="292929"/>
                </a:solidFill>
                <a:latin typeface="Inria Serif Light"/>
                <a:cs typeface="Inria Serif Light"/>
              </a:rPr>
              <a:t> </a:t>
            </a:r>
            <a:r>
              <a:rPr sz="2450" spc="60" dirty="0">
                <a:solidFill>
                  <a:srgbClr val="292929"/>
                </a:solidFill>
                <a:latin typeface="Inria Serif Light"/>
                <a:cs typeface="Inria Serif Light"/>
              </a:rPr>
              <a:t>face</a:t>
            </a:r>
            <a:r>
              <a:rPr sz="2450" spc="170" dirty="0">
                <a:solidFill>
                  <a:srgbClr val="292929"/>
                </a:solidFill>
                <a:latin typeface="Inria Serif Light"/>
                <a:cs typeface="Inria Serif Light"/>
              </a:rPr>
              <a:t> </a:t>
            </a:r>
            <a:r>
              <a:rPr sz="2450" spc="70" dirty="0">
                <a:solidFill>
                  <a:srgbClr val="292929"/>
                </a:solidFill>
                <a:latin typeface="Inria Serif Light"/>
                <a:cs typeface="Inria Serif Light"/>
              </a:rPr>
              <a:t>threats</a:t>
            </a:r>
            <a:r>
              <a:rPr sz="2450" spc="170" dirty="0">
                <a:solidFill>
                  <a:srgbClr val="292929"/>
                </a:solidFill>
                <a:latin typeface="Inria Serif Light"/>
                <a:cs typeface="Inria Serif Light"/>
              </a:rPr>
              <a:t> </a:t>
            </a:r>
            <a:r>
              <a:rPr sz="2450" spc="60" dirty="0">
                <a:solidFill>
                  <a:srgbClr val="292929"/>
                </a:solidFill>
                <a:latin typeface="Inria Serif Light"/>
                <a:cs typeface="Inria Serif Light"/>
              </a:rPr>
              <a:t>like</a:t>
            </a:r>
            <a:r>
              <a:rPr sz="2450" spc="170" dirty="0">
                <a:solidFill>
                  <a:srgbClr val="292929"/>
                </a:solidFill>
                <a:latin typeface="Inria Serif Light"/>
                <a:cs typeface="Inria Serif Light"/>
              </a:rPr>
              <a:t> </a:t>
            </a:r>
            <a:r>
              <a:rPr sz="2450" b="1" spc="65" dirty="0">
                <a:solidFill>
                  <a:srgbClr val="292929"/>
                </a:solidFill>
                <a:latin typeface="Inria Serif"/>
                <a:cs typeface="Inria Serif"/>
              </a:rPr>
              <a:t>DDoS</a:t>
            </a:r>
            <a:r>
              <a:rPr sz="2450" spc="65" dirty="0">
                <a:solidFill>
                  <a:srgbClr val="292929"/>
                </a:solidFill>
                <a:latin typeface="Inria Serif Light"/>
                <a:cs typeface="Inria Serif Light"/>
              </a:rPr>
              <a:t>,</a:t>
            </a:r>
            <a:r>
              <a:rPr sz="2450" spc="175" dirty="0">
                <a:solidFill>
                  <a:srgbClr val="292929"/>
                </a:solidFill>
                <a:latin typeface="Inria Serif Light"/>
                <a:cs typeface="Inria Serif Light"/>
              </a:rPr>
              <a:t> </a:t>
            </a:r>
            <a:r>
              <a:rPr sz="2450" spc="65" dirty="0">
                <a:solidFill>
                  <a:srgbClr val="292929"/>
                </a:solidFill>
                <a:latin typeface="Inria Serif Light"/>
                <a:cs typeface="Inria Serif Light"/>
              </a:rPr>
              <a:t>botnets,</a:t>
            </a:r>
            <a:r>
              <a:rPr sz="2450" spc="170" dirty="0">
                <a:solidFill>
                  <a:srgbClr val="292929"/>
                </a:solidFill>
                <a:latin typeface="Inria Serif Light"/>
                <a:cs typeface="Inria Serif Light"/>
              </a:rPr>
              <a:t> </a:t>
            </a:r>
            <a:r>
              <a:rPr sz="2450" spc="70" dirty="0">
                <a:solidFill>
                  <a:srgbClr val="292929"/>
                </a:solidFill>
                <a:latin typeface="Inria Serif Light"/>
                <a:cs typeface="Inria Serif Light"/>
              </a:rPr>
              <a:t>malware</a:t>
            </a:r>
            <a:r>
              <a:rPr sz="2450" spc="170" dirty="0">
                <a:solidFill>
                  <a:srgbClr val="292929"/>
                </a:solidFill>
                <a:latin typeface="Inria Serif Light"/>
                <a:cs typeface="Inria Serif Light"/>
              </a:rPr>
              <a:t> </a:t>
            </a:r>
            <a:r>
              <a:rPr sz="2450" spc="70" dirty="0">
                <a:solidFill>
                  <a:srgbClr val="292929"/>
                </a:solidFill>
                <a:latin typeface="Inria Serif Light"/>
                <a:cs typeface="Inria Serif Light"/>
              </a:rPr>
              <a:t>injection,</a:t>
            </a:r>
            <a:r>
              <a:rPr sz="2450" spc="170" dirty="0">
                <a:solidFill>
                  <a:srgbClr val="292929"/>
                </a:solidFill>
                <a:latin typeface="Inria Serif Light"/>
                <a:cs typeface="Inria Serif Light"/>
              </a:rPr>
              <a:t> </a:t>
            </a:r>
            <a:r>
              <a:rPr sz="2450" spc="60" dirty="0">
                <a:solidFill>
                  <a:srgbClr val="292929"/>
                </a:solidFill>
                <a:latin typeface="Inria Serif Light"/>
                <a:cs typeface="Inria Serif Light"/>
              </a:rPr>
              <a:t>and</a:t>
            </a:r>
            <a:r>
              <a:rPr sz="2450" spc="170" dirty="0">
                <a:solidFill>
                  <a:srgbClr val="292929"/>
                </a:solidFill>
                <a:latin typeface="Inria Serif Light"/>
                <a:cs typeface="Inria Serif Light"/>
              </a:rPr>
              <a:t> </a:t>
            </a:r>
            <a:r>
              <a:rPr sz="2450" spc="75" dirty="0">
                <a:solidFill>
                  <a:srgbClr val="292929"/>
                </a:solidFill>
                <a:latin typeface="Inria Serif Light"/>
                <a:cs typeface="Inria Serif Light"/>
              </a:rPr>
              <a:t>unauthorized</a:t>
            </a:r>
            <a:r>
              <a:rPr sz="2450" spc="170" dirty="0">
                <a:solidFill>
                  <a:srgbClr val="292929"/>
                </a:solidFill>
                <a:latin typeface="Inria Serif Light"/>
                <a:cs typeface="Inria Serif Light"/>
              </a:rPr>
              <a:t> </a:t>
            </a:r>
            <a:r>
              <a:rPr sz="2450" spc="55" dirty="0">
                <a:solidFill>
                  <a:srgbClr val="292929"/>
                </a:solidFill>
                <a:latin typeface="Inria Serif Light"/>
                <a:cs typeface="Inria Serif Light"/>
              </a:rPr>
              <a:t>access.</a:t>
            </a:r>
            <a:endParaRPr sz="2450" dirty="0">
              <a:latin typeface="Inria Serif Light"/>
              <a:cs typeface="Inria Serif Light"/>
            </a:endParaRPr>
          </a:p>
          <a:p>
            <a:pPr>
              <a:lnSpc>
                <a:spcPct val="100000"/>
              </a:lnSpc>
              <a:spcBef>
                <a:spcPts val="980"/>
              </a:spcBef>
              <a:buClr>
                <a:srgbClr val="292929"/>
              </a:buClr>
              <a:buFont typeface="Times New Roman"/>
              <a:buChar char="•"/>
            </a:pPr>
            <a:endParaRPr sz="2450" dirty="0">
              <a:latin typeface="Inria Serif Light"/>
              <a:cs typeface="Inria Serif Light"/>
            </a:endParaRPr>
          </a:p>
          <a:p>
            <a:pPr marL="12700">
              <a:lnSpc>
                <a:spcPct val="100000"/>
              </a:lnSpc>
            </a:pPr>
            <a:r>
              <a:rPr sz="2950" b="1" spc="85" dirty="0">
                <a:solidFill>
                  <a:srgbClr val="292929"/>
                </a:solidFill>
                <a:latin typeface="Inria Serif"/>
                <a:cs typeface="Inria Serif"/>
              </a:rPr>
              <a:t>Impact</a:t>
            </a:r>
            <a:r>
              <a:rPr sz="2950" b="1" spc="225" dirty="0">
                <a:solidFill>
                  <a:srgbClr val="292929"/>
                </a:solidFill>
                <a:latin typeface="Inria Serif"/>
                <a:cs typeface="Inria Serif"/>
              </a:rPr>
              <a:t> </a:t>
            </a:r>
            <a:r>
              <a:rPr sz="2950" b="1" dirty="0">
                <a:solidFill>
                  <a:srgbClr val="292929"/>
                </a:solidFill>
                <a:latin typeface="Inria Serif"/>
                <a:cs typeface="Inria Serif"/>
              </a:rPr>
              <a:t>of</a:t>
            </a:r>
            <a:r>
              <a:rPr sz="2950" b="1" spc="235" dirty="0">
                <a:solidFill>
                  <a:srgbClr val="292929"/>
                </a:solidFill>
                <a:latin typeface="Inria Serif"/>
                <a:cs typeface="Inria Serif"/>
              </a:rPr>
              <a:t> </a:t>
            </a:r>
            <a:r>
              <a:rPr sz="2950" b="1" spc="85" dirty="0">
                <a:solidFill>
                  <a:srgbClr val="292929"/>
                </a:solidFill>
                <a:latin typeface="Inria Serif"/>
                <a:cs typeface="Inria Serif"/>
              </a:rPr>
              <a:t>Vulnerabilities</a:t>
            </a:r>
            <a:endParaRPr sz="2950" dirty="0">
              <a:latin typeface="Inria Serif"/>
              <a:cs typeface="Inria Serif"/>
            </a:endParaRPr>
          </a:p>
          <a:p>
            <a:pPr marL="281305" marR="243204" indent="-269240">
              <a:lnSpc>
                <a:spcPct val="110100"/>
              </a:lnSpc>
              <a:spcBef>
                <a:spcPts val="2390"/>
              </a:spcBef>
              <a:buFont typeface="Times New Roman"/>
              <a:buChar char="•"/>
              <a:tabLst>
                <a:tab pos="281305" algn="l"/>
              </a:tabLst>
            </a:pPr>
            <a:r>
              <a:rPr sz="2450" spc="70" dirty="0">
                <a:solidFill>
                  <a:srgbClr val="292929"/>
                </a:solidFill>
                <a:latin typeface="Inria Serif Light"/>
                <a:cs typeface="Inria Serif Light"/>
              </a:rPr>
              <a:t>Security</a:t>
            </a:r>
            <a:r>
              <a:rPr sz="2450" spc="175" dirty="0">
                <a:solidFill>
                  <a:srgbClr val="292929"/>
                </a:solidFill>
                <a:latin typeface="Inria Serif Light"/>
                <a:cs typeface="Inria Serif Light"/>
              </a:rPr>
              <a:t> </a:t>
            </a:r>
            <a:r>
              <a:rPr sz="2450" spc="65" dirty="0">
                <a:solidFill>
                  <a:srgbClr val="292929"/>
                </a:solidFill>
                <a:latin typeface="Inria Serif Light"/>
                <a:cs typeface="Inria Serif Light"/>
              </a:rPr>
              <a:t>gaps</a:t>
            </a:r>
            <a:r>
              <a:rPr sz="2450" spc="180" dirty="0">
                <a:solidFill>
                  <a:srgbClr val="292929"/>
                </a:solidFill>
                <a:latin typeface="Inria Serif Light"/>
                <a:cs typeface="Inria Serif Light"/>
              </a:rPr>
              <a:t> </a:t>
            </a:r>
            <a:r>
              <a:rPr sz="2450" spc="60" dirty="0">
                <a:solidFill>
                  <a:srgbClr val="292929"/>
                </a:solidFill>
                <a:latin typeface="Inria Serif Light"/>
                <a:cs typeface="Inria Serif Light"/>
              </a:rPr>
              <a:t>can</a:t>
            </a:r>
            <a:r>
              <a:rPr sz="2450" spc="175" dirty="0">
                <a:solidFill>
                  <a:srgbClr val="292929"/>
                </a:solidFill>
                <a:latin typeface="Inria Serif Light"/>
                <a:cs typeface="Inria Serif Light"/>
              </a:rPr>
              <a:t> </a:t>
            </a:r>
            <a:r>
              <a:rPr sz="2450" spc="60" dirty="0">
                <a:solidFill>
                  <a:srgbClr val="292929"/>
                </a:solidFill>
                <a:latin typeface="Inria Serif Light"/>
                <a:cs typeface="Inria Serif Light"/>
              </a:rPr>
              <a:t>lead</a:t>
            </a:r>
            <a:r>
              <a:rPr sz="2450" spc="175" dirty="0">
                <a:solidFill>
                  <a:srgbClr val="292929"/>
                </a:solidFill>
                <a:latin typeface="Inria Serif Light"/>
                <a:cs typeface="Inria Serif Light"/>
              </a:rPr>
              <a:t> </a:t>
            </a:r>
            <a:r>
              <a:rPr sz="2450" dirty="0">
                <a:solidFill>
                  <a:srgbClr val="292929"/>
                </a:solidFill>
                <a:latin typeface="Inria Serif Light"/>
                <a:cs typeface="Inria Serif Light"/>
              </a:rPr>
              <a:t>to</a:t>
            </a:r>
            <a:r>
              <a:rPr sz="2450" spc="175" dirty="0">
                <a:solidFill>
                  <a:srgbClr val="292929"/>
                </a:solidFill>
                <a:latin typeface="Inria Serif Light"/>
                <a:cs typeface="Inria Serif Light"/>
              </a:rPr>
              <a:t> </a:t>
            </a:r>
            <a:r>
              <a:rPr sz="2450" b="1" spc="65" dirty="0">
                <a:solidFill>
                  <a:srgbClr val="292929"/>
                </a:solidFill>
                <a:latin typeface="Inria Serif"/>
                <a:cs typeface="Inria Serif"/>
              </a:rPr>
              <a:t>data</a:t>
            </a:r>
            <a:r>
              <a:rPr sz="2450" b="1" spc="180" dirty="0">
                <a:solidFill>
                  <a:srgbClr val="292929"/>
                </a:solidFill>
                <a:latin typeface="Inria Serif"/>
                <a:cs typeface="Inria Serif"/>
              </a:rPr>
              <a:t> </a:t>
            </a:r>
            <a:r>
              <a:rPr sz="2450" b="1" spc="70" dirty="0">
                <a:solidFill>
                  <a:srgbClr val="292929"/>
                </a:solidFill>
                <a:latin typeface="Inria Serif"/>
                <a:cs typeface="Inria Serif"/>
              </a:rPr>
              <a:t>breaches</a:t>
            </a:r>
            <a:r>
              <a:rPr sz="2450" spc="70" dirty="0">
                <a:solidFill>
                  <a:srgbClr val="292929"/>
                </a:solidFill>
                <a:latin typeface="Inria Serif Light"/>
                <a:cs typeface="Inria Serif Light"/>
              </a:rPr>
              <a:t>,</a:t>
            </a:r>
            <a:r>
              <a:rPr sz="2450" spc="175" dirty="0">
                <a:solidFill>
                  <a:srgbClr val="292929"/>
                </a:solidFill>
                <a:latin typeface="Inria Serif Light"/>
                <a:cs typeface="Inria Serif Light"/>
              </a:rPr>
              <a:t> </a:t>
            </a:r>
            <a:r>
              <a:rPr sz="2450" spc="70" dirty="0">
                <a:solidFill>
                  <a:srgbClr val="292929"/>
                </a:solidFill>
                <a:latin typeface="Inria Serif Light"/>
                <a:cs typeface="Inria Serif Light"/>
              </a:rPr>
              <a:t>service</a:t>
            </a:r>
            <a:r>
              <a:rPr sz="2450" spc="175" dirty="0">
                <a:solidFill>
                  <a:srgbClr val="292929"/>
                </a:solidFill>
                <a:latin typeface="Inria Serif Light"/>
                <a:cs typeface="Inria Serif Light"/>
              </a:rPr>
              <a:t> </a:t>
            </a:r>
            <a:r>
              <a:rPr sz="2450" spc="70" dirty="0">
                <a:solidFill>
                  <a:srgbClr val="292929"/>
                </a:solidFill>
                <a:latin typeface="Inria Serif Light"/>
                <a:cs typeface="Inria Serif Light"/>
              </a:rPr>
              <a:t>interruptions,</a:t>
            </a:r>
            <a:r>
              <a:rPr sz="2450" spc="175" dirty="0">
                <a:solidFill>
                  <a:srgbClr val="292929"/>
                </a:solidFill>
                <a:latin typeface="Inria Serif Light"/>
                <a:cs typeface="Inria Serif Light"/>
              </a:rPr>
              <a:t> </a:t>
            </a:r>
            <a:r>
              <a:rPr sz="2450" spc="60" dirty="0">
                <a:solidFill>
                  <a:srgbClr val="292929"/>
                </a:solidFill>
                <a:latin typeface="Inria Serif Light"/>
                <a:cs typeface="Inria Serif Light"/>
              </a:rPr>
              <a:t>and</a:t>
            </a:r>
            <a:r>
              <a:rPr sz="2450" spc="180" dirty="0">
                <a:solidFill>
                  <a:srgbClr val="292929"/>
                </a:solidFill>
                <a:latin typeface="Inria Serif Light"/>
                <a:cs typeface="Inria Serif Light"/>
              </a:rPr>
              <a:t> </a:t>
            </a:r>
            <a:r>
              <a:rPr sz="2450" spc="75" dirty="0">
                <a:solidFill>
                  <a:srgbClr val="292929"/>
                </a:solidFill>
                <a:latin typeface="Inria Serif Light"/>
                <a:cs typeface="Inria Serif Light"/>
              </a:rPr>
              <a:t>compromised</a:t>
            </a:r>
            <a:r>
              <a:rPr sz="2450" spc="175" dirty="0">
                <a:solidFill>
                  <a:srgbClr val="292929"/>
                </a:solidFill>
                <a:latin typeface="Inria Serif Light"/>
                <a:cs typeface="Inria Serif Light"/>
              </a:rPr>
              <a:t> </a:t>
            </a:r>
            <a:r>
              <a:rPr sz="2450" spc="60" dirty="0">
                <a:solidFill>
                  <a:srgbClr val="292929"/>
                </a:solidFill>
                <a:latin typeface="Inria Serif Light"/>
                <a:cs typeface="Inria Serif Light"/>
              </a:rPr>
              <a:t>network </a:t>
            </a:r>
            <a:r>
              <a:rPr sz="2450" spc="45" dirty="0">
                <a:solidFill>
                  <a:srgbClr val="292929"/>
                </a:solidFill>
                <a:latin typeface="Inria Serif Light"/>
                <a:cs typeface="Inria Serif Light"/>
              </a:rPr>
              <a:t>stability.</a:t>
            </a:r>
            <a:endParaRPr sz="2450" dirty="0">
              <a:latin typeface="Inria Serif Light"/>
              <a:cs typeface="Inria Serif Light"/>
            </a:endParaRPr>
          </a:p>
        </p:txBody>
      </p:sp>
      <p:sp>
        <p:nvSpPr>
          <p:cNvPr id="4" name="object 4"/>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FFFFFF"/>
                </a:solidFill>
                <a:latin typeface="Inria Sans"/>
                <a:cs typeface="Inria Sans"/>
              </a:rPr>
              <a:t>5/13/2026</a:t>
            </a:r>
            <a:endParaRPr sz="2000">
              <a:latin typeface="Inria Sans"/>
              <a:cs typeface="Inria Sans"/>
            </a:endParaRPr>
          </a:p>
        </p:txBody>
      </p:sp>
      <p:sp>
        <p:nvSpPr>
          <p:cNvPr id="5" name="object 5"/>
          <p:cNvSpPr/>
          <p:nvPr/>
        </p:nvSpPr>
        <p:spPr>
          <a:xfrm>
            <a:off x="914845" y="9324426"/>
            <a:ext cx="539750" cy="403860"/>
          </a:xfrm>
          <a:custGeom>
            <a:avLst/>
            <a:gdLst/>
            <a:ahLst/>
            <a:cxnLst/>
            <a:rect l="l" t="t" r="r" b="b"/>
            <a:pathLst>
              <a:path w="539750" h="403859">
                <a:moveTo>
                  <a:pt x="486206" y="0"/>
                </a:moveTo>
                <a:lnTo>
                  <a:pt x="53543" y="0"/>
                </a:lnTo>
                <a:lnTo>
                  <a:pt x="32800" y="4240"/>
                </a:lnTo>
                <a:lnTo>
                  <a:pt x="15770" y="15770"/>
                </a:lnTo>
                <a:lnTo>
                  <a:pt x="4240" y="32800"/>
                </a:lnTo>
                <a:lnTo>
                  <a:pt x="0" y="53543"/>
                </a:lnTo>
                <a:lnTo>
                  <a:pt x="0" y="349897"/>
                </a:lnTo>
                <a:lnTo>
                  <a:pt x="4240" y="370640"/>
                </a:lnTo>
                <a:lnTo>
                  <a:pt x="15770" y="387670"/>
                </a:lnTo>
                <a:lnTo>
                  <a:pt x="32800" y="399200"/>
                </a:lnTo>
                <a:lnTo>
                  <a:pt x="53543" y="403440"/>
                </a:lnTo>
                <a:lnTo>
                  <a:pt x="486575" y="403440"/>
                </a:lnTo>
                <a:lnTo>
                  <a:pt x="507519" y="399188"/>
                </a:lnTo>
                <a:lnTo>
                  <a:pt x="524578" y="387578"/>
                </a:lnTo>
                <a:lnTo>
                  <a:pt x="535929" y="370329"/>
                </a:lnTo>
                <a:lnTo>
                  <a:pt x="539750" y="349161"/>
                </a:lnTo>
                <a:lnTo>
                  <a:pt x="539750" y="53543"/>
                </a:lnTo>
                <a:lnTo>
                  <a:pt x="535561" y="32800"/>
                </a:lnTo>
                <a:lnTo>
                  <a:pt x="524117" y="15770"/>
                </a:lnTo>
                <a:lnTo>
                  <a:pt x="507104" y="4240"/>
                </a:lnTo>
                <a:lnTo>
                  <a:pt x="486206" y="0"/>
                </a:lnTo>
                <a:close/>
              </a:path>
            </a:pathLst>
          </a:custGeom>
          <a:solidFill>
            <a:srgbClr val="282828"/>
          </a:solidFill>
        </p:spPr>
        <p:txBody>
          <a:bodyPr wrap="square" lIns="0" tIns="0" rIns="0" bIns="0" rtlCol="0"/>
          <a:lstStyle/>
          <a:p>
            <a:endParaRPr/>
          </a:p>
        </p:txBody>
      </p:sp>
      <p:sp>
        <p:nvSpPr>
          <p:cNvPr id="6" name="object 6"/>
          <p:cNvSpPr txBox="1"/>
          <p:nvPr/>
        </p:nvSpPr>
        <p:spPr>
          <a:xfrm>
            <a:off x="998475" y="9351895"/>
            <a:ext cx="368300" cy="330200"/>
          </a:xfrm>
          <a:prstGeom prst="rect">
            <a:avLst/>
          </a:prstGeom>
        </p:spPr>
        <p:txBody>
          <a:bodyPr vert="horz" wrap="square" lIns="0" tIns="6350" rIns="0" bIns="0" rtlCol="0">
            <a:spAutoFit/>
          </a:bodyPr>
          <a:lstStyle/>
          <a:p>
            <a:pPr marL="12700">
              <a:lnSpc>
                <a:spcPct val="100000"/>
              </a:lnSpc>
              <a:spcBef>
                <a:spcPts val="50"/>
              </a:spcBef>
            </a:pPr>
            <a:r>
              <a:rPr sz="2000" b="1" spc="-25" dirty="0">
                <a:solidFill>
                  <a:srgbClr val="FFFFFF"/>
                </a:solidFill>
                <a:latin typeface="Inria Sans"/>
                <a:cs typeface="Inria Sans"/>
              </a:rPr>
              <a:t>04.</a:t>
            </a:r>
            <a:endParaRPr sz="2000">
              <a:latin typeface="Inria Sans"/>
              <a:cs typeface="Inri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389808" y="571500"/>
            <a:ext cx="9411792" cy="1397000"/>
          </a:xfrm>
          <a:prstGeom prst="rect">
            <a:avLst/>
          </a:prstGeom>
        </p:spPr>
        <p:txBody>
          <a:bodyPr vert="horz" wrap="square" lIns="0" tIns="12700" rIns="0" bIns="0" rtlCol="0">
            <a:spAutoFit/>
          </a:bodyPr>
          <a:lstStyle/>
          <a:p>
            <a:pPr marL="12700">
              <a:lnSpc>
                <a:spcPct val="100000"/>
              </a:lnSpc>
              <a:spcBef>
                <a:spcPts val="100"/>
              </a:spcBef>
            </a:pPr>
            <a:r>
              <a:rPr dirty="0">
                <a:latin typeface="Bebas Neue Regular"/>
                <a:cs typeface="Bebas Neue Regular"/>
              </a:rPr>
              <a:t>NEED</a:t>
            </a:r>
            <a:r>
              <a:rPr spc="-114" dirty="0">
                <a:latin typeface="Bebas Neue Regular"/>
                <a:cs typeface="Bebas Neue Regular"/>
              </a:rPr>
              <a:t> </a:t>
            </a:r>
            <a:r>
              <a:rPr dirty="0">
                <a:latin typeface="Bebas Neue Regular"/>
                <a:cs typeface="Bebas Neue Regular"/>
              </a:rPr>
              <a:t>FOR</a:t>
            </a:r>
            <a:r>
              <a:rPr spc="-114" dirty="0">
                <a:latin typeface="Bebas Neue Regular"/>
                <a:cs typeface="Bebas Neue Regular"/>
              </a:rPr>
              <a:t> </a:t>
            </a:r>
            <a:r>
              <a:rPr spc="-10" dirty="0">
                <a:latin typeface="Bebas Neue Regular"/>
                <a:cs typeface="Bebas Neue Regular"/>
              </a:rPr>
              <a:t>LIGHTWEIGHT</a:t>
            </a:r>
            <a:r>
              <a:rPr spc="-114" dirty="0">
                <a:latin typeface="Bebas Neue Regular"/>
                <a:cs typeface="Bebas Neue Regular"/>
              </a:rPr>
              <a:t> </a:t>
            </a:r>
            <a:r>
              <a:rPr spc="-25" dirty="0">
                <a:latin typeface="Bebas Neue Regular"/>
                <a:cs typeface="Bebas Neue Regular"/>
              </a:rPr>
              <a:t>IDS</a:t>
            </a:r>
          </a:p>
        </p:txBody>
      </p:sp>
      <p:sp>
        <p:nvSpPr>
          <p:cNvPr id="3" name="object 3"/>
          <p:cNvSpPr txBox="1"/>
          <p:nvPr/>
        </p:nvSpPr>
        <p:spPr>
          <a:xfrm>
            <a:off x="3389808" y="2280068"/>
            <a:ext cx="14126210" cy="6924675"/>
          </a:xfrm>
          <a:prstGeom prst="rect">
            <a:avLst/>
          </a:prstGeom>
        </p:spPr>
        <p:txBody>
          <a:bodyPr vert="horz" wrap="square" lIns="0" tIns="15875" rIns="0" bIns="0" rtlCol="0">
            <a:spAutoFit/>
          </a:bodyPr>
          <a:lstStyle/>
          <a:p>
            <a:pPr marL="12700">
              <a:lnSpc>
                <a:spcPct val="100000"/>
              </a:lnSpc>
              <a:spcBef>
                <a:spcPts val="125"/>
              </a:spcBef>
            </a:pPr>
            <a:r>
              <a:rPr sz="3100" b="1" spc="90" dirty="0">
                <a:solidFill>
                  <a:srgbClr val="292929"/>
                </a:solidFill>
                <a:latin typeface="Inria Serif"/>
                <a:cs typeface="Inria Serif"/>
              </a:rPr>
              <a:t>Traditional</a:t>
            </a:r>
            <a:r>
              <a:rPr sz="3100" b="1" spc="200" dirty="0">
                <a:solidFill>
                  <a:srgbClr val="292929"/>
                </a:solidFill>
                <a:latin typeface="Inria Serif"/>
                <a:cs typeface="Inria Serif"/>
              </a:rPr>
              <a:t> </a:t>
            </a:r>
            <a:r>
              <a:rPr sz="3100" b="1" spc="75" dirty="0">
                <a:solidFill>
                  <a:srgbClr val="292929"/>
                </a:solidFill>
                <a:latin typeface="Inria Serif"/>
                <a:cs typeface="Inria Serif"/>
              </a:rPr>
              <a:t>IDS</a:t>
            </a:r>
            <a:r>
              <a:rPr sz="3100" b="1" spc="204" dirty="0">
                <a:solidFill>
                  <a:srgbClr val="292929"/>
                </a:solidFill>
                <a:latin typeface="Inria Serif"/>
                <a:cs typeface="Inria Serif"/>
              </a:rPr>
              <a:t> </a:t>
            </a:r>
            <a:r>
              <a:rPr sz="3100" b="1" spc="80" dirty="0">
                <a:solidFill>
                  <a:srgbClr val="292929"/>
                </a:solidFill>
                <a:latin typeface="Inria Serif"/>
                <a:cs typeface="Inria Serif"/>
              </a:rPr>
              <a:t>Limitations</a:t>
            </a:r>
            <a:endParaRPr sz="3100">
              <a:latin typeface="Inria Serif"/>
              <a:cs typeface="Inria Serif"/>
            </a:endParaRPr>
          </a:p>
          <a:p>
            <a:pPr marL="293370" indent="-280670">
              <a:lnSpc>
                <a:spcPct val="100000"/>
              </a:lnSpc>
              <a:spcBef>
                <a:spcPts val="2775"/>
              </a:spcBef>
              <a:buFont typeface="Times New Roman"/>
              <a:buChar char="•"/>
              <a:tabLst>
                <a:tab pos="293370" algn="l"/>
              </a:tabLst>
            </a:pPr>
            <a:r>
              <a:rPr sz="2600" spc="60" dirty="0">
                <a:solidFill>
                  <a:srgbClr val="292929"/>
                </a:solidFill>
                <a:latin typeface="Inria Serif Light"/>
                <a:cs typeface="Inria Serif Light"/>
              </a:rPr>
              <a:t>High</a:t>
            </a:r>
            <a:r>
              <a:rPr sz="2600" spc="175" dirty="0">
                <a:solidFill>
                  <a:srgbClr val="292929"/>
                </a:solidFill>
                <a:latin typeface="Inria Serif Light"/>
                <a:cs typeface="Inria Serif Light"/>
              </a:rPr>
              <a:t> </a:t>
            </a:r>
            <a:r>
              <a:rPr sz="2600" spc="70" dirty="0">
                <a:solidFill>
                  <a:srgbClr val="292929"/>
                </a:solidFill>
                <a:latin typeface="Inria Serif Light"/>
                <a:cs typeface="Inria Serif Light"/>
              </a:rPr>
              <a:t>computational</a:t>
            </a:r>
            <a:r>
              <a:rPr sz="2600" spc="175" dirty="0">
                <a:solidFill>
                  <a:srgbClr val="292929"/>
                </a:solidFill>
                <a:latin typeface="Inria Serif Light"/>
                <a:cs typeface="Inria Serif Light"/>
              </a:rPr>
              <a:t> </a:t>
            </a:r>
            <a:r>
              <a:rPr sz="2600" spc="50" dirty="0">
                <a:solidFill>
                  <a:srgbClr val="292929"/>
                </a:solidFill>
                <a:latin typeface="Inria Serif Light"/>
                <a:cs typeface="Inria Serif Light"/>
              </a:rPr>
              <a:t>and</a:t>
            </a:r>
            <a:r>
              <a:rPr sz="2600" spc="175" dirty="0">
                <a:solidFill>
                  <a:srgbClr val="292929"/>
                </a:solidFill>
                <a:latin typeface="Inria Serif Light"/>
                <a:cs typeface="Inria Serif Light"/>
              </a:rPr>
              <a:t> </a:t>
            </a:r>
            <a:r>
              <a:rPr sz="2600" spc="65" dirty="0">
                <a:solidFill>
                  <a:srgbClr val="292929"/>
                </a:solidFill>
                <a:latin typeface="Inria Serif Light"/>
                <a:cs typeface="Inria Serif Light"/>
              </a:rPr>
              <a:t>memory</a:t>
            </a:r>
            <a:r>
              <a:rPr sz="2600" spc="175" dirty="0">
                <a:solidFill>
                  <a:srgbClr val="292929"/>
                </a:solidFill>
                <a:latin typeface="Inria Serif Light"/>
                <a:cs typeface="Inria Serif Light"/>
              </a:rPr>
              <a:t> </a:t>
            </a:r>
            <a:r>
              <a:rPr sz="2600" spc="70" dirty="0">
                <a:solidFill>
                  <a:srgbClr val="292929"/>
                </a:solidFill>
                <a:latin typeface="Inria Serif Light"/>
                <a:cs typeface="Inria Serif Light"/>
              </a:rPr>
              <a:t>requirements</a:t>
            </a:r>
            <a:r>
              <a:rPr sz="2600" spc="175" dirty="0">
                <a:solidFill>
                  <a:srgbClr val="292929"/>
                </a:solidFill>
                <a:latin typeface="Inria Serif Light"/>
                <a:cs typeface="Inria Serif Light"/>
              </a:rPr>
              <a:t> </a:t>
            </a:r>
            <a:r>
              <a:rPr sz="2600" spc="60" dirty="0">
                <a:solidFill>
                  <a:srgbClr val="292929"/>
                </a:solidFill>
                <a:latin typeface="Inria Serif Light"/>
                <a:cs typeface="Inria Serif Light"/>
              </a:rPr>
              <a:t>make</a:t>
            </a:r>
            <a:r>
              <a:rPr sz="2600" spc="175" dirty="0">
                <a:solidFill>
                  <a:srgbClr val="292929"/>
                </a:solidFill>
                <a:latin typeface="Inria Serif Light"/>
                <a:cs typeface="Inria Serif Light"/>
              </a:rPr>
              <a:t> </a:t>
            </a:r>
            <a:r>
              <a:rPr sz="2600" spc="60" dirty="0">
                <a:solidFill>
                  <a:srgbClr val="292929"/>
                </a:solidFill>
                <a:latin typeface="Inria Serif Light"/>
                <a:cs typeface="Inria Serif Light"/>
              </a:rPr>
              <a:t>them</a:t>
            </a:r>
            <a:r>
              <a:rPr sz="2600" spc="175" dirty="0">
                <a:solidFill>
                  <a:srgbClr val="292929"/>
                </a:solidFill>
                <a:latin typeface="Inria Serif Light"/>
                <a:cs typeface="Inria Serif Light"/>
              </a:rPr>
              <a:t> </a:t>
            </a:r>
            <a:r>
              <a:rPr sz="2600" spc="70" dirty="0">
                <a:solidFill>
                  <a:srgbClr val="292929"/>
                </a:solidFill>
                <a:latin typeface="Inria Serif Light"/>
                <a:cs typeface="Inria Serif Light"/>
              </a:rPr>
              <a:t>unsuitable</a:t>
            </a:r>
            <a:r>
              <a:rPr sz="2600" spc="175" dirty="0">
                <a:solidFill>
                  <a:srgbClr val="292929"/>
                </a:solidFill>
                <a:latin typeface="Inria Serif Light"/>
                <a:cs typeface="Inria Serif Light"/>
              </a:rPr>
              <a:t> </a:t>
            </a:r>
            <a:r>
              <a:rPr sz="2600" spc="50" dirty="0">
                <a:solidFill>
                  <a:srgbClr val="292929"/>
                </a:solidFill>
                <a:latin typeface="Inria Serif Light"/>
                <a:cs typeface="Inria Serif Light"/>
              </a:rPr>
              <a:t>for</a:t>
            </a:r>
            <a:r>
              <a:rPr sz="2600" spc="175" dirty="0">
                <a:solidFill>
                  <a:srgbClr val="292929"/>
                </a:solidFill>
                <a:latin typeface="Inria Serif Light"/>
                <a:cs typeface="Inria Serif Light"/>
              </a:rPr>
              <a:t> </a:t>
            </a:r>
            <a:r>
              <a:rPr sz="2600" spc="50" dirty="0">
                <a:solidFill>
                  <a:srgbClr val="292929"/>
                </a:solidFill>
                <a:latin typeface="Inria Serif Light"/>
                <a:cs typeface="Inria Serif Light"/>
              </a:rPr>
              <a:t>IoT</a:t>
            </a:r>
            <a:r>
              <a:rPr sz="2600" spc="175" dirty="0">
                <a:solidFill>
                  <a:srgbClr val="292929"/>
                </a:solidFill>
                <a:latin typeface="Inria Serif Light"/>
                <a:cs typeface="Inria Serif Light"/>
              </a:rPr>
              <a:t> </a:t>
            </a:r>
            <a:r>
              <a:rPr sz="2600" spc="55" dirty="0">
                <a:solidFill>
                  <a:srgbClr val="292929"/>
                </a:solidFill>
                <a:latin typeface="Inria Serif Light"/>
                <a:cs typeface="Inria Serif Light"/>
              </a:rPr>
              <a:t>devices.</a:t>
            </a:r>
            <a:endParaRPr sz="2600">
              <a:latin typeface="Inria Serif Light"/>
              <a:cs typeface="Inria Serif Light"/>
            </a:endParaRPr>
          </a:p>
          <a:p>
            <a:pPr>
              <a:lnSpc>
                <a:spcPct val="100000"/>
              </a:lnSpc>
              <a:spcBef>
                <a:spcPts val="965"/>
              </a:spcBef>
              <a:buClr>
                <a:srgbClr val="292929"/>
              </a:buClr>
              <a:buFont typeface="Times New Roman"/>
              <a:buChar char="•"/>
            </a:pPr>
            <a:endParaRPr sz="2600">
              <a:latin typeface="Inria Serif Light"/>
              <a:cs typeface="Inria Serif Light"/>
            </a:endParaRPr>
          </a:p>
          <a:p>
            <a:pPr marL="12700">
              <a:lnSpc>
                <a:spcPct val="100000"/>
              </a:lnSpc>
            </a:pPr>
            <a:r>
              <a:rPr sz="3100" b="1" spc="75" dirty="0">
                <a:solidFill>
                  <a:srgbClr val="292929"/>
                </a:solidFill>
                <a:latin typeface="Inria Serif"/>
                <a:cs typeface="Inria Serif"/>
              </a:rPr>
              <a:t>Demand</a:t>
            </a:r>
            <a:r>
              <a:rPr sz="3100" b="1" spc="190" dirty="0">
                <a:solidFill>
                  <a:srgbClr val="292929"/>
                </a:solidFill>
                <a:latin typeface="Inria Serif"/>
                <a:cs typeface="Inria Serif"/>
              </a:rPr>
              <a:t> </a:t>
            </a:r>
            <a:r>
              <a:rPr sz="3100" b="1" spc="50" dirty="0">
                <a:solidFill>
                  <a:srgbClr val="292929"/>
                </a:solidFill>
                <a:latin typeface="Inria Serif"/>
                <a:cs typeface="Inria Serif"/>
              </a:rPr>
              <a:t>for</a:t>
            </a:r>
            <a:r>
              <a:rPr sz="3100" b="1" spc="190" dirty="0">
                <a:solidFill>
                  <a:srgbClr val="292929"/>
                </a:solidFill>
                <a:latin typeface="Inria Serif"/>
                <a:cs typeface="Inria Serif"/>
              </a:rPr>
              <a:t> </a:t>
            </a:r>
            <a:r>
              <a:rPr sz="3100" b="1" spc="75" dirty="0">
                <a:solidFill>
                  <a:srgbClr val="292929"/>
                </a:solidFill>
                <a:latin typeface="Inria Serif"/>
                <a:cs typeface="Inria Serif"/>
              </a:rPr>
              <a:t>Lightweight</a:t>
            </a:r>
            <a:r>
              <a:rPr sz="3100" b="1" spc="190" dirty="0">
                <a:solidFill>
                  <a:srgbClr val="292929"/>
                </a:solidFill>
                <a:latin typeface="Inria Serif"/>
                <a:cs typeface="Inria Serif"/>
              </a:rPr>
              <a:t> </a:t>
            </a:r>
            <a:r>
              <a:rPr sz="3100" b="1" spc="80" dirty="0">
                <a:solidFill>
                  <a:srgbClr val="292929"/>
                </a:solidFill>
                <a:latin typeface="Inria Serif"/>
                <a:cs typeface="Inria Serif"/>
              </a:rPr>
              <a:t>Solutions</a:t>
            </a:r>
            <a:endParaRPr sz="3100">
              <a:latin typeface="Inria Serif"/>
              <a:cs typeface="Inria Serif"/>
            </a:endParaRPr>
          </a:p>
          <a:p>
            <a:pPr marL="292735" marR="800735" indent="-280670">
              <a:lnSpc>
                <a:spcPct val="108600"/>
              </a:lnSpc>
              <a:spcBef>
                <a:spcPts val="2510"/>
              </a:spcBef>
              <a:buFont typeface="Times New Roman"/>
              <a:buChar char="•"/>
              <a:tabLst>
                <a:tab pos="294005" algn="l"/>
              </a:tabLst>
            </a:pPr>
            <a:r>
              <a:rPr sz="2600" spc="50" dirty="0">
                <a:solidFill>
                  <a:srgbClr val="292929"/>
                </a:solidFill>
                <a:latin typeface="Inria Serif Light"/>
                <a:cs typeface="Inria Serif Light"/>
              </a:rPr>
              <a:t>IoT</a:t>
            </a:r>
            <a:r>
              <a:rPr sz="2600" spc="170" dirty="0">
                <a:solidFill>
                  <a:srgbClr val="292929"/>
                </a:solidFill>
                <a:latin typeface="Inria Serif Light"/>
                <a:cs typeface="Inria Serif Light"/>
              </a:rPr>
              <a:t> </a:t>
            </a:r>
            <a:r>
              <a:rPr sz="2600" spc="65" dirty="0">
                <a:solidFill>
                  <a:srgbClr val="292929"/>
                </a:solidFill>
                <a:latin typeface="Inria Serif Light"/>
                <a:cs typeface="Inria Serif Light"/>
              </a:rPr>
              <a:t>devices</a:t>
            </a:r>
            <a:r>
              <a:rPr sz="2600" spc="175" dirty="0">
                <a:solidFill>
                  <a:srgbClr val="292929"/>
                </a:solidFill>
                <a:latin typeface="Inria Serif Light"/>
                <a:cs typeface="Inria Serif Light"/>
              </a:rPr>
              <a:t> </a:t>
            </a:r>
            <a:r>
              <a:rPr sz="2600" spc="65" dirty="0">
                <a:solidFill>
                  <a:srgbClr val="292929"/>
                </a:solidFill>
                <a:latin typeface="Inria Serif Light"/>
                <a:cs typeface="Inria Serif Light"/>
              </a:rPr>
              <a:t>require</a:t>
            </a:r>
            <a:r>
              <a:rPr sz="2600" spc="170" dirty="0">
                <a:solidFill>
                  <a:srgbClr val="292929"/>
                </a:solidFill>
                <a:latin typeface="Inria Serif Light"/>
                <a:cs typeface="Inria Serif Light"/>
              </a:rPr>
              <a:t> </a:t>
            </a:r>
            <a:r>
              <a:rPr sz="2600" spc="50" dirty="0">
                <a:solidFill>
                  <a:srgbClr val="292929"/>
                </a:solidFill>
                <a:latin typeface="Inria Serif Light"/>
                <a:cs typeface="Inria Serif Light"/>
              </a:rPr>
              <a:t>IDS</a:t>
            </a:r>
            <a:r>
              <a:rPr sz="2600" spc="175" dirty="0">
                <a:solidFill>
                  <a:srgbClr val="292929"/>
                </a:solidFill>
                <a:latin typeface="Inria Serif Light"/>
                <a:cs typeface="Inria Serif Light"/>
              </a:rPr>
              <a:t> </a:t>
            </a:r>
            <a:r>
              <a:rPr sz="2600" spc="65" dirty="0">
                <a:solidFill>
                  <a:srgbClr val="292929"/>
                </a:solidFill>
                <a:latin typeface="Inria Serif Light"/>
                <a:cs typeface="Inria Serif Light"/>
              </a:rPr>
              <a:t>models</a:t>
            </a:r>
            <a:r>
              <a:rPr sz="2600" spc="170" dirty="0">
                <a:solidFill>
                  <a:srgbClr val="292929"/>
                </a:solidFill>
                <a:latin typeface="Inria Serif Light"/>
                <a:cs typeface="Inria Serif Light"/>
              </a:rPr>
              <a:t> </a:t>
            </a:r>
            <a:r>
              <a:rPr sz="2600" spc="60" dirty="0">
                <a:solidFill>
                  <a:srgbClr val="292929"/>
                </a:solidFill>
                <a:latin typeface="Inria Serif Light"/>
                <a:cs typeface="Inria Serif Light"/>
              </a:rPr>
              <a:t>with</a:t>
            </a:r>
            <a:r>
              <a:rPr sz="2600" spc="175" dirty="0">
                <a:solidFill>
                  <a:srgbClr val="292929"/>
                </a:solidFill>
                <a:latin typeface="Inria Serif Light"/>
                <a:cs typeface="Inria Serif Light"/>
              </a:rPr>
              <a:t> </a:t>
            </a:r>
            <a:r>
              <a:rPr sz="2600" spc="65" dirty="0">
                <a:solidFill>
                  <a:srgbClr val="292929"/>
                </a:solidFill>
                <a:latin typeface="Inria Serif Light"/>
                <a:cs typeface="Inria Serif Light"/>
              </a:rPr>
              <a:t>minimal</a:t>
            </a:r>
            <a:r>
              <a:rPr sz="2600" spc="175" dirty="0">
                <a:solidFill>
                  <a:srgbClr val="292929"/>
                </a:solidFill>
                <a:latin typeface="Inria Serif Light"/>
                <a:cs typeface="Inria Serif Light"/>
              </a:rPr>
              <a:t> </a:t>
            </a:r>
            <a:r>
              <a:rPr sz="2600" spc="70" dirty="0">
                <a:solidFill>
                  <a:srgbClr val="292929"/>
                </a:solidFill>
                <a:latin typeface="Inria Serif Light"/>
                <a:cs typeface="Inria Serif Light"/>
              </a:rPr>
              <a:t>resource</a:t>
            </a:r>
            <a:r>
              <a:rPr sz="2600" spc="170" dirty="0">
                <a:solidFill>
                  <a:srgbClr val="292929"/>
                </a:solidFill>
                <a:latin typeface="Inria Serif Light"/>
                <a:cs typeface="Inria Serif Light"/>
              </a:rPr>
              <a:t> </a:t>
            </a:r>
            <a:r>
              <a:rPr sz="2600" spc="70" dirty="0">
                <a:solidFill>
                  <a:srgbClr val="292929"/>
                </a:solidFill>
                <a:latin typeface="Inria Serif Light"/>
                <a:cs typeface="Inria Serif Light"/>
              </a:rPr>
              <a:t>consumption</a:t>
            </a:r>
            <a:r>
              <a:rPr sz="2600" spc="175" dirty="0">
                <a:solidFill>
                  <a:srgbClr val="292929"/>
                </a:solidFill>
                <a:latin typeface="Inria Serif Light"/>
                <a:cs typeface="Inria Serif Light"/>
              </a:rPr>
              <a:t> </a:t>
            </a:r>
            <a:r>
              <a:rPr sz="2600" spc="50" dirty="0">
                <a:solidFill>
                  <a:srgbClr val="292929"/>
                </a:solidFill>
                <a:latin typeface="Inria Serif Light"/>
                <a:cs typeface="Inria Serif Light"/>
              </a:rPr>
              <a:t>for</a:t>
            </a:r>
            <a:r>
              <a:rPr sz="2600" spc="170" dirty="0">
                <a:solidFill>
                  <a:srgbClr val="292929"/>
                </a:solidFill>
                <a:latin typeface="Inria Serif Light"/>
                <a:cs typeface="Inria Serif Light"/>
              </a:rPr>
              <a:t> </a:t>
            </a:r>
            <a:r>
              <a:rPr sz="2600" spc="50" dirty="0">
                <a:solidFill>
                  <a:srgbClr val="292929"/>
                </a:solidFill>
                <a:latin typeface="Inria Serif Light"/>
                <a:cs typeface="Inria Serif Light"/>
              </a:rPr>
              <a:t>real-</a:t>
            </a:r>
            <a:r>
              <a:rPr sz="2600" spc="60" dirty="0">
                <a:solidFill>
                  <a:srgbClr val="292929"/>
                </a:solidFill>
                <a:latin typeface="Inria Serif Light"/>
                <a:cs typeface="Inria Serif Light"/>
              </a:rPr>
              <a:t>time 	</a:t>
            </a:r>
            <a:r>
              <a:rPr sz="2600" spc="70" dirty="0">
                <a:solidFill>
                  <a:srgbClr val="292929"/>
                </a:solidFill>
                <a:latin typeface="Inria Serif Light"/>
                <a:cs typeface="Inria Serif Light"/>
              </a:rPr>
              <a:t>operation.</a:t>
            </a:r>
            <a:endParaRPr sz="2600">
              <a:latin typeface="Inria Serif Light"/>
              <a:cs typeface="Inria Serif Light"/>
            </a:endParaRPr>
          </a:p>
          <a:p>
            <a:pPr>
              <a:lnSpc>
                <a:spcPct val="100000"/>
              </a:lnSpc>
              <a:spcBef>
                <a:spcPts val="965"/>
              </a:spcBef>
              <a:buClr>
                <a:srgbClr val="292929"/>
              </a:buClr>
              <a:buFont typeface="Times New Roman"/>
              <a:buChar char="•"/>
            </a:pPr>
            <a:endParaRPr sz="2600">
              <a:latin typeface="Inria Serif Light"/>
              <a:cs typeface="Inria Serif Light"/>
            </a:endParaRPr>
          </a:p>
          <a:p>
            <a:pPr marL="12700">
              <a:lnSpc>
                <a:spcPct val="100000"/>
              </a:lnSpc>
            </a:pPr>
            <a:r>
              <a:rPr sz="3100" b="1" spc="80" dirty="0">
                <a:solidFill>
                  <a:srgbClr val="292929"/>
                </a:solidFill>
                <a:latin typeface="Inria Serif"/>
                <a:cs typeface="Inria Serif"/>
              </a:rPr>
              <a:t>Balancing</a:t>
            </a:r>
            <a:r>
              <a:rPr sz="3100" b="1" spc="200" dirty="0">
                <a:solidFill>
                  <a:srgbClr val="292929"/>
                </a:solidFill>
                <a:latin typeface="Inria Serif"/>
                <a:cs typeface="Inria Serif"/>
              </a:rPr>
              <a:t> </a:t>
            </a:r>
            <a:r>
              <a:rPr sz="3100" b="1" spc="75" dirty="0">
                <a:solidFill>
                  <a:srgbClr val="292929"/>
                </a:solidFill>
                <a:latin typeface="Inria Serif"/>
                <a:cs typeface="Inria Serif"/>
              </a:rPr>
              <a:t>Eﬃciency</a:t>
            </a:r>
            <a:r>
              <a:rPr sz="3100" b="1" spc="200" dirty="0">
                <a:solidFill>
                  <a:srgbClr val="292929"/>
                </a:solidFill>
                <a:latin typeface="Inria Serif"/>
                <a:cs typeface="Inria Serif"/>
              </a:rPr>
              <a:t> </a:t>
            </a:r>
            <a:r>
              <a:rPr sz="3100" b="1" spc="60" dirty="0">
                <a:solidFill>
                  <a:srgbClr val="292929"/>
                </a:solidFill>
                <a:latin typeface="Inria Serif"/>
                <a:cs typeface="Inria Serif"/>
              </a:rPr>
              <a:t>and</a:t>
            </a:r>
            <a:r>
              <a:rPr sz="3100" b="1" spc="200" dirty="0">
                <a:solidFill>
                  <a:srgbClr val="292929"/>
                </a:solidFill>
                <a:latin typeface="Inria Serif"/>
                <a:cs typeface="Inria Serif"/>
              </a:rPr>
              <a:t> </a:t>
            </a:r>
            <a:r>
              <a:rPr sz="3100" b="1" spc="65" dirty="0">
                <a:solidFill>
                  <a:srgbClr val="292929"/>
                </a:solidFill>
                <a:latin typeface="Inria Serif"/>
                <a:cs typeface="Inria Serif"/>
              </a:rPr>
              <a:t>Accuracy</a:t>
            </a:r>
            <a:endParaRPr sz="3100">
              <a:latin typeface="Inria Serif"/>
              <a:cs typeface="Inria Serif"/>
            </a:endParaRPr>
          </a:p>
          <a:p>
            <a:pPr marL="293370" indent="-280670">
              <a:lnSpc>
                <a:spcPct val="100000"/>
              </a:lnSpc>
              <a:spcBef>
                <a:spcPts val="2775"/>
              </a:spcBef>
              <a:buFont typeface="Times New Roman"/>
              <a:buChar char="•"/>
              <a:tabLst>
                <a:tab pos="293370" algn="l"/>
              </a:tabLst>
            </a:pPr>
            <a:r>
              <a:rPr sz="2600" spc="70" dirty="0">
                <a:solidFill>
                  <a:srgbClr val="292929"/>
                </a:solidFill>
                <a:latin typeface="Inria Serif Light"/>
                <a:cs typeface="Inria Serif Light"/>
              </a:rPr>
              <a:t>Optimizing</a:t>
            </a:r>
            <a:r>
              <a:rPr sz="2600" spc="170" dirty="0">
                <a:solidFill>
                  <a:srgbClr val="292929"/>
                </a:solidFill>
                <a:latin typeface="Inria Serif Light"/>
                <a:cs typeface="Inria Serif Light"/>
              </a:rPr>
              <a:t> </a:t>
            </a:r>
            <a:r>
              <a:rPr sz="2600" spc="50" dirty="0">
                <a:solidFill>
                  <a:srgbClr val="292929"/>
                </a:solidFill>
                <a:latin typeface="Inria Serif Light"/>
                <a:cs typeface="Inria Serif Light"/>
              </a:rPr>
              <a:t>IDS</a:t>
            </a:r>
            <a:r>
              <a:rPr sz="2600" spc="170" dirty="0">
                <a:solidFill>
                  <a:srgbClr val="292929"/>
                </a:solidFill>
                <a:latin typeface="Inria Serif Light"/>
                <a:cs typeface="Inria Serif Light"/>
              </a:rPr>
              <a:t> </a:t>
            </a:r>
            <a:r>
              <a:rPr sz="2600" spc="50" dirty="0">
                <a:solidFill>
                  <a:srgbClr val="292929"/>
                </a:solidFill>
                <a:latin typeface="Inria Serif Light"/>
                <a:cs typeface="Inria Serif Light"/>
              </a:rPr>
              <a:t>for</a:t>
            </a:r>
            <a:r>
              <a:rPr sz="2600" spc="170" dirty="0">
                <a:solidFill>
                  <a:srgbClr val="292929"/>
                </a:solidFill>
                <a:latin typeface="Inria Serif Light"/>
                <a:cs typeface="Inria Serif Light"/>
              </a:rPr>
              <a:t> </a:t>
            </a:r>
            <a:r>
              <a:rPr sz="2600" b="1" spc="60" dirty="0">
                <a:solidFill>
                  <a:srgbClr val="292929"/>
                </a:solidFill>
                <a:latin typeface="Inria Serif"/>
                <a:cs typeface="Inria Serif"/>
              </a:rPr>
              <a:t>speed</a:t>
            </a:r>
            <a:r>
              <a:rPr sz="2600" b="1" spc="170" dirty="0">
                <a:solidFill>
                  <a:srgbClr val="292929"/>
                </a:solidFill>
                <a:latin typeface="Inria Serif"/>
                <a:cs typeface="Inria Serif"/>
              </a:rPr>
              <a:t> </a:t>
            </a:r>
            <a:r>
              <a:rPr sz="2600" b="1" spc="50" dirty="0">
                <a:solidFill>
                  <a:srgbClr val="292929"/>
                </a:solidFill>
                <a:latin typeface="Inria Serif"/>
                <a:cs typeface="Inria Serif"/>
              </a:rPr>
              <a:t>and</a:t>
            </a:r>
            <a:r>
              <a:rPr sz="2600" b="1" spc="170" dirty="0">
                <a:solidFill>
                  <a:srgbClr val="292929"/>
                </a:solidFill>
                <a:latin typeface="Inria Serif"/>
                <a:cs typeface="Inria Serif"/>
              </a:rPr>
              <a:t> </a:t>
            </a:r>
            <a:r>
              <a:rPr sz="2600" b="1" spc="65" dirty="0">
                <a:solidFill>
                  <a:srgbClr val="292929"/>
                </a:solidFill>
                <a:latin typeface="Inria Serif"/>
                <a:cs typeface="Inria Serif"/>
              </a:rPr>
              <a:t>memory</a:t>
            </a:r>
            <a:r>
              <a:rPr sz="2600" b="1" spc="185" dirty="0">
                <a:solidFill>
                  <a:srgbClr val="292929"/>
                </a:solidFill>
                <a:latin typeface="Inria Serif"/>
                <a:cs typeface="Inria Serif"/>
              </a:rPr>
              <a:t> </a:t>
            </a:r>
            <a:r>
              <a:rPr sz="2600" spc="60" dirty="0">
                <a:solidFill>
                  <a:srgbClr val="292929"/>
                </a:solidFill>
                <a:latin typeface="Inria Serif Light"/>
                <a:cs typeface="Inria Serif Light"/>
              </a:rPr>
              <a:t>must</a:t>
            </a:r>
            <a:r>
              <a:rPr sz="2600" spc="170" dirty="0">
                <a:solidFill>
                  <a:srgbClr val="292929"/>
                </a:solidFill>
                <a:latin typeface="Inria Serif Light"/>
                <a:cs typeface="Inria Serif Light"/>
              </a:rPr>
              <a:t> </a:t>
            </a:r>
            <a:r>
              <a:rPr sz="2600" spc="50" dirty="0">
                <a:solidFill>
                  <a:srgbClr val="292929"/>
                </a:solidFill>
                <a:latin typeface="Inria Serif Light"/>
                <a:cs typeface="Inria Serif Light"/>
              </a:rPr>
              <a:t>not</a:t>
            </a:r>
            <a:r>
              <a:rPr sz="2600" spc="170" dirty="0">
                <a:solidFill>
                  <a:srgbClr val="292929"/>
                </a:solidFill>
                <a:latin typeface="Inria Serif Light"/>
                <a:cs typeface="Inria Serif Light"/>
              </a:rPr>
              <a:t> </a:t>
            </a:r>
            <a:r>
              <a:rPr sz="2600" spc="70" dirty="0">
                <a:solidFill>
                  <a:srgbClr val="292929"/>
                </a:solidFill>
                <a:latin typeface="Inria Serif Light"/>
                <a:cs typeface="Inria Serif Light"/>
              </a:rPr>
              <a:t>compromise</a:t>
            </a:r>
            <a:r>
              <a:rPr sz="2600" spc="170" dirty="0">
                <a:solidFill>
                  <a:srgbClr val="292929"/>
                </a:solidFill>
                <a:latin typeface="Inria Serif Light"/>
                <a:cs typeface="Inria Serif Light"/>
              </a:rPr>
              <a:t> </a:t>
            </a:r>
            <a:r>
              <a:rPr sz="2600" spc="70" dirty="0">
                <a:solidFill>
                  <a:srgbClr val="292929"/>
                </a:solidFill>
                <a:latin typeface="Inria Serif Light"/>
                <a:cs typeface="Inria Serif Light"/>
              </a:rPr>
              <a:t>detection</a:t>
            </a:r>
            <a:r>
              <a:rPr sz="2600" spc="175" dirty="0">
                <a:solidFill>
                  <a:srgbClr val="292929"/>
                </a:solidFill>
                <a:latin typeface="Inria Serif Light"/>
                <a:cs typeface="Inria Serif Light"/>
              </a:rPr>
              <a:t> </a:t>
            </a:r>
            <a:r>
              <a:rPr sz="2600" spc="55" dirty="0">
                <a:solidFill>
                  <a:srgbClr val="292929"/>
                </a:solidFill>
                <a:latin typeface="Inria Serif Light"/>
                <a:cs typeface="Inria Serif Light"/>
              </a:rPr>
              <a:t>performance.</a:t>
            </a:r>
            <a:endParaRPr sz="2600">
              <a:latin typeface="Inria Serif Light"/>
              <a:cs typeface="Inria Serif Light"/>
            </a:endParaRPr>
          </a:p>
          <a:p>
            <a:pPr>
              <a:lnSpc>
                <a:spcPct val="100000"/>
              </a:lnSpc>
              <a:spcBef>
                <a:spcPts val="965"/>
              </a:spcBef>
              <a:buClr>
                <a:srgbClr val="292929"/>
              </a:buClr>
              <a:buFont typeface="Times New Roman"/>
              <a:buChar char="•"/>
            </a:pPr>
            <a:endParaRPr sz="2600">
              <a:latin typeface="Inria Serif Light"/>
              <a:cs typeface="Inria Serif Light"/>
            </a:endParaRPr>
          </a:p>
          <a:p>
            <a:pPr marL="12700">
              <a:lnSpc>
                <a:spcPct val="100000"/>
              </a:lnSpc>
            </a:pPr>
            <a:r>
              <a:rPr sz="3100" b="1" spc="75" dirty="0">
                <a:solidFill>
                  <a:srgbClr val="292929"/>
                </a:solidFill>
                <a:latin typeface="Inria Serif"/>
                <a:cs typeface="Inria Serif"/>
              </a:rPr>
              <a:t>Enabling</a:t>
            </a:r>
            <a:r>
              <a:rPr sz="3100" b="1" spc="215" dirty="0">
                <a:solidFill>
                  <a:srgbClr val="292929"/>
                </a:solidFill>
                <a:latin typeface="Inria Serif"/>
                <a:cs typeface="Inria Serif"/>
              </a:rPr>
              <a:t> </a:t>
            </a:r>
            <a:r>
              <a:rPr sz="3100" b="1" spc="50" dirty="0">
                <a:solidFill>
                  <a:srgbClr val="292929"/>
                </a:solidFill>
                <a:latin typeface="Inria Serif"/>
                <a:cs typeface="Inria Serif"/>
              </a:rPr>
              <a:t>Real-</a:t>
            </a:r>
            <a:r>
              <a:rPr sz="3100" b="1" spc="85" dirty="0">
                <a:solidFill>
                  <a:srgbClr val="292929"/>
                </a:solidFill>
                <a:latin typeface="Inria Serif"/>
                <a:cs typeface="Inria Serif"/>
              </a:rPr>
              <a:t>Time</a:t>
            </a:r>
            <a:r>
              <a:rPr sz="3100" b="1" spc="220" dirty="0">
                <a:solidFill>
                  <a:srgbClr val="292929"/>
                </a:solidFill>
                <a:latin typeface="Inria Serif"/>
                <a:cs typeface="Inria Serif"/>
              </a:rPr>
              <a:t> </a:t>
            </a:r>
            <a:r>
              <a:rPr sz="3100" b="1" spc="80" dirty="0">
                <a:solidFill>
                  <a:srgbClr val="292929"/>
                </a:solidFill>
                <a:latin typeface="Inria Serif"/>
                <a:cs typeface="Inria Serif"/>
              </a:rPr>
              <a:t>Security</a:t>
            </a:r>
            <a:endParaRPr sz="3100">
              <a:latin typeface="Inria Serif"/>
              <a:cs typeface="Inria Serif"/>
            </a:endParaRPr>
          </a:p>
          <a:p>
            <a:pPr marL="293370" indent="-280670">
              <a:lnSpc>
                <a:spcPct val="100000"/>
              </a:lnSpc>
              <a:spcBef>
                <a:spcPts val="2775"/>
              </a:spcBef>
              <a:buFont typeface="Times New Roman"/>
              <a:buChar char="•"/>
              <a:tabLst>
                <a:tab pos="293370" algn="l"/>
              </a:tabLst>
            </a:pPr>
            <a:r>
              <a:rPr sz="2600" spc="70" dirty="0">
                <a:solidFill>
                  <a:srgbClr val="292929"/>
                </a:solidFill>
                <a:latin typeface="Inria Serif Light"/>
                <a:cs typeface="Inria Serif Light"/>
              </a:rPr>
              <a:t>Lightweight</a:t>
            </a:r>
            <a:r>
              <a:rPr sz="2600" spc="170" dirty="0">
                <a:solidFill>
                  <a:srgbClr val="292929"/>
                </a:solidFill>
                <a:latin typeface="Inria Serif Light"/>
                <a:cs typeface="Inria Serif Light"/>
              </a:rPr>
              <a:t> </a:t>
            </a:r>
            <a:r>
              <a:rPr sz="2600" spc="50" dirty="0">
                <a:solidFill>
                  <a:srgbClr val="292929"/>
                </a:solidFill>
                <a:latin typeface="Inria Serif Light"/>
                <a:cs typeface="Inria Serif Light"/>
              </a:rPr>
              <a:t>IDS</a:t>
            </a:r>
            <a:r>
              <a:rPr sz="2600" spc="180" dirty="0">
                <a:solidFill>
                  <a:srgbClr val="292929"/>
                </a:solidFill>
                <a:latin typeface="Inria Serif Light"/>
                <a:cs typeface="Inria Serif Light"/>
              </a:rPr>
              <a:t> </a:t>
            </a:r>
            <a:r>
              <a:rPr sz="2600" spc="65" dirty="0">
                <a:solidFill>
                  <a:srgbClr val="292929"/>
                </a:solidFill>
                <a:latin typeface="Inria Serif Light"/>
                <a:cs typeface="Inria Serif Light"/>
              </a:rPr>
              <a:t>models</a:t>
            </a:r>
            <a:r>
              <a:rPr sz="2600" spc="185" dirty="0">
                <a:solidFill>
                  <a:srgbClr val="292929"/>
                </a:solidFill>
                <a:latin typeface="Inria Serif Light"/>
                <a:cs typeface="Inria Serif Light"/>
              </a:rPr>
              <a:t> </a:t>
            </a:r>
            <a:r>
              <a:rPr sz="2600" spc="60" dirty="0">
                <a:solidFill>
                  <a:srgbClr val="292929"/>
                </a:solidFill>
                <a:latin typeface="Inria Serif Light"/>
                <a:cs typeface="Inria Serif Light"/>
              </a:rPr>
              <a:t>allow</a:t>
            </a:r>
            <a:r>
              <a:rPr sz="2600" spc="180" dirty="0">
                <a:solidFill>
                  <a:srgbClr val="292929"/>
                </a:solidFill>
                <a:latin typeface="Inria Serif Light"/>
                <a:cs typeface="Inria Serif Light"/>
              </a:rPr>
              <a:t> </a:t>
            </a:r>
            <a:r>
              <a:rPr sz="2600" spc="60" dirty="0">
                <a:solidFill>
                  <a:srgbClr val="292929"/>
                </a:solidFill>
                <a:latin typeface="Inria Serif Light"/>
                <a:cs typeface="Inria Serif Light"/>
              </a:rPr>
              <a:t>rapid</a:t>
            </a:r>
            <a:r>
              <a:rPr sz="2600" spc="185" dirty="0">
                <a:solidFill>
                  <a:srgbClr val="292929"/>
                </a:solidFill>
                <a:latin typeface="Inria Serif Light"/>
                <a:cs typeface="Inria Serif Light"/>
              </a:rPr>
              <a:t> </a:t>
            </a:r>
            <a:r>
              <a:rPr sz="2600" spc="65" dirty="0">
                <a:solidFill>
                  <a:srgbClr val="292929"/>
                </a:solidFill>
                <a:latin typeface="Inria Serif Light"/>
                <a:cs typeface="Inria Serif Light"/>
              </a:rPr>
              <a:t>threat</a:t>
            </a:r>
            <a:r>
              <a:rPr sz="2600" spc="180" dirty="0">
                <a:solidFill>
                  <a:srgbClr val="292929"/>
                </a:solidFill>
                <a:latin typeface="Inria Serif Light"/>
                <a:cs typeface="Inria Serif Light"/>
              </a:rPr>
              <a:t> </a:t>
            </a:r>
            <a:r>
              <a:rPr sz="2600" spc="70" dirty="0">
                <a:solidFill>
                  <a:srgbClr val="292929"/>
                </a:solidFill>
                <a:latin typeface="Inria Serif Light"/>
                <a:cs typeface="Inria Serif Light"/>
              </a:rPr>
              <a:t>detection</a:t>
            </a:r>
            <a:r>
              <a:rPr sz="2600" spc="180" dirty="0">
                <a:solidFill>
                  <a:srgbClr val="292929"/>
                </a:solidFill>
                <a:latin typeface="Inria Serif Light"/>
                <a:cs typeface="Inria Serif Light"/>
              </a:rPr>
              <a:t> </a:t>
            </a:r>
            <a:r>
              <a:rPr sz="2600" spc="65" dirty="0">
                <a:solidFill>
                  <a:srgbClr val="292929"/>
                </a:solidFill>
                <a:latin typeface="Inria Serif Light"/>
                <a:cs typeface="Inria Serif Light"/>
              </a:rPr>
              <a:t>directly</a:t>
            </a:r>
            <a:r>
              <a:rPr sz="2600" spc="185" dirty="0">
                <a:solidFill>
                  <a:srgbClr val="292929"/>
                </a:solidFill>
                <a:latin typeface="Inria Serif Light"/>
                <a:cs typeface="Inria Serif Light"/>
              </a:rPr>
              <a:t> </a:t>
            </a:r>
            <a:r>
              <a:rPr sz="2600" dirty="0">
                <a:solidFill>
                  <a:srgbClr val="292929"/>
                </a:solidFill>
                <a:latin typeface="Inria Serif Light"/>
                <a:cs typeface="Inria Serif Light"/>
              </a:rPr>
              <a:t>on</a:t>
            </a:r>
            <a:r>
              <a:rPr sz="2600" spc="180" dirty="0">
                <a:solidFill>
                  <a:srgbClr val="292929"/>
                </a:solidFill>
                <a:latin typeface="Inria Serif Light"/>
                <a:cs typeface="Inria Serif Light"/>
              </a:rPr>
              <a:t> </a:t>
            </a:r>
            <a:r>
              <a:rPr sz="2600" spc="65" dirty="0">
                <a:solidFill>
                  <a:srgbClr val="292929"/>
                </a:solidFill>
                <a:latin typeface="Inria Serif Light"/>
                <a:cs typeface="Inria Serif Light"/>
              </a:rPr>
              <a:t>low-</a:t>
            </a:r>
            <a:r>
              <a:rPr sz="2600" spc="60" dirty="0">
                <a:solidFill>
                  <a:srgbClr val="292929"/>
                </a:solidFill>
                <a:latin typeface="Inria Serif Light"/>
                <a:cs typeface="Inria Serif Light"/>
              </a:rPr>
              <a:t>powered</a:t>
            </a:r>
            <a:r>
              <a:rPr sz="2600" spc="185" dirty="0">
                <a:solidFill>
                  <a:srgbClr val="292929"/>
                </a:solidFill>
                <a:latin typeface="Inria Serif Light"/>
                <a:cs typeface="Inria Serif Light"/>
              </a:rPr>
              <a:t> </a:t>
            </a:r>
            <a:r>
              <a:rPr sz="2600" spc="55" dirty="0">
                <a:solidFill>
                  <a:srgbClr val="292929"/>
                </a:solidFill>
                <a:latin typeface="Inria Serif Light"/>
                <a:cs typeface="Inria Serif Light"/>
              </a:rPr>
              <a:t>devices.</a:t>
            </a:r>
            <a:endParaRPr sz="2600">
              <a:latin typeface="Inria Serif Light"/>
              <a:cs typeface="Inria Serif Light"/>
            </a:endParaRPr>
          </a:p>
        </p:txBody>
      </p:sp>
      <p:sp>
        <p:nvSpPr>
          <p:cNvPr id="4" name="object 4"/>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FFFFFF"/>
                </a:solidFill>
                <a:latin typeface="Inria Sans"/>
                <a:cs typeface="Inria Sans"/>
              </a:rPr>
              <a:t>5/13/2026</a:t>
            </a:r>
            <a:endParaRPr sz="2000">
              <a:latin typeface="Inria Sans"/>
              <a:cs typeface="Inria Sans"/>
            </a:endParaRPr>
          </a:p>
        </p:txBody>
      </p:sp>
      <p:sp>
        <p:nvSpPr>
          <p:cNvPr id="5" name="object 5"/>
          <p:cNvSpPr/>
          <p:nvPr/>
        </p:nvSpPr>
        <p:spPr>
          <a:xfrm>
            <a:off x="914844" y="9324426"/>
            <a:ext cx="537845" cy="403860"/>
          </a:xfrm>
          <a:custGeom>
            <a:avLst/>
            <a:gdLst/>
            <a:ahLst/>
            <a:cxnLst/>
            <a:rect l="l" t="t" r="r" b="b"/>
            <a:pathLst>
              <a:path w="537844" h="403859">
                <a:moveTo>
                  <a:pt x="484174" y="0"/>
                </a:moveTo>
                <a:lnTo>
                  <a:pt x="53543" y="0"/>
                </a:lnTo>
                <a:lnTo>
                  <a:pt x="32800" y="4240"/>
                </a:lnTo>
                <a:lnTo>
                  <a:pt x="15770" y="15770"/>
                </a:lnTo>
                <a:lnTo>
                  <a:pt x="4240" y="32800"/>
                </a:lnTo>
                <a:lnTo>
                  <a:pt x="0" y="53543"/>
                </a:lnTo>
                <a:lnTo>
                  <a:pt x="0" y="349897"/>
                </a:lnTo>
                <a:lnTo>
                  <a:pt x="4240" y="370640"/>
                </a:lnTo>
                <a:lnTo>
                  <a:pt x="15770" y="387670"/>
                </a:lnTo>
                <a:lnTo>
                  <a:pt x="32800" y="399200"/>
                </a:lnTo>
                <a:lnTo>
                  <a:pt x="53543" y="403440"/>
                </a:lnTo>
                <a:lnTo>
                  <a:pt x="484543" y="403440"/>
                </a:lnTo>
                <a:lnTo>
                  <a:pt x="505487" y="399188"/>
                </a:lnTo>
                <a:lnTo>
                  <a:pt x="522546" y="387578"/>
                </a:lnTo>
                <a:lnTo>
                  <a:pt x="533897" y="370329"/>
                </a:lnTo>
                <a:lnTo>
                  <a:pt x="537718" y="349161"/>
                </a:lnTo>
                <a:lnTo>
                  <a:pt x="537718" y="53543"/>
                </a:lnTo>
                <a:lnTo>
                  <a:pt x="533529" y="32800"/>
                </a:lnTo>
                <a:lnTo>
                  <a:pt x="522085" y="15770"/>
                </a:lnTo>
                <a:lnTo>
                  <a:pt x="505072" y="4240"/>
                </a:lnTo>
                <a:lnTo>
                  <a:pt x="484174" y="0"/>
                </a:lnTo>
                <a:close/>
              </a:path>
            </a:pathLst>
          </a:custGeom>
          <a:solidFill>
            <a:srgbClr val="282828"/>
          </a:solidFill>
        </p:spPr>
        <p:txBody>
          <a:bodyPr wrap="square" lIns="0" tIns="0" rIns="0" bIns="0" rtlCol="0"/>
          <a:lstStyle/>
          <a:p>
            <a:endParaRPr/>
          </a:p>
        </p:txBody>
      </p:sp>
      <p:sp>
        <p:nvSpPr>
          <p:cNvPr id="6" name="object 6"/>
          <p:cNvSpPr txBox="1"/>
          <p:nvPr/>
        </p:nvSpPr>
        <p:spPr>
          <a:xfrm>
            <a:off x="998475" y="9351895"/>
            <a:ext cx="365760" cy="330200"/>
          </a:xfrm>
          <a:prstGeom prst="rect">
            <a:avLst/>
          </a:prstGeom>
        </p:spPr>
        <p:txBody>
          <a:bodyPr vert="horz" wrap="square" lIns="0" tIns="6350" rIns="0" bIns="0" rtlCol="0">
            <a:spAutoFit/>
          </a:bodyPr>
          <a:lstStyle/>
          <a:p>
            <a:pPr marL="12700">
              <a:lnSpc>
                <a:spcPct val="100000"/>
              </a:lnSpc>
              <a:spcBef>
                <a:spcPts val="50"/>
              </a:spcBef>
            </a:pPr>
            <a:r>
              <a:rPr sz="2000" b="1" spc="-25" dirty="0">
                <a:solidFill>
                  <a:srgbClr val="FFFFFF"/>
                </a:solidFill>
                <a:latin typeface="Inria Sans"/>
                <a:cs typeface="Inria Sans"/>
              </a:rPr>
              <a:t>05.</a:t>
            </a:r>
            <a:endParaRPr sz="2000">
              <a:latin typeface="Inria Sans"/>
              <a:cs typeface="Inri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5533" y="433701"/>
            <a:ext cx="12450267" cy="1397000"/>
          </a:xfrm>
          <a:prstGeom prst="rect">
            <a:avLst/>
          </a:prstGeom>
        </p:spPr>
        <p:txBody>
          <a:bodyPr vert="horz" wrap="square" lIns="0" tIns="12700" rIns="0" bIns="0" rtlCol="0">
            <a:spAutoFit/>
          </a:bodyPr>
          <a:lstStyle/>
          <a:p>
            <a:pPr marL="12700">
              <a:lnSpc>
                <a:spcPct val="100000"/>
              </a:lnSpc>
              <a:spcBef>
                <a:spcPts val="100"/>
              </a:spcBef>
            </a:pPr>
            <a:r>
              <a:rPr dirty="0">
                <a:latin typeface="Bebas Neue Regular"/>
                <a:cs typeface="Bebas Neue Regular"/>
              </a:rPr>
              <a:t>DEEP</a:t>
            </a:r>
            <a:r>
              <a:rPr spc="-30" dirty="0">
                <a:latin typeface="Bebas Neue Regular"/>
                <a:cs typeface="Bebas Neue Regular"/>
              </a:rPr>
              <a:t> </a:t>
            </a:r>
            <a:r>
              <a:rPr dirty="0">
                <a:latin typeface="Bebas Neue Regular"/>
                <a:cs typeface="Bebas Neue Regular"/>
              </a:rPr>
              <a:t>LEARNING</a:t>
            </a:r>
            <a:r>
              <a:rPr spc="-30" dirty="0">
                <a:latin typeface="Bebas Neue Regular"/>
                <a:cs typeface="Bebas Neue Regular"/>
              </a:rPr>
              <a:t> </a:t>
            </a:r>
            <a:r>
              <a:rPr dirty="0">
                <a:latin typeface="Bebas Neue Regular"/>
                <a:cs typeface="Bebas Neue Regular"/>
              </a:rPr>
              <a:t>IDS</a:t>
            </a:r>
            <a:r>
              <a:rPr spc="-25" dirty="0">
                <a:latin typeface="Bebas Neue Regular"/>
                <a:cs typeface="Bebas Neue Regular"/>
              </a:rPr>
              <a:t> </a:t>
            </a:r>
            <a:r>
              <a:rPr spc="-10" dirty="0">
                <a:latin typeface="Bebas Neue Regular"/>
                <a:cs typeface="Bebas Neue Regular"/>
              </a:rPr>
              <a:t>OVERVIEW</a:t>
            </a:r>
          </a:p>
        </p:txBody>
      </p:sp>
      <p:sp>
        <p:nvSpPr>
          <p:cNvPr id="3" name="object 3"/>
          <p:cNvSpPr txBox="1"/>
          <p:nvPr/>
        </p:nvSpPr>
        <p:spPr>
          <a:xfrm>
            <a:off x="3475533" y="2268086"/>
            <a:ext cx="14288135" cy="4645025"/>
          </a:xfrm>
          <a:prstGeom prst="rect">
            <a:avLst/>
          </a:prstGeom>
        </p:spPr>
        <p:txBody>
          <a:bodyPr vert="horz" wrap="square" lIns="0" tIns="15240" rIns="0" bIns="0" rtlCol="0">
            <a:spAutoFit/>
          </a:bodyPr>
          <a:lstStyle/>
          <a:p>
            <a:pPr marL="12700">
              <a:lnSpc>
                <a:spcPct val="100000"/>
              </a:lnSpc>
              <a:spcBef>
                <a:spcPts val="120"/>
              </a:spcBef>
            </a:pPr>
            <a:r>
              <a:rPr sz="3750" b="1" spc="75" dirty="0">
                <a:solidFill>
                  <a:srgbClr val="292929"/>
                </a:solidFill>
                <a:latin typeface="Inria Serif"/>
                <a:cs typeface="Inria Serif"/>
              </a:rPr>
              <a:t>Advanced</a:t>
            </a:r>
            <a:r>
              <a:rPr sz="3750" b="1" spc="250" dirty="0">
                <a:solidFill>
                  <a:srgbClr val="292929"/>
                </a:solidFill>
                <a:latin typeface="Inria Serif"/>
                <a:cs typeface="Inria Serif"/>
              </a:rPr>
              <a:t> </a:t>
            </a:r>
            <a:r>
              <a:rPr sz="3750" b="1" spc="65" dirty="0">
                <a:solidFill>
                  <a:srgbClr val="292929"/>
                </a:solidFill>
                <a:latin typeface="Inria Serif"/>
                <a:cs typeface="Inria Serif"/>
              </a:rPr>
              <a:t>Feature</a:t>
            </a:r>
            <a:r>
              <a:rPr sz="3750" b="1" spc="250" dirty="0">
                <a:solidFill>
                  <a:srgbClr val="292929"/>
                </a:solidFill>
                <a:latin typeface="Inria Serif"/>
                <a:cs typeface="Inria Serif"/>
              </a:rPr>
              <a:t> </a:t>
            </a:r>
            <a:r>
              <a:rPr sz="3750" b="1" spc="95" dirty="0">
                <a:solidFill>
                  <a:srgbClr val="292929"/>
                </a:solidFill>
                <a:latin typeface="Inria Serif"/>
                <a:cs typeface="Inria Serif"/>
              </a:rPr>
              <a:t>Extraction</a:t>
            </a:r>
            <a:endParaRPr sz="3750">
              <a:latin typeface="Inria Serif"/>
              <a:cs typeface="Inria Serif"/>
            </a:endParaRPr>
          </a:p>
          <a:p>
            <a:pPr marL="350520" marR="405130" indent="-338455">
              <a:lnSpc>
                <a:spcPct val="108000"/>
              </a:lnSpc>
              <a:spcBef>
                <a:spcPts val="3020"/>
              </a:spcBef>
              <a:buFont typeface="Times New Roman"/>
              <a:buChar char="•"/>
              <a:tabLst>
                <a:tab pos="351790" algn="l"/>
              </a:tabLst>
            </a:pPr>
            <a:r>
              <a:rPr sz="3150" dirty="0">
                <a:solidFill>
                  <a:srgbClr val="292929"/>
                </a:solidFill>
                <a:latin typeface="Inria Serif Light"/>
                <a:cs typeface="Inria Serif Light"/>
              </a:rPr>
              <a:t>Deep</a:t>
            </a:r>
            <a:r>
              <a:rPr sz="3150" spc="265" dirty="0">
                <a:solidFill>
                  <a:srgbClr val="292929"/>
                </a:solidFill>
                <a:latin typeface="Inria Serif Light"/>
                <a:cs typeface="Inria Serif Light"/>
              </a:rPr>
              <a:t> </a:t>
            </a:r>
            <a:r>
              <a:rPr sz="3150" spc="60" dirty="0">
                <a:solidFill>
                  <a:srgbClr val="292929"/>
                </a:solidFill>
                <a:latin typeface="Inria Serif Light"/>
                <a:cs typeface="Inria Serif Light"/>
              </a:rPr>
              <a:t>learning</a:t>
            </a:r>
            <a:r>
              <a:rPr sz="3150" spc="265" dirty="0">
                <a:solidFill>
                  <a:srgbClr val="292929"/>
                </a:solidFill>
                <a:latin typeface="Inria Serif Light"/>
                <a:cs typeface="Inria Serif Light"/>
              </a:rPr>
              <a:t> </a:t>
            </a:r>
            <a:r>
              <a:rPr sz="3150" spc="55" dirty="0">
                <a:solidFill>
                  <a:srgbClr val="292929"/>
                </a:solidFill>
                <a:latin typeface="Inria Serif Light"/>
                <a:cs typeface="Inria Serif Light"/>
              </a:rPr>
              <a:t>models</a:t>
            </a:r>
            <a:r>
              <a:rPr sz="3150" spc="265" dirty="0">
                <a:solidFill>
                  <a:srgbClr val="292929"/>
                </a:solidFill>
                <a:latin typeface="Inria Serif Light"/>
                <a:cs typeface="Inria Serif Light"/>
              </a:rPr>
              <a:t> </a:t>
            </a:r>
            <a:r>
              <a:rPr sz="3150" spc="50" dirty="0">
                <a:solidFill>
                  <a:srgbClr val="292929"/>
                </a:solidFill>
                <a:latin typeface="Inria Serif Light"/>
                <a:cs typeface="Inria Serif Light"/>
              </a:rPr>
              <a:t>like</a:t>
            </a:r>
            <a:r>
              <a:rPr sz="3150" spc="270" dirty="0">
                <a:solidFill>
                  <a:srgbClr val="292929"/>
                </a:solidFill>
                <a:latin typeface="Inria Serif Light"/>
                <a:cs typeface="Inria Serif Light"/>
              </a:rPr>
              <a:t> </a:t>
            </a:r>
            <a:r>
              <a:rPr sz="3150" dirty="0">
                <a:solidFill>
                  <a:srgbClr val="292929"/>
                </a:solidFill>
                <a:latin typeface="Inria Serif Light"/>
                <a:cs typeface="Inria Serif Light"/>
              </a:rPr>
              <a:t>CNN</a:t>
            </a:r>
            <a:r>
              <a:rPr sz="3150" spc="265" dirty="0">
                <a:solidFill>
                  <a:srgbClr val="292929"/>
                </a:solidFill>
                <a:latin typeface="Inria Serif Light"/>
                <a:cs typeface="Inria Serif Light"/>
              </a:rPr>
              <a:t> </a:t>
            </a:r>
            <a:r>
              <a:rPr sz="3150" dirty="0">
                <a:solidFill>
                  <a:srgbClr val="292929"/>
                </a:solidFill>
                <a:latin typeface="Inria Serif Light"/>
                <a:cs typeface="Inria Serif Light"/>
              </a:rPr>
              <a:t>and</a:t>
            </a:r>
            <a:r>
              <a:rPr sz="3150" spc="265" dirty="0">
                <a:solidFill>
                  <a:srgbClr val="292929"/>
                </a:solidFill>
                <a:latin typeface="Inria Serif Light"/>
                <a:cs typeface="Inria Serif Light"/>
              </a:rPr>
              <a:t> </a:t>
            </a:r>
            <a:r>
              <a:rPr sz="3150" dirty="0">
                <a:solidFill>
                  <a:srgbClr val="292929"/>
                </a:solidFill>
                <a:latin typeface="Inria Serif Light"/>
                <a:cs typeface="Inria Serif Light"/>
              </a:rPr>
              <a:t>LSTM</a:t>
            </a:r>
            <a:r>
              <a:rPr sz="3150" spc="265" dirty="0">
                <a:solidFill>
                  <a:srgbClr val="292929"/>
                </a:solidFill>
                <a:latin typeface="Inria Serif Light"/>
                <a:cs typeface="Inria Serif Light"/>
              </a:rPr>
              <a:t> </a:t>
            </a:r>
            <a:r>
              <a:rPr sz="3150" spc="65" dirty="0">
                <a:solidFill>
                  <a:srgbClr val="292929"/>
                </a:solidFill>
                <a:latin typeface="Inria Serif Light"/>
                <a:cs typeface="Inria Serif Light"/>
              </a:rPr>
              <a:t>automatically</a:t>
            </a:r>
            <a:r>
              <a:rPr sz="3150" spc="265" dirty="0">
                <a:solidFill>
                  <a:srgbClr val="292929"/>
                </a:solidFill>
                <a:latin typeface="Inria Serif Light"/>
                <a:cs typeface="Inria Serif Light"/>
              </a:rPr>
              <a:t> </a:t>
            </a:r>
            <a:r>
              <a:rPr sz="3150" spc="55" dirty="0">
                <a:solidFill>
                  <a:srgbClr val="292929"/>
                </a:solidFill>
                <a:latin typeface="Inria Serif Light"/>
                <a:cs typeface="Inria Serif Light"/>
              </a:rPr>
              <a:t>learn</a:t>
            </a:r>
            <a:r>
              <a:rPr sz="3150" spc="265" dirty="0">
                <a:solidFill>
                  <a:srgbClr val="292929"/>
                </a:solidFill>
                <a:latin typeface="Inria Serif Light"/>
                <a:cs typeface="Inria Serif Light"/>
              </a:rPr>
              <a:t> </a:t>
            </a:r>
            <a:r>
              <a:rPr sz="3150" spc="60" dirty="0">
                <a:solidFill>
                  <a:srgbClr val="292929"/>
                </a:solidFill>
                <a:latin typeface="Inria Serif Light"/>
                <a:cs typeface="Inria Serif Light"/>
              </a:rPr>
              <a:t>complex 	patterns</a:t>
            </a:r>
            <a:r>
              <a:rPr sz="3150" spc="260" dirty="0">
                <a:solidFill>
                  <a:srgbClr val="292929"/>
                </a:solidFill>
                <a:latin typeface="Inria Serif Light"/>
                <a:cs typeface="Inria Serif Light"/>
              </a:rPr>
              <a:t> </a:t>
            </a:r>
            <a:r>
              <a:rPr sz="3150" dirty="0">
                <a:solidFill>
                  <a:srgbClr val="292929"/>
                </a:solidFill>
                <a:latin typeface="Inria Serif Light"/>
                <a:cs typeface="Inria Serif Light"/>
              </a:rPr>
              <a:t>from</a:t>
            </a:r>
            <a:r>
              <a:rPr sz="3150" spc="265" dirty="0">
                <a:solidFill>
                  <a:srgbClr val="292929"/>
                </a:solidFill>
                <a:latin typeface="Inria Serif Light"/>
                <a:cs typeface="Inria Serif Light"/>
              </a:rPr>
              <a:t> </a:t>
            </a:r>
            <a:r>
              <a:rPr sz="3150" spc="55" dirty="0">
                <a:solidFill>
                  <a:srgbClr val="292929"/>
                </a:solidFill>
                <a:latin typeface="Inria Serif Light"/>
                <a:cs typeface="Inria Serif Light"/>
              </a:rPr>
              <a:t>network</a:t>
            </a:r>
            <a:r>
              <a:rPr sz="3150" spc="260" dirty="0">
                <a:solidFill>
                  <a:srgbClr val="292929"/>
                </a:solidFill>
                <a:latin typeface="Inria Serif Light"/>
                <a:cs typeface="Inria Serif Light"/>
              </a:rPr>
              <a:t> </a:t>
            </a:r>
            <a:r>
              <a:rPr sz="3150" spc="40" dirty="0">
                <a:solidFill>
                  <a:srgbClr val="292929"/>
                </a:solidFill>
                <a:latin typeface="Inria Serif Light"/>
                <a:cs typeface="Inria Serif Light"/>
              </a:rPr>
              <a:t>traﬃc.</a:t>
            </a:r>
            <a:endParaRPr sz="3150">
              <a:latin typeface="Inria Serif Light"/>
              <a:cs typeface="Inria Serif Light"/>
            </a:endParaRPr>
          </a:p>
          <a:p>
            <a:pPr>
              <a:lnSpc>
                <a:spcPct val="100000"/>
              </a:lnSpc>
              <a:spcBef>
                <a:spcPts val="1125"/>
              </a:spcBef>
              <a:buClr>
                <a:srgbClr val="292929"/>
              </a:buClr>
              <a:buFont typeface="Times New Roman"/>
              <a:buChar char="•"/>
            </a:pPr>
            <a:endParaRPr sz="3150">
              <a:latin typeface="Inria Serif Light"/>
              <a:cs typeface="Inria Serif Light"/>
            </a:endParaRPr>
          </a:p>
          <a:p>
            <a:pPr marL="12700">
              <a:lnSpc>
                <a:spcPct val="100000"/>
              </a:lnSpc>
            </a:pPr>
            <a:r>
              <a:rPr sz="3750" b="1" spc="95" dirty="0">
                <a:solidFill>
                  <a:srgbClr val="292929"/>
                </a:solidFill>
                <a:latin typeface="Inria Serif"/>
                <a:cs typeface="Inria Serif"/>
              </a:rPr>
              <a:t>Superior</a:t>
            </a:r>
            <a:r>
              <a:rPr sz="3750" b="1" spc="240" dirty="0">
                <a:solidFill>
                  <a:srgbClr val="292929"/>
                </a:solidFill>
                <a:latin typeface="Inria Serif"/>
                <a:cs typeface="Inria Serif"/>
              </a:rPr>
              <a:t> </a:t>
            </a:r>
            <a:r>
              <a:rPr sz="3750" b="1" spc="90" dirty="0">
                <a:solidFill>
                  <a:srgbClr val="292929"/>
                </a:solidFill>
                <a:latin typeface="Inria Serif"/>
                <a:cs typeface="Inria Serif"/>
              </a:rPr>
              <a:t>Attack</a:t>
            </a:r>
            <a:r>
              <a:rPr sz="3750" b="1" spc="240" dirty="0">
                <a:solidFill>
                  <a:srgbClr val="292929"/>
                </a:solidFill>
                <a:latin typeface="Inria Serif"/>
                <a:cs typeface="Inria Serif"/>
              </a:rPr>
              <a:t> </a:t>
            </a:r>
            <a:r>
              <a:rPr sz="3750" b="1" spc="100" dirty="0">
                <a:solidFill>
                  <a:srgbClr val="292929"/>
                </a:solidFill>
                <a:latin typeface="Inria Serif"/>
                <a:cs typeface="Inria Serif"/>
              </a:rPr>
              <a:t>Detection</a:t>
            </a:r>
            <a:endParaRPr sz="3750">
              <a:latin typeface="Inria Serif"/>
              <a:cs typeface="Inria Serif"/>
            </a:endParaRPr>
          </a:p>
          <a:p>
            <a:pPr marL="350520" marR="5080" indent="-338455">
              <a:lnSpc>
                <a:spcPct val="108000"/>
              </a:lnSpc>
              <a:spcBef>
                <a:spcPts val="3020"/>
              </a:spcBef>
              <a:buFont typeface="Times New Roman"/>
              <a:buChar char="•"/>
              <a:tabLst>
                <a:tab pos="351790" algn="l"/>
              </a:tabLst>
            </a:pPr>
            <a:r>
              <a:rPr sz="3150" spc="60" dirty="0">
                <a:solidFill>
                  <a:srgbClr val="292929"/>
                </a:solidFill>
                <a:latin typeface="Inria Serif Light"/>
                <a:cs typeface="Inria Serif Light"/>
              </a:rPr>
              <a:t>Outperform</a:t>
            </a:r>
            <a:r>
              <a:rPr sz="3150" spc="235" dirty="0">
                <a:solidFill>
                  <a:srgbClr val="292929"/>
                </a:solidFill>
                <a:latin typeface="Inria Serif Light"/>
                <a:cs typeface="Inria Serif Light"/>
              </a:rPr>
              <a:t> </a:t>
            </a:r>
            <a:r>
              <a:rPr sz="3150" spc="65" dirty="0">
                <a:solidFill>
                  <a:srgbClr val="292929"/>
                </a:solidFill>
                <a:latin typeface="Inria Serif Light"/>
                <a:cs typeface="Inria Serif Light"/>
              </a:rPr>
              <a:t>traditional</a:t>
            </a:r>
            <a:r>
              <a:rPr sz="3150" spc="240" dirty="0">
                <a:solidFill>
                  <a:srgbClr val="292929"/>
                </a:solidFill>
                <a:latin typeface="Inria Serif Light"/>
                <a:cs typeface="Inria Serif Light"/>
              </a:rPr>
              <a:t> </a:t>
            </a:r>
            <a:r>
              <a:rPr sz="3150" spc="55" dirty="0">
                <a:solidFill>
                  <a:srgbClr val="292929"/>
                </a:solidFill>
                <a:latin typeface="Inria Serif Light"/>
                <a:cs typeface="Inria Serif Light"/>
              </a:rPr>
              <a:t>machine</a:t>
            </a:r>
            <a:r>
              <a:rPr sz="3150" spc="245" dirty="0">
                <a:solidFill>
                  <a:srgbClr val="292929"/>
                </a:solidFill>
                <a:latin typeface="Inria Serif Light"/>
                <a:cs typeface="Inria Serif Light"/>
              </a:rPr>
              <a:t> </a:t>
            </a:r>
            <a:r>
              <a:rPr sz="3150" spc="60" dirty="0">
                <a:solidFill>
                  <a:srgbClr val="292929"/>
                </a:solidFill>
                <a:latin typeface="Inria Serif Light"/>
                <a:cs typeface="Inria Serif Light"/>
              </a:rPr>
              <a:t>learning</a:t>
            </a:r>
            <a:r>
              <a:rPr sz="3150" spc="245" dirty="0">
                <a:solidFill>
                  <a:srgbClr val="292929"/>
                </a:solidFill>
                <a:latin typeface="Inria Serif Light"/>
                <a:cs typeface="Inria Serif Light"/>
              </a:rPr>
              <a:t> </a:t>
            </a:r>
            <a:r>
              <a:rPr sz="3150" dirty="0">
                <a:solidFill>
                  <a:srgbClr val="292929"/>
                </a:solidFill>
                <a:latin typeface="Inria Serif Light"/>
                <a:cs typeface="Inria Serif Light"/>
              </a:rPr>
              <a:t>in</a:t>
            </a:r>
            <a:r>
              <a:rPr sz="3150" spc="245" dirty="0">
                <a:solidFill>
                  <a:srgbClr val="292929"/>
                </a:solidFill>
                <a:latin typeface="Inria Serif Light"/>
                <a:cs typeface="Inria Serif Light"/>
              </a:rPr>
              <a:t> </a:t>
            </a:r>
            <a:r>
              <a:rPr sz="3150" spc="65" dirty="0">
                <a:solidFill>
                  <a:srgbClr val="292929"/>
                </a:solidFill>
                <a:latin typeface="Inria Serif Light"/>
                <a:cs typeface="Inria Serif Light"/>
              </a:rPr>
              <a:t>identifying</a:t>
            </a:r>
            <a:r>
              <a:rPr sz="3150" spc="240" dirty="0">
                <a:solidFill>
                  <a:srgbClr val="292929"/>
                </a:solidFill>
                <a:latin typeface="Inria Serif Light"/>
                <a:cs typeface="Inria Serif Light"/>
              </a:rPr>
              <a:t> </a:t>
            </a:r>
            <a:r>
              <a:rPr sz="3150" spc="50" dirty="0">
                <a:solidFill>
                  <a:srgbClr val="292929"/>
                </a:solidFill>
                <a:latin typeface="Inria Serif Light"/>
                <a:cs typeface="Inria Serif Light"/>
              </a:rPr>
              <a:t>both</a:t>
            </a:r>
            <a:r>
              <a:rPr sz="3150" spc="245" dirty="0">
                <a:solidFill>
                  <a:srgbClr val="292929"/>
                </a:solidFill>
                <a:latin typeface="Inria Serif Light"/>
                <a:cs typeface="Inria Serif Light"/>
              </a:rPr>
              <a:t> </a:t>
            </a:r>
            <a:r>
              <a:rPr sz="3150" dirty="0">
                <a:solidFill>
                  <a:srgbClr val="292929"/>
                </a:solidFill>
                <a:latin typeface="Inria Serif Light"/>
                <a:cs typeface="Inria Serif Light"/>
              </a:rPr>
              <a:t>known</a:t>
            </a:r>
            <a:r>
              <a:rPr sz="3150" spc="245" dirty="0">
                <a:solidFill>
                  <a:srgbClr val="292929"/>
                </a:solidFill>
                <a:latin typeface="Inria Serif Light"/>
                <a:cs typeface="Inria Serif Light"/>
              </a:rPr>
              <a:t> </a:t>
            </a:r>
            <a:r>
              <a:rPr sz="3150" spc="45" dirty="0">
                <a:solidFill>
                  <a:srgbClr val="292929"/>
                </a:solidFill>
                <a:latin typeface="Inria Serif Light"/>
                <a:cs typeface="Inria Serif Light"/>
              </a:rPr>
              <a:t>and 	</a:t>
            </a:r>
            <a:r>
              <a:rPr sz="3150" spc="55" dirty="0">
                <a:solidFill>
                  <a:srgbClr val="292929"/>
                </a:solidFill>
                <a:latin typeface="Inria Serif Light"/>
                <a:cs typeface="Inria Serif Light"/>
              </a:rPr>
              <a:t>unknown</a:t>
            </a:r>
            <a:r>
              <a:rPr sz="3150" spc="180" dirty="0">
                <a:solidFill>
                  <a:srgbClr val="292929"/>
                </a:solidFill>
                <a:latin typeface="Inria Serif Light"/>
                <a:cs typeface="Inria Serif Light"/>
              </a:rPr>
              <a:t> </a:t>
            </a:r>
            <a:r>
              <a:rPr sz="3150" spc="55" dirty="0">
                <a:solidFill>
                  <a:srgbClr val="292929"/>
                </a:solidFill>
                <a:latin typeface="Inria Serif Light"/>
                <a:cs typeface="Inria Serif Light"/>
              </a:rPr>
              <a:t>cyber</a:t>
            </a:r>
            <a:r>
              <a:rPr sz="3150" spc="190" dirty="0">
                <a:solidFill>
                  <a:srgbClr val="292929"/>
                </a:solidFill>
                <a:latin typeface="Inria Serif Light"/>
                <a:cs typeface="Inria Serif Light"/>
              </a:rPr>
              <a:t> </a:t>
            </a:r>
            <a:r>
              <a:rPr sz="3150" spc="45" dirty="0">
                <a:solidFill>
                  <a:srgbClr val="292929"/>
                </a:solidFill>
                <a:latin typeface="Inria Serif Light"/>
                <a:cs typeface="Inria Serif Light"/>
              </a:rPr>
              <a:t>threats.</a:t>
            </a:r>
            <a:endParaRPr sz="3150">
              <a:latin typeface="Inria Serif Light"/>
              <a:cs typeface="Inria Serif Light"/>
            </a:endParaRPr>
          </a:p>
        </p:txBody>
      </p:sp>
      <p:sp>
        <p:nvSpPr>
          <p:cNvPr id="4" name="object 4"/>
          <p:cNvSpPr txBox="1"/>
          <p:nvPr/>
        </p:nvSpPr>
        <p:spPr>
          <a:xfrm>
            <a:off x="3475533" y="7517723"/>
            <a:ext cx="14234794" cy="2020570"/>
          </a:xfrm>
          <a:prstGeom prst="rect">
            <a:avLst/>
          </a:prstGeom>
        </p:spPr>
        <p:txBody>
          <a:bodyPr vert="horz" wrap="square" lIns="0" tIns="15240" rIns="0" bIns="0" rtlCol="0">
            <a:spAutoFit/>
          </a:bodyPr>
          <a:lstStyle/>
          <a:p>
            <a:pPr marL="12700">
              <a:lnSpc>
                <a:spcPct val="100000"/>
              </a:lnSpc>
              <a:spcBef>
                <a:spcPts val="120"/>
              </a:spcBef>
            </a:pPr>
            <a:r>
              <a:rPr sz="3750" b="1" spc="85" dirty="0">
                <a:solidFill>
                  <a:srgbClr val="292929"/>
                </a:solidFill>
                <a:latin typeface="Inria Serif"/>
                <a:cs typeface="Inria Serif"/>
              </a:rPr>
              <a:t>Resource</a:t>
            </a:r>
            <a:r>
              <a:rPr sz="3750" b="1" spc="250" dirty="0">
                <a:solidFill>
                  <a:srgbClr val="292929"/>
                </a:solidFill>
                <a:latin typeface="Inria Serif"/>
                <a:cs typeface="Inria Serif"/>
              </a:rPr>
              <a:t> </a:t>
            </a:r>
            <a:r>
              <a:rPr sz="3750" b="1" spc="75" dirty="0">
                <a:solidFill>
                  <a:srgbClr val="292929"/>
                </a:solidFill>
                <a:latin typeface="Inria Serif"/>
                <a:cs typeface="Inria Serif"/>
              </a:rPr>
              <a:t>Intensive</a:t>
            </a:r>
            <a:r>
              <a:rPr sz="3750" b="1" spc="245" dirty="0">
                <a:solidFill>
                  <a:srgbClr val="292929"/>
                </a:solidFill>
                <a:latin typeface="Inria Serif"/>
                <a:cs typeface="Inria Serif"/>
              </a:rPr>
              <a:t> </a:t>
            </a:r>
            <a:r>
              <a:rPr sz="3750" b="1" spc="100" dirty="0">
                <a:solidFill>
                  <a:srgbClr val="292929"/>
                </a:solidFill>
                <a:latin typeface="Inria Serif"/>
                <a:cs typeface="Inria Serif"/>
              </a:rPr>
              <a:t>Models</a:t>
            </a:r>
            <a:endParaRPr sz="3750">
              <a:latin typeface="Inria Serif"/>
              <a:cs typeface="Inria Serif"/>
            </a:endParaRPr>
          </a:p>
          <a:p>
            <a:pPr marL="350520" marR="5080" indent="-338455">
              <a:lnSpc>
                <a:spcPct val="108000"/>
              </a:lnSpc>
              <a:spcBef>
                <a:spcPts val="3020"/>
              </a:spcBef>
              <a:buFont typeface="Times New Roman"/>
              <a:buChar char="•"/>
              <a:tabLst>
                <a:tab pos="351790" algn="l"/>
              </a:tabLst>
            </a:pPr>
            <a:r>
              <a:rPr sz="3150" spc="55" dirty="0">
                <a:solidFill>
                  <a:srgbClr val="292929"/>
                </a:solidFill>
                <a:latin typeface="Inria Serif Light"/>
                <a:cs typeface="Inria Serif Light"/>
              </a:rPr>
              <a:t>Require</a:t>
            </a:r>
            <a:r>
              <a:rPr sz="3150" spc="370" dirty="0">
                <a:solidFill>
                  <a:srgbClr val="292929"/>
                </a:solidFill>
                <a:latin typeface="Inria Serif Light"/>
                <a:cs typeface="Inria Serif Light"/>
              </a:rPr>
              <a:t> </a:t>
            </a:r>
            <a:r>
              <a:rPr sz="3150" dirty="0">
                <a:solidFill>
                  <a:srgbClr val="292929"/>
                </a:solidFill>
                <a:latin typeface="Inria Serif Light"/>
                <a:cs typeface="Inria Serif Light"/>
              </a:rPr>
              <a:t>significant</a:t>
            </a:r>
            <a:r>
              <a:rPr sz="3150" spc="380" dirty="0">
                <a:solidFill>
                  <a:srgbClr val="292929"/>
                </a:solidFill>
                <a:latin typeface="Inria Serif Light"/>
                <a:cs typeface="Inria Serif Light"/>
              </a:rPr>
              <a:t> </a:t>
            </a:r>
            <a:r>
              <a:rPr sz="3150" b="1" spc="65" dirty="0">
                <a:solidFill>
                  <a:srgbClr val="292929"/>
                </a:solidFill>
                <a:latin typeface="Inria Serif"/>
                <a:cs typeface="Inria Serif"/>
              </a:rPr>
              <a:t>computational</a:t>
            </a:r>
            <a:r>
              <a:rPr sz="3150" b="1" spc="375" dirty="0">
                <a:solidFill>
                  <a:srgbClr val="292929"/>
                </a:solidFill>
                <a:latin typeface="Inria Serif"/>
                <a:cs typeface="Inria Serif"/>
              </a:rPr>
              <a:t> </a:t>
            </a:r>
            <a:r>
              <a:rPr sz="3150" b="1" dirty="0">
                <a:solidFill>
                  <a:srgbClr val="292929"/>
                </a:solidFill>
                <a:latin typeface="Inria Serif"/>
                <a:cs typeface="Inria Serif"/>
              </a:rPr>
              <a:t>power</a:t>
            </a:r>
            <a:r>
              <a:rPr sz="3150" dirty="0">
                <a:solidFill>
                  <a:srgbClr val="292929"/>
                </a:solidFill>
                <a:latin typeface="Inria Serif Light"/>
                <a:cs typeface="Inria Serif Light"/>
              </a:rPr>
              <a:t>,</a:t>
            </a:r>
            <a:r>
              <a:rPr sz="3150" spc="385" dirty="0">
                <a:solidFill>
                  <a:srgbClr val="292929"/>
                </a:solidFill>
                <a:latin typeface="Inria Serif Light"/>
                <a:cs typeface="Inria Serif Light"/>
              </a:rPr>
              <a:t> </a:t>
            </a:r>
            <a:r>
              <a:rPr sz="3150" dirty="0">
                <a:solidFill>
                  <a:srgbClr val="292929"/>
                </a:solidFill>
                <a:latin typeface="Inria Serif Light"/>
                <a:cs typeface="Inria Serif Light"/>
              </a:rPr>
              <a:t>memory,</a:t>
            </a:r>
            <a:r>
              <a:rPr sz="3150" spc="380" dirty="0">
                <a:solidFill>
                  <a:srgbClr val="292929"/>
                </a:solidFill>
                <a:latin typeface="Inria Serif Light"/>
                <a:cs typeface="Inria Serif Light"/>
              </a:rPr>
              <a:t> </a:t>
            </a:r>
            <a:r>
              <a:rPr sz="3150" dirty="0">
                <a:solidFill>
                  <a:srgbClr val="292929"/>
                </a:solidFill>
                <a:latin typeface="Inria Serif Light"/>
                <a:cs typeface="Inria Serif Light"/>
              </a:rPr>
              <a:t>and</a:t>
            </a:r>
            <a:r>
              <a:rPr sz="3150" spc="380" dirty="0">
                <a:solidFill>
                  <a:srgbClr val="292929"/>
                </a:solidFill>
                <a:latin typeface="Inria Serif Light"/>
                <a:cs typeface="Inria Serif Light"/>
              </a:rPr>
              <a:t> </a:t>
            </a:r>
            <a:r>
              <a:rPr sz="3150" dirty="0">
                <a:solidFill>
                  <a:srgbClr val="292929"/>
                </a:solidFill>
                <a:latin typeface="Inria Serif Light"/>
                <a:cs typeface="Inria Serif Light"/>
              </a:rPr>
              <a:t>energy,</a:t>
            </a:r>
            <a:r>
              <a:rPr sz="3150" spc="380" dirty="0">
                <a:solidFill>
                  <a:srgbClr val="292929"/>
                </a:solidFill>
                <a:latin typeface="Inria Serif Light"/>
                <a:cs typeface="Inria Serif Light"/>
              </a:rPr>
              <a:t> </a:t>
            </a:r>
            <a:r>
              <a:rPr sz="3150" spc="65" dirty="0">
                <a:solidFill>
                  <a:srgbClr val="292929"/>
                </a:solidFill>
                <a:latin typeface="Inria Serif Light"/>
                <a:cs typeface="Inria Serif Light"/>
              </a:rPr>
              <a:t>limiting 	</a:t>
            </a:r>
            <a:r>
              <a:rPr sz="3150" spc="60" dirty="0">
                <a:solidFill>
                  <a:srgbClr val="292929"/>
                </a:solidFill>
                <a:latin typeface="Inria Serif Light"/>
                <a:cs typeface="Inria Serif Light"/>
              </a:rPr>
              <a:t>deployment</a:t>
            </a:r>
            <a:r>
              <a:rPr sz="3150" spc="250" dirty="0">
                <a:solidFill>
                  <a:srgbClr val="292929"/>
                </a:solidFill>
                <a:latin typeface="Inria Serif Light"/>
                <a:cs typeface="Inria Serif Light"/>
              </a:rPr>
              <a:t> </a:t>
            </a:r>
            <a:r>
              <a:rPr sz="3150" dirty="0">
                <a:solidFill>
                  <a:srgbClr val="292929"/>
                </a:solidFill>
                <a:latin typeface="Inria Serif Light"/>
                <a:cs typeface="Inria Serif Light"/>
              </a:rPr>
              <a:t>on</a:t>
            </a:r>
            <a:r>
              <a:rPr sz="3150" spc="250" dirty="0">
                <a:solidFill>
                  <a:srgbClr val="292929"/>
                </a:solidFill>
                <a:latin typeface="Inria Serif Light"/>
                <a:cs typeface="Inria Serif Light"/>
              </a:rPr>
              <a:t> </a:t>
            </a:r>
            <a:r>
              <a:rPr sz="3150" dirty="0">
                <a:solidFill>
                  <a:srgbClr val="292929"/>
                </a:solidFill>
                <a:latin typeface="Inria Serif Light"/>
                <a:cs typeface="Inria Serif Light"/>
              </a:rPr>
              <a:t>IoT</a:t>
            </a:r>
            <a:r>
              <a:rPr sz="3150" spc="250" dirty="0">
                <a:solidFill>
                  <a:srgbClr val="292929"/>
                </a:solidFill>
                <a:latin typeface="Inria Serif Light"/>
                <a:cs typeface="Inria Serif Light"/>
              </a:rPr>
              <a:t> </a:t>
            </a:r>
            <a:r>
              <a:rPr sz="3150" spc="45" dirty="0">
                <a:solidFill>
                  <a:srgbClr val="292929"/>
                </a:solidFill>
                <a:latin typeface="Inria Serif Light"/>
                <a:cs typeface="Inria Serif Light"/>
              </a:rPr>
              <a:t>devices.</a:t>
            </a:r>
            <a:endParaRPr sz="3150">
              <a:latin typeface="Inria Serif Light"/>
              <a:cs typeface="Inria Serif Light"/>
            </a:endParaRPr>
          </a:p>
        </p:txBody>
      </p:sp>
      <p:sp>
        <p:nvSpPr>
          <p:cNvPr id="5" name="object 5"/>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FFFFFF"/>
                </a:solidFill>
                <a:latin typeface="Inria Sans"/>
                <a:cs typeface="Inria Sans"/>
              </a:rPr>
              <a:t>5/13/2026</a:t>
            </a:r>
            <a:endParaRPr sz="2000">
              <a:latin typeface="Inria Sans"/>
              <a:cs typeface="Inria Sans"/>
            </a:endParaRPr>
          </a:p>
        </p:txBody>
      </p:sp>
      <p:sp>
        <p:nvSpPr>
          <p:cNvPr id="6" name="object 6"/>
          <p:cNvSpPr/>
          <p:nvPr/>
        </p:nvSpPr>
        <p:spPr>
          <a:xfrm>
            <a:off x="914844" y="9324426"/>
            <a:ext cx="550545" cy="403860"/>
          </a:xfrm>
          <a:custGeom>
            <a:avLst/>
            <a:gdLst/>
            <a:ahLst/>
            <a:cxnLst/>
            <a:rect l="l" t="t" r="r" b="b"/>
            <a:pathLst>
              <a:path w="550544" h="403859">
                <a:moveTo>
                  <a:pt x="496874" y="0"/>
                </a:moveTo>
                <a:lnTo>
                  <a:pt x="53543" y="0"/>
                </a:lnTo>
                <a:lnTo>
                  <a:pt x="32800" y="4240"/>
                </a:lnTo>
                <a:lnTo>
                  <a:pt x="15770" y="15770"/>
                </a:lnTo>
                <a:lnTo>
                  <a:pt x="4240" y="32800"/>
                </a:lnTo>
                <a:lnTo>
                  <a:pt x="0" y="53543"/>
                </a:lnTo>
                <a:lnTo>
                  <a:pt x="0" y="349897"/>
                </a:lnTo>
                <a:lnTo>
                  <a:pt x="4240" y="370640"/>
                </a:lnTo>
                <a:lnTo>
                  <a:pt x="15770" y="387670"/>
                </a:lnTo>
                <a:lnTo>
                  <a:pt x="32800" y="399200"/>
                </a:lnTo>
                <a:lnTo>
                  <a:pt x="53543" y="403440"/>
                </a:lnTo>
                <a:lnTo>
                  <a:pt x="497243" y="403440"/>
                </a:lnTo>
                <a:lnTo>
                  <a:pt x="518187" y="399188"/>
                </a:lnTo>
                <a:lnTo>
                  <a:pt x="535246" y="387578"/>
                </a:lnTo>
                <a:lnTo>
                  <a:pt x="546597" y="370329"/>
                </a:lnTo>
                <a:lnTo>
                  <a:pt x="550418" y="349161"/>
                </a:lnTo>
                <a:lnTo>
                  <a:pt x="550418" y="53543"/>
                </a:lnTo>
                <a:lnTo>
                  <a:pt x="546229" y="32800"/>
                </a:lnTo>
                <a:lnTo>
                  <a:pt x="534785" y="15770"/>
                </a:lnTo>
                <a:lnTo>
                  <a:pt x="517772" y="4240"/>
                </a:lnTo>
                <a:lnTo>
                  <a:pt x="496874" y="0"/>
                </a:lnTo>
                <a:close/>
              </a:path>
            </a:pathLst>
          </a:custGeom>
          <a:solidFill>
            <a:srgbClr val="282828"/>
          </a:solidFill>
        </p:spPr>
        <p:txBody>
          <a:bodyPr wrap="square" lIns="0" tIns="0" rIns="0" bIns="0" rtlCol="0"/>
          <a:lstStyle/>
          <a:p>
            <a:endParaRPr/>
          </a:p>
        </p:txBody>
      </p:sp>
      <p:sp>
        <p:nvSpPr>
          <p:cNvPr id="7" name="object 7"/>
          <p:cNvSpPr txBox="1"/>
          <p:nvPr/>
        </p:nvSpPr>
        <p:spPr>
          <a:xfrm>
            <a:off x="998475" y="9345799"/>
            <a:ext cx="378460" cy="330200"/>
          </a:xfrm>
          <a:prstGeom prst="rect">
            <a:avLst/>
          </a:prstGeom>
        </p:spPr>
        <p:txBody>
          <a:bodyPr vert="horz" wrap="square" lIns="0" tIns="12700" rIns="0" bIns="0" rtlCol="0">
            <a:spAutoFit/>
          </a:bodyPr>
          <a:lstStyle/>
          <a:p>
            <a:pPr marL="12700">
              <a:lnSpc>
                <a:spcPct val="100000"/>
              </a:lnSpc>
              <a:spcBef>
                <a:spcPts val="100"/>
              </a:spcBef>
            </a:pPr>
            <a:r>
              <a:rPr sz="2000" b="1" spc="-25" dirty="0">
                <a:solidFill>
                  <a:srgbClr val="FFFFFF"/>
                </a:solidFill>
                <a:latin typeface="Inria Sans"/>
                <a:cs typeface="Inria Sans"/>
              </a:rPr>
              <a:t>06.</a:t>
            </a:r>
            <a:endParaRPr sz="2000">
              <a:latin typeface="Inria Sans"/>
              <a:cs typeface="Inri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713658" y="433701"/>
            <a:ext cx="5077460" cy="1397000"/>
          </a:xfrm>
          <a:prstGeom prst="rect">
            <a:avLst/>
          </a:prstGeom>
        </p:spPr>
        <p:txBody>
          <a:bodyPr vert="horz" wrap="square" lIns="0" tIns="12700" rIns="0" bIns="0" rtlCol="0">
            <a:spAutoFit/>
          </a:bodyPr>
          <a:lstStyle/>
          <a:p>
            <a:pPr marL="12700">
              <a:lnSpc>
                <a:spcPct val="100000"/>
              </a:lnSpc>
              <a:spcBef>
                <a:spcPts val="100"/>
              </a:spcBef>
            </a:pPr>
            <a:r>
              <a:rPr dirty="0">
                <a:latin typeface="Bebas Neue Regular"/>
                <a:cs typeface="Bebas Neue Regular"/>
              </a:rPr>
              <a:t>RESEARCH</a:t>
            </a:r>
            <a:r>
              <a:rPr spc="-280" dirty="0">
                <a:latin typeface="Bebas Neue Regular"/>
                <a:cs typeface="Bebas Neue Regular"/>
              </a:rPr>
              <a:t> </a:t>
            </a:r>
            <a:r>
              <a:rPr spc="-25" dirty="0">
                <a:latin typeface="Bebas Neue Regular"/>
                <a:cs typeface="Bebas Neue Regular"/>
              </a:rPr>
              <a:t>GAP</a:t>
            </a:r>
          </a:p>
        </p:txBody>
      </p:sp>
      <p:sp>
        <p:nvSpPr>
          <p:cNvPr id="3" name="object 3"/>
          <p:cNvSpPr txBox="1"/>
          <p:nvPr/>
        </p:nvSpPr>
        <p:spPr>
          <a:xfrm>
            <a:off x="3713658" y="2133727"/>
            <a:ext cx="13561694" cy="5542280"/>
          </a:xfrm>
          <a:prstGeom prst="rect">
            <a:avLst/>
          </a:prstGeom>
        </p:spPr>
        <p:txBody>
          <a:bodyPr vert="horz" wrap="square" lIns="0" tIns="15240" rIns="0" bIns="0" rtlCol="0">
            <a:spAutoFit/>
          </a:bodyPr>
          <a:lstStyle/>
          <a:p>
            <a:pPr marL="12700">
              <a:lnSpc>
                <a:spcPct val="100000"/>
              </a:lnSpc>
              <a:spcBef>
                <a:spcPts val="120"/>
              </a:spcBef>
            </a:pPr>
            <a:r>
              <a:rPr sz="2850" b="1" spc="65" dirty="0">
                <a:solidFill>
                  <a:srgbClr val="292929"/>
                </a:solidFill>
                <a:latin typeface="Inria Serif"/>
                <a:cs typeface="Inria Serif"/>
              </a:rPr>
              <a:t>Current</a:t>
            </a:r>
            <a:r>
              <a:rPr sz="2850" b="1" spc="190" dirty="0">
                <a:solidFill>
                  <a:srgbClr val="292929"/>
                </a:solidFill>
                <a:latin typeface="Inria Serif"/>
                <a:cs typeface="Inria Serif"/>
              </a:rPr>
              <a:t> </a:t>
            </a:r>
            <a:r>
              <a:rPr sz="2850" b="1" spc="55" dirty="0">
                <a:solidFill>
                  <a:srgbClr val="292929"/>
                </a:solidFill>
                <a:latin typeface="Inria Serif"/>
                <a:cs typeface="Inria Serif"/>
              </a:rPr>
              <a:t>IDS</a:t>
            </a:r>
            <a:r>
              <a:rPr sz="2850" b="1" spc="190" dirty="0">
                <a:solidFill>
                  <a:srgbClr val="292929"/>
                </a:solidFill>
                <a:latin typeface="Inria Serif"/>
                <a:cs typeface="Inria Serif"/>
              </a:rPr>
              <a:t> </a:t>
            </a:r>
            <a:r>
              <a:rPr sz="2850" b="1" spc="70" dirty="0">
                <a:solidFill>
                  <a:srgbClr val="292929"/>
                </a:solidFill>
                <a:latin typeface="Inria Serif"/>
                <a:cs typeface="Inria Serif"/>
              </a:rPr>
              <a:t>Models</a:t>
            </a:r>
            <a:r>
              <a:rPr sz="2850" b="1" spc="190" dirty="0">
                <a:solidFill>
                  <a:srgbClr val="292929"/>
                </a:solidFill>
                <a:latin typeface="Inria Serif"/>
                <a:cs typeface="Inria Serif"/>
              </a:rPr>
              <a:t> </a:t>
            </a:r>
            <a:r>
              <a:rPr sz="2850" b="1" spc="75" dirty="0">
                <a:solidFill>
                  <a:srgbClr val="292929"/>
                </a:solidFill>
                <a:latin typeface="Inria Serif"/>
                <a:cs typeface="Inria Serif"/>
              </a:rPr>
              <a:t>Prioritize</a:t>
            </a:r>
            <a:r>
              <a:rPr sz="2850" b="1" spc="190" dirty="0">
                <a:solidFill>
                  <a:srgbClr val="292929"/>
                </a:solidFill>
                <a:latin typeface="Inria Serif"/>
                <a:cs typeface="Inria Serif"/>
              </a:rPr>
              <a:t> </a:t>
            </a:r>
            <a:r>
              <a:rPr sz="2850" b="1" spc="60" dirty="0">
                <a:solidFill>
                  <a:srgbClr val="292929"/>
                </a:solidFill>
                <a:latin typeface="Inria Serif"/>
                <a:cs typeface="Inria Serif"/>
              </a:rPr>
              <a:t>Accuracy</a:t>
            </a:r>
            <a:endParaRPr sz="2850">
              <a:latin typeface="Inria Serif"/>
              <a:cs typeface="Inria Serif"/>
            </a:endParaRPr>
          </a:p>
          <a:p>
            <a:pPr marL="270510" indent="-257810">
              <a:lnSpc>
                <a:spcPct val="100000"/>
              </a:lnSpc>
              <a:spcBef>
                <a:spcPts val="2530"/>
              </a:spcBef>
              <a:buFont typeface="Times New Roman"/>
              <a:buChar char="•"/>
              <a:tabLst>
                <a:tab pos="270510" algn="l"/>
              </a:tabLst>
            </a:pPr>
            <a:r>
              <a:rPr sz="2400" dirty="0">
                <a:solidFill>
                  <a:srgbClr val="292929"/>
                </a:solidFill>
                <a:latin typeface="Inria Serif Light"/>
                <a:cs typeface="Inria Serif Light"/>
              </a:rPr>
              <a:t>Most</a:t>
            </a:r>
            <a:r>
              <a:rPr sz="2400" spc="280" dirty="0">
                <a:solidFill>
                  <a:srgbClr val="292929"/>
                </a:solidFill>
                <a:latin typeface="Inria Serif Light"/>
                <a:cs typeface="Inria Serif Light"/>
              </a:rPr>
              <a:t> </a:t>
            </a:r>
            <a:r>
              <a:rPr sz="2400" dirty="0">
                <a:solidFill>
                  <a:srgbClr val="292929"/>
                </a:solidFill>
                <a:latin typeface="Inria Serif Light"/>
                <a:cs typeface="Inria Serif Light"/>
              </a:rPr>
              <a:t>deep</a:t>
            </a:r>
            <a:r>
              <a:rPr sz="2400" spc="280" dirty="0">
                <a:solidFill>
                  <a:srgbClr val="292929"/>
                </a:solidFill>
                <a:latin typeface="Inria Serif Light"/>
                <a:cs typeface="Inria Serif Light"/>
              </a:rPr>
              <a:t> </a:t>
            </a:r>
            <a:r>
              <a:rPr sz="2400" dirty="0">
                <a:solidFill>
                  <a:srgbClr val="292929"/>
                </a:solidFill>
                <a:latin typeface="Inria Serif Light"/>
                <a:cs typeface="Inria Serif Light"/>
              </a:rPr>
              <a:t>learning</a:t>
            </a:r>
            <a:r>
              <a:rPr sz="2400" spc="280" dirty="0">
                <a:solidFill>
                  <a:srgbClr val="292929"/>
                </a:solidFill>
                <a:latin typeface="Inria Serif Light"/>
                <a:cs typeface="Inria Serif Light"/>
              </a:rPr>
              <a:t> </a:t>
            </a:r>
            <a:r>
              <a:rPr sz="2400" dirty="0">
                <a:solidFill>
                  <a:srgbClr val="292929"/>
                </a:solidFill>
                <a:latin typeface="Inria Serif Light"/>
                <a:cs typeface="Inria Serif Light"/>
              </a:rPr>
              <a:t>IDS</a:t>
            </a:r>
            <a:r>
              <a:rPr sz="2400" spc="280" dirty="0">
                <a:solidFill>
                  <a:srgbClr val="292929"/>
                </a:solidFill>
                <a:latin typeface="Inria Serif Light"/>
                <a:cs typeface="Inria Serif Light"/>
              </a:rPr>
              <a:t> </a:t>
            </a:r>
            <a:r>
              <a:rPr sz="2400" dirty="0">
                <a:solidFill>
                  <a:srgbClr val="292929"/>
                </a:solidFill>
                <a:latin typeface="Inria Serif Light"/>
                <a:cs typeface="Inria Serif Light"/>
              </a:rPr>
              <a:t>research</a:t>
            </a:r>
            <a:r>
              <a:rPr sz="2400" spc="280" dirty="0">
                <a:solidFill>
                  <a:srgbClr val="292929"/>
                </a:solidFill>
                <a:latin typeface="Inria Serif Light"/>
                <a:cs typeface="Inria Serif Light"/>
              </a:rPr>
              <a:t> </a:t>
            </a:r>
            <a:r>
              <a:rPr sz="2400" spc="45" dirty="0">
                <a:solidFill>
                  <a:srgbClr val="292929"/>
                </a:solidFill>
                <a:latin typeface="Inria Serif Light"/>
                <a:cs typeface="Inria Serif Light"/>
              </a:rPr>
              <a:t>focuses</a:t>
            </a:r>
            <a:r>
              <a:rPr sz="2400" spc="280" dirty="0">
                <a:solidFill>
                  <a:srgbClr val="292929"/>
                </a:solidFill>
                <a:latin typeface="Inria Serif Light"/>
                <a:cs typeface="Inria Serif Light"/>
              </a:rPr>
              <a:t> </a:t>
            </a:r>
            <a:r>
              <a:rPr sz="2400" dirty="0">
                <a:solidFill>
                  <a:srgbClr val="292929"/>
                </a:solidFill>
                <a:latin typeface="Inria Serif Light"/>
                <a:cs typeface="Inria Serif Light"/>
              </a:rPr>
              <a:t>on</a:t>
            </a:r>
            <a:r>
              <a:rPr sz="2400" spc="280" dirty="0">
                <a:solidFill>
                  <a:srgbClr val="292929"/>
                </a:solidFill>
                <a:latin typeface="Inria Serif Light"/>
                <a:cs typeface="Inria Serif Light"/>
              </a:rPr>
              <a:t> </a:t>
            </a:r>
            <a:r>
              <a:rPr sz="2400" spc="50" dirty="0">
                <a:solidFill>
                  <a:srgbClr val="292929"/>
                </a:solidFill>
                <a:latin typeface="Inria Serif Light"/>
                <a:cs typeface="Inria Serif Light"/>
              </a:rPr>
              <a:t>maximizing</a:t>
            </a:r>
            <a:r>
              <a:rPr sz="2400" spc="285" dirty="0">
                <a:solidFill>
                  <a:srgbClr val="292929"/>
                </a:solidFill>
                <a:latin typeface="Inria Serif Light"/>
                <a:cs typeface="Inria Serif Light"/>
              </a:rPr>
              <a:t> </a:t>
            </a:r>
            <a:r>
              <a:rPr sz="2400" spc="50" dirty="0">
                <a:solidFill>
                  <a:srgbClr val="292929"/>
                </a:solidFill>
                <a:latin typeface="Inria Serif Light"/>
                <a:cs typeface="Inria Serif Light"/>
              </a:rPr>
              <a:t>detection</a:t>
            </a:r>
            <a:r>
              <a:rPr sz="2400" spc="280" dirty="0">
                <a:solidFill>
                  <a:srgbClr val="292929"/>
                </a:solidFill>
                <a:latin typeface="Inria Serif Light"/>
                <a:cs typeface="Inria Serif Light"/>
              </a:rPr>
              <a:t> </a:t>
            </a:r>
            <a:r>
              <a:rPr sz="2400" dirty="0">
                <a:solidFill>
                  <a:srgbClr val="292929"/>
                </a:solidFill>
                <a:latin typeface="Inria Serif Light"/>
                <a:cs typeface="Inria Serif Light"/>
              </a:rPr>
              <a:t>rates,</a:t>
            </a:r>
            <a:r>
              <a:rPr sz="2400" spc="280" dirty="0">
                <a:solidFill>
                  <a:srgbClr val="292929"/>
                </a:solidFill>
                <a:latin typeface="Inria Serif Light"/>
                <a:cs typeface="Inria Serif Light"/>
              </a:rPr>
              <a:t> </a:t>
            </a:r>
            <a:r>
              <a:rPr sz="2400" spc="55" dirty="0">
                <a:solidFill>
                  <a:srgbClr val="292929"/>
                </a:solidFill>
                <a:latin typeface="Inria Serif Light"/>
                <a:cs typeface="Inria Serif Light"/>
              </a:rPr>
              <a:t>oflen</a:t>
            </a:r>
            <a:r>
              <a:rPr sz="2400" spc="280" dirty="0">
                <a:solidFill>
                  <a:srgbClr val="292929"/>
                </a:solidFill>
                <a:latin typeface="Inria Serif Light"/>
                <a:cs typeface="Inria Serif Light"/>
              </a:rPr>
              <a:t> </a:t>
            </a:r>
            <a:r>
              <a:rPr sz="2400" spc="40" dirty="0">
                <a:solidFill>
                  <a:srgbClr val="292929"/>
                </a:solidFill>
                <a:latin typeface="Inria Serif Light"/>
                <a:cs typeface="Inria Serif Light"/>
              </a:rPr>
              <a:t>overlooking</a:t>
            </a:r>
            <a:endParaRPr sz="2400">
              <a:latin typeface="Inria Serif Light"/>
              <a:cs typeface="Inria Serif Light"/>
            </a:endParaRPr>
          </a:p>
          <a:p>
            <a:pPr marL="270510">
              <a:lnSpc>
                <a:spcPct val="100000"/>
              </a:lnSpc>
              <a:spcBef>
                <a:spcPts val="229"/>
              </a:spcBef>
            </a:pPr>
            <a:r>
              <a:rPr sz="2400" b="1" spc="45" dirty="0">
                <a:solidFill>
                  <a:srgbClr val="292929"/>
                </a:solidFill>
                <a:latin typeface="Inria Serif"/>
                <a:cs typeface="Inria Serif"/>
              </a:rPr>
              <a:t>eﬃciency</a:t>
            </a:r>
            <a:r>
              <a:rPr sz="2400" b="1" spc="204" dirty="0">
                <a:solidFill>
                  <a:srgbClr val="292929"/>
                </a:solidFill>
                <a:latin typeface="Inria Serif"/>
                <a:cs typeface="Inria Serif"/>
              </a:rPr>
              <a:t> </a:t>
            </a:r>
            <a:r>
              <a:rPr sz="2400" dirty="0">
                <a:solidFill>
                  <a:srgbClr val="292929"/>
                </a:solidFill>
                <a:latin typeface="Inria Serif Light"/>
                <a:cs typeface="Inria Serif Light"/>
              </a:rPr>
              <a:t>and</a:t>
            </a:r>
            <a:r>
              <a:rPr sz="2400" spc="195" dirty="0">
                <a:solidFill>
                  <a:srgbClr val="292929"/>
                </a:solidFill>
                <a:latin typeface="Inria Serif Light"/>
                <a:cs typeface="Inria Serif Light"/>
              </a:rPr>
              <a:t> </a:t>
            </a:r>
            <a:r>
              <a:rPr sz="2400" b="1" spc="40" dirty="0">
                <a:solidFill>
                  <a:srgbClr val="292929"/>
                </a:solidFill>
                <a:latin typeface="Inria Serif"/>
                <a:cs typeface="Inria Serif"/>
              </a:rPr>
              <a:t>scalability</a:t>
            </a:r>
            <a:r>
              <a:rPr sz="2400" spc="40" dirty="0">
                <a:solidFill>
                  <a:srgbClr val="292929"/>
                </a:solidFill>
                <a:latin typeface="Inria Serif Light"/>
                <a:cs typeface="Inria Serif Light"/>
              </a:rPr>
              <a:t>.</a:t>
            </a:r>
            <a:endParaRPr sz="2400">
              <a:latin typeface="Inria Serif Light"/>
              <a:cs typeface="Inria Serif Light"/>
            </a:endParaRPr>
          </a:p>
          <a:p>
            <a:pPr>
              <a:lnSpc>
                <a:spcPct val="100000"/>
              </a:lnSpc>
              <a:spcBef>
                <a:spcPts val="860"/>
              </a:spcBef>
            </a:pPr>
            <a:endParaRPr sz="2400">
              <a:latin typeface="Inria Serif Light"/>
              <a:cs typeface="Inria Serif Light"/>
            </a:endParaRPr>
          </a:p>
          <a:p>
            <a:pPr marL="12700">
              <a:lnSpc>
                <a:spcPct val="100000"/>
              </a:lnSpc>
            </a:pPr>
            <a:r>
              <a:rPr sz="2850" b="1" spc="70" dirty="0">
                <a:solidFill>
                  <a:srgbClr val="292929"/>
                </a:solidFill>
                <a:latin typeface="Inria Serif"/>
                <a:cs typeface="Inria Serif"/>
              </a:rPr>
              <a:t>Limited</a:t>
            </a:r>
            <a:r>
              <a:rPr sz="2850" b="1" spc="300" dirty="0">
                <a:solidFill>
                  <a:srgbClr val="292929"/>
                </a:solidFill>
                <a:latin typeface="Inria Serif"/>
                <a:cs typeface="Inria Serif"/>
              </a:rPr>
              <a:t> </a:t>
            </a:r>
            <a:r>
              <a:rPr sz="2850" b="1" dirty="0">
                <a:solidFill>
                  <a:srgbClr val="292929"/>
                </a:solidFill>
                <a:latin typeface="Inria Serif"/>
                <a:cs typeface="Inria Serif"/>
              </a:rPr>
              <a:t>Real-World</a:t>
            </a:r>
            <a:r>
              <a:rPr sz="2850" b="1" spc="305" dirty="0">
                <a:solidFill>
                  <a:srgbClr val="292929"/>
                </a:solidFill>
                <a:latin typeface="Inria Serif"/>
                <a:cs typeface="Inria Serif"/>
              </a:rPr>
              <a:t> </a:t>
            </a:r>
            <a:r>
              <a:rPr sz="2850" b="1" spc="55" dirty="0">
                <a:solidFill>
                  <a:srgbClr val="292929"/>
                </a:solidFill>
                <a:latin typeface="Inria Serif"/>
                <a:cs typeface="Inria Serif"/>
              </a:rPr>
              <a:t>IoT</a:t>
            </a:r>
            <a:r>
              <a:rPr sz="2850" b="1" spc="310" dirty="0">
                <a:solidFill>
                  <a:srgbClr val="292929"/>
                </a:solidFill>
                <a:latin typeface="Inria Serif"/>
                <a:cs typeface="Inria Serif"/>
              </a:rPr>
              <a:t> </a:t>
            </a:r>
            <a:r>
              <a:rPr sz="2850" b="1" spc="65" dirty="0">
                <a:solidFill>
                  <a:srgbClr val="292929"/>
                </a:solidFill>
                <a:latin typeface="Inria Serif"/>
                <a:cs typeface="Inria Serif"/>
              </a:rPr>
              <a:t>Testing</a:t>
            </a:r>
            <a:endParaRPr sz="2850">
              <a:latin typeface="Inria Serif"/>
              <a:cs typeface="Inria Serif"/>
            </a:endParaRPr>
          </a:p>
          <a:p>
            <a:pPr marL="270510" marR="6985" indent="-258445">
              <a:lnSpc>
                <a:spcPct val="108000"/>
              </a:lnSpc>
              <a:spcBef>
                <a:spcPts val="2300"/>
              </a:spcBef>
              <a:buFont typeface="Times New Roman"/>
              <a:buChar char="•"/>
              <a:tabLst>
                <a:tab pos="270510" algn="l"/>
              </a:tabLst>
            </a:pPr>
            <a:r>
              <a:rPr sz="2400" dirty="0">
                <a:solidFill>
                  <a:srgbClr val="292929"/>
                </a:solidFill>
                <a:latin typeface="Inria Serif Light"/>
                <a:cs typeface="Inria Serif Light"/>
              </a:rPr>
              <a:t>Few</a:t>
            </a:r>
            <a:r>
              <a:rPr sz="2400" spc="290" dirty="0">
                <a:solidFill>
                  <a:srgbClr val="292929"/>
                </a:solidFill>
                <a:latin typeface="Inria Serif Light"/>
                <a:cs typeface="Inria Serif Light"/>
              </a:rPr>
              <a:t> </a:t>
            </a:r>
            <a:r>
              <a:rPr sz="2400" dirty="0">
                <a:solidFill>
                  <a:srgbClr val="292929"/>
                </a:solidFill>
                <a:latin typeface="Inria Serif Light"/>
                <a:cs typeface="Inria Serif Light"/>
              </a:rPr>
              <a:t>models</a:t>
            </a:r>
            <a:r>
              <a:rPr sz="2400" spc="290" dirty="0">
                <a:solidFill>
                  <a:srgbClr val="292929"/>
                </a:solidFill>
                <a:latin typeface="Inria Serif Light"/>
                <a:cs typeface="Inria Serif Light"/>
              </a:rPr>
              <a:t> </a:t>
            </a:r>
            <a:r>
              <a:rPr sz="2400" dirty="0">
                <a:solidFill>
                  <a:srgbClr val="292929"/>
                </a:solidFill>
                <a:latin typeface="Inria Serif Light"/>
                <a:cs typeface="Inria Serif Light"/>
              </a:rPr>
              <a:t>are</a:t>
            </a:r>
            <a:r>
              <a:rPr sz="2400" spc="295" dirty="0">
                <a:solidFill>
                  <a:srgbClr val="292929"/>
                </a:solidFill>
                <a:latin typeface="Inria Serif Light"/>
                <a:cs typeface="Inria Serif Light"/>
              </a:rPr>
              <a:t> </a:t>
            </a:r>
            <a:r>
              <a:rPr sz="2400" spc="50" dirty="0">
                <a:solidFill>
                  <a:srgbClr val="292929"/>
                </a:solidFill>
                <a:latin typeface="Inria Serif Light"/>
                <a:cs typeface="Inria Serif Light"/>
              </a:rPr>
              <a:t>evaluated</a:t>
            </a:r>
            <a:r>
              <a:rPr sz="2400" spc="290" dirty="0">
                <a:solidFill>
                  <a:srgbClr val="292929"/>
                </a:solidFill>
                <a:latin typeface="Inria Serif Light"/>
                <a:cs typeface="Inria Serif Light"/>
              </a:rPr>
              <a:t> </a:t>
            </a:r>
            <a:r>
              <a:rPr sz="2400" dirty="0">
                <a:solidFill>
                  <a:srgbClr val="292929"/>
                </a:solidFill>
                <a:latin typeface="Inria Serif Light"/>
                <a:cs typeface="Inria Serif Light"/>
              </a:rPr>
              <a:t>on</a:t>
            </a:r>
            <a:r>
              <a:rPr sz="2400" spc="295" dirty="0">
                <a:solidFill>
                  <a:srgbClr val="292929"/>
                </a:solidFill>
                <a:latin typeface="Inria Serif Light"/>
                <a:cs typeface="Inria Serif Light"/>
              </a:rPr>
              <a:t> </a:t>
            </a:r>
            <a:r>
              <a:rPr sz="2400" dirty="0">
                <a:solidFill>
                  <a:srgbClr val="292929"/>
                </a:solidFill>
                <a:latin typeface="Inria Serif Light"/>
                <a:cs typeface="Inria Serif Light"/>
              </a:rPr>
              <a:t>actual</a:t>
            </a:r>
            <a:r>
              <a:rPr sz="2400" spc="290" dirty="0">
                <a:solidFill>
                  <a:srgbClr val="292929"/>
                </a:solidFill>
                <a:latin typeface="Inria Serif Light"/>
                <a:cs typeface="Inria Serif Light"/>
              </a:rPr>
              <a:t> </a:t>
            </a:r>
            <a:r>
              <a:rPr sz="2400" b="1" spc="50" dirty="0">
                <a:solidFill>
                  <a:srgbClr val="292929"/>
                </a:solidFill>
                <a:latin typeface="Inria Serif"/>
                <a:cs typeface="Inria Serif"/>
              </a:rPr>
              <a:t>resource-constrained</a:t>
            </a:r>
            <a:r>
              <a:rPr sz="2400" b="1" spc="290" dirty="0">
                <a:solidFill>
                  <a:srgbClr val="292929"/>
                </a:solidFill>
                <a:latin typeface="Inria Serif"/>
                <a:cs typeface="Inria Serif"/>
              </a:rPr>
              <a:t> </a:t>
            </a:r>
            <a:r>
              <a:rPr sz="2400" b="1" dirty="0">
                <a:solidFill>
                  <a:srgbClr val="292929"/>
                </a:solidFill>
                <a:latin typeface="Inria Serif"/>
                <a:cs typeface="Inria Serif"/>
              </a:rPr>
              <a:t>IoT</a:t>
            </a:r>
            <a:r>
              <a:rPr sz="2400" b="1" spc="290" dirty="0">
                <a:solidFill>
                  <a:srgbClr val="292929"/>
                </a:solidFill>
                <a:latin typeface="Inria Serif"/>
                <a:cs typeface="Inria Serif"/>
              </a:rPr>
              <a:t> </a:t>
            </a:r>
            <a:r>
              <a:rPr sz="2400" b="1" dirty="0">
                <a:solidFill>
                  <a:srgbClr val="292929"/>
                </a:solidFill>
                <a:latin typeface="Inria Serif"/>
                <a:cs typeface="Inria Serif"/>
              </a:rPr>
              <a:t>hardware</a:t>
            </a:r>
            <a:r>
              <a:rPr sz="2400" b="1" spc="305" dirty="0">
                <a:solidFill>
                  <a:srgbClr val="292929"/>
                </a:solidFill>
                <a:latin typeface="Inria Serif"/>
                <a:cs typeface="Inria Serif"/>
              </a:rPr>
              <a:t> </a:t>
            </a:r>
            <a:r>
              <a:rPr sz="2400" dirty="0">
                <a:solidFill>
                  <a:srgbClr val="292929"/>
                </a:solidFill>
                <a:latin typeface="Inria Serif Light"/>
                <a:cs typeface="Inria Serif Light"/>
              </a:rPr>
              <a:t>like</a:t>
            </a:r>
            <a:r>
              <a:rPr sz="2400" spc="295" dirty="0">
                <a:solidFill>
                  <a:srgbClr val="292929"/>
                </a:solidFill>
                <a:latin typeface="Inria Serif Light"/>
                <a:cs typeface="Inria Serif Light"/>
              </a:rPr>
              <a:t> </a:t>
            </a:r>
            <a:r>
              <a:rPr sz="2400" dirty="0">
                <a:solidFill>
                  <a:srgbClr val="292929"/>
                </a:solidFill>
                <a:latin typeface="Inria Serif Light"/>
                <a:cs typeface="Inria Serif Light"/>
              </a:rPr>
              <a:t>Raspberry</a:t>
            </a:r>
            <a:r>
              <a:rPr sz="2400" spc="290" dirty="0">
                <a:solidFill>
                  <a:srgbClr val="292929"/>
                </a:solidFill>
                <a:latin typeface="Inria Serif Light"/>
                <a:cs typeface="Inria Serif Light"/>
              </a:rPr>
              <a:t> </a:t>
            </a:r>
            <a:r>
              <a:rPr sz="2400" spc="45" dirty="0">
                <a:solidFill>
                  <a:srgbClr val="292929"/>
                </a:solidFill>
                <a:latin typeface="Inria Serif Light"/>
                <a:cs typeface="Inria Serif Light"/>
              </a:rPr>
              <a:t>Pi, raising</a:t>
            </a:r>
            <a:r>
              <a:rPr sz="2400" spc="300" dirty="0">
                <a:solidFill>
                  <a:srgbClr val="292929"/>
                </a:solidFill>
                <a:latin typeface="Inria Serif Light"/>
                <a:cs typeface="Inria Serif Light"/>
              </a:rPr>
              <a:t> </a:t>
            </a:r>
            <a:r>
              <a:rPr sz="2400" dirty="0">
                <a:solidFill>
                  <a:srgbClr val="292929"/>
                </a:solidFill>
                <a:latin typeface="Inria Serif Light"/>
                <a:cs typeface="Inria Serif Light"/>
              </a:rPr>
              <a:t>concerns</a:t>
            </a:r>
            <a:r>
              <a:rPr sz="2400" spc="300" dirty="0">
                <a:solidFill>
                  <a:srgbClr val="292929"/>
                </a:solidFill>
                <a:latin typeface="Inria Serif Light"/>
                <a:cs typeface="Inria Serif Light"/>
              </a:rPr>
              <a:t> </a:t>
            </a:r>
            <a:r>
              <a:rPr sz="2400" dirty="0">
                <a:solidFill>
                  <a:srgbClr val="292929"/>
                </a:solidFill>
                <a:latin typeface="Inria Serif Light"/>
                <a:cs typeface="Inria Serif Light"/>
              </a:rPr>
              <a:t>about</a:t>
            </a:r>
            <a:r>
              <a:rPr sz="2400" spc="305" dirty="0">
                <a:solidFill>
                  <a:srgbClr val="292929"/>
                </a:solidFill>
                <a:latin typeface="Inria Serif Light"/>
                <a:cs typeface="Inria Serif Light"/>
              </a:rPr>
              <a:t> </a:t>
            </a:r>
            <a:r>
              <a:rPr sz="2400" spc="50" dirty="0">
                <a:solidFill>
                  <a:srgbClr val="292929"/>
                </a:solidFill>
                <a:latin typeface="Inria Serif Light"/>
                <a:cs typeface="Inria Serif Light"/>
              </a:rPr>
              <a:t>practical</a:t>
            </a:r>
            <a:r>
              <a:rPr sz="2400" spc="300" dirty="0">
                <a:solidFill>
                  <a:srgbClr val="292929"/>
                </a:solidFill>
                <a:latin typeface="Inria Serif Light"/>
                <a:cs typeface="Inria Serif Light"/>
              </a:rPr>
              <a:t> </a:t>
            </a:r>
            <a:r>
              <a:rPr sz="2400" spc="45" dirty="0">
                <a:solidFill>
                  <a:srgbClr val="292929"/>
                </a:solidFill>
                <a:latin typeface="Inria Serif Light"/>
                <a:cs typeface="Inria Serif Light"/>
              </a:rPr>
              <a:t>deployment.</a:t>
            </a:r>
            <a:endParaRPr sz="2400">
              <a:latin typeface="Inria Serif Light"/>
              <a:cs typeface="Inria Serif Light"/>
            </a:endParaRPr>
          </a:p>
          <a:p>
            <a:pPr>
              <a:lnSpc>
                <a:spcPct val="100000"/>
              </a:lnSpc>
              <a:spcBef>
                <a:spcPts val="860"/>
              </a:spcBef>
              <a:buClr>
                <a:srgbClr val="292929"/>
              </a:buClr>
              <a:buFont typeface="Times New Roman"/>
              <a:buChar char="•"/>
            </a:pPr>
            <a:endParaRPr sz="2400">
              <a:latin typeface="Inria Serif Light"/>
              <a:cs typeface="Inria Serif Light"/>
            </a:endParaRPr>
          </a:p>
          <a:p>
            <a:pPr marL="12700">
              <a:lnSpc>
                <a:spcPct val="100000"/>
              </a:lnSpc>
              <a:spcBef>
                <a:spcPts val="5"/>
              </a:spcBef>
            </a:pPr>
            <a:r>
              <a:rPr sz="2850" b="1" spc="75" dirty="0">
                <a:solidFill>
                  <a:srgbClr val="292929"/>
                </a:solidFill>
                <a:latin typeface="Inria Serif"/>
                <a:cs typeface="Inria Serif"/>
              </a:rPr>
              <a:t>Balancing</a:t>
            </a:r>
            <a:r>
              <a:rPr sz="2850" b="1" spc="195" dirty="0">
                <a:solidFill>
                  <a:srgbClr val="292929"/>
                </a:solidFill>
                <a:latin typeface="Inria Serif"/>
                <a:cs typeface="Inria Serif"/>
              </a:rPr>
              <a:t> </a:t>
            </a:r>
            <a:r>
              <a:rPr sz="2850" b="1" spc="70" dirty="0">
                <a:solidFill>
                  <a:srgbClr val="292929"/>
                </a:solidFill>
                <a:latin typeface="Inria Serif"/>
                <a:cs typeface="Inria Serif"/>
              </a:rPr>
              <a:t>Performance</a:t>
            </a:r>
            <a:r>
              <a:rPr sz="2850" b="1" spc="190" dirty="0">
                <a:solidFill>
                  <a:srgbClr val="292929"/>
                </a:solidFill>
                <a:latin typeface="Inria Serif"/>
                <a:cs typeface="Inria Serif"/>
              </a:rPr>
              <a:t> </a:t>
            </a:r>
            <a:r>
              <a:rPr sz="2850" b="1" spc="55" dirty="0">
                <a:solidFill>
                  <a:srgbClr val="292929"/>
                </a:solidFill>
                <a:latin typeface="Inria Serif"/>
                <a:cs typeface="Inria Serif"/>
              </a:rPr>
              <a:t>and</a:t>
            </a:r>
            <a:r>
              <a:rPr sz="2850" b="1" spc="195" dirty="0">
                <a:solidFill>
                  <a:srgbClr val="292929"/>
                </a:solidFill>
                <a:latin typeface="Inria Serif"/>
                <a:cs typeface="Inria Serif"/>
              </a:rPr>
              <a:t> </a:t>
            </a:r>
            <a:r>
              <a:rPr sz="2850" b="1" spc="70" dirty="0">
                <a:solidFill>
                  <a:srgbClr val="292929"/>
                </a:solidFill>
                <a:latin typeface="Inria Serif"/>
                <a:cs typeface="Inria Serif"/>
              </a:rPr>
              <a:t>Resources</a:t>
            </a:r>
            <a:endParaRPr sz="2850">
              <a:latin typeface="Inria Serif"/>
              <a:cs typeface="Inria Serif"/>
            </a:endParaRPr>
          </a:p>
          <a:p>
            <a:pPr marL="270510" marR="523875" indent="-258445">
              <a:lnSpc>
                <a:spcPct val="108000"/>
              </a:lnSpc>
              <a:spcBef>
                <a:spcPts val="2300"/>
              </a:spcBef>
              <a:buFont typeface="Times New Roman"/>
              <a:buChar char="•"/>
              <a:tabLst>
                <a:tab pos="270510" algn="l"/>
              </a:tabLst>
            </a:pPr>
            <a:r>
              <a:rPr sz="2400" dirty="0">
                <a:solidFill>
                  <a:srgbClr val="292929"/>
                </a:solidFill>
                <a:latin typeface="Inria Serif Light"/>
                <a:cs typeface="Inria Serif Light"/>
              </a:rPr>
              <a:t>Urgent</a:t>
            </a:r>
            <a:r>
              <a:rPr sz="2400" spc="310" dirty="0">
                <a:solidFill>
                  <a:srgbClr val="292929"/>
                </a:solidFill>
                <a:latin typeface="Inria Serif Light"/>
                <a:cs typeface="Inria Serif Light"/>
              </a:rPr>
              <a:t> </a:t>
            </a:r>
            <a:r>
              <a:rPr sz="2400" dirty="0">
                <a:solidFill>
                  <a:srgbClr val="292929"/>
                </a:solidFill>
                <a:latin typeface="Inria Serif Light"/>
                <a:cs typeface="Inria Serif Light"/>
              </a:rPr>
              <a:t>need</a:t>
            </a:r>
            <a:r>
              <a:rPr sz="2400" spc="310" dirty="0">
                <a:solidFill>
                  <a:srgbClr val="292929"/>
                </a:solidFill>
                <a:latin typeface="Inria Serif Light"/>
                <a:cs typeface="Inria Serif Light"/>
              </a:rPr>
              <a:t> </a:t>
            </a:r>
            <a:r>
              <a:rPr sz="2400" dirty="0">
                <a:solidFill>
                  <a:srgbClr val="292929"/>
                </a:solidFill>
                <a:latin typeface="Inria Serif Light"/>
                <a:cs typeface="Inria Serif Light"/>
              </a:rPr>
              <a:t>for</a:t>
            </a:r>
            <a:r>
              <a:rPr sz="2400" spc="315" dirty="0">
                <a:solidFill>
                  <a:srgbClr val="292929"/>
                </a:solidFill>
                <a:latin typeface="Inria Serif Light"/>
                <a:cs typeface="Inria Serif Light"/>
              </a:rPr>
              <a:t> </a:t>
            </a:r>
            <a:r>
              <a:rPr sz="2400" dirty="0">
                <a:solidFill>
                  <a:srgbClr val="292929"/>
                </a:solidFill>
                <a:latin typeface="Inria Serif Light"/>
                <a:cs typeface="Inria Serif Light"/>
              </a:rPr>
              <a:t>IDS</a:t>
            </a:r>
            <a:r>
              <a:rPr sz="2400" spc="310" dirty="0">
                <a:solidFill>
                  <a:srgbClr val="292929"/>
                </a:solidFill>
                <a:latin typeface="Inria Serif Light"/>
                <a:cs typeface="Inria Serif Light"/>
              </a:rPr>
              <a:t> </a:t>
            </a:r>
            <a:r>
              <a:rPr sz="2400" spc="50" dirty="0">
                <a:solidFill>
                  <a:srgbClr val="292929"/>
                </a:solidFill>
                <a:latin typeface="Inria Serif Light"/>
                <a:cs typeface="Inria Serif Light"/>
              </a:rPr>
              <a:t>solutions</a:t>
            </a:r>
            <a:r>
              <a:rPr sz="2400" spc="310" dirty="0">
                <a:solidFill>
                  <a:srgbClr val="292929"/>
                </a:solidFill>
                <a:latin typeface="Inria Serif Light"/>
                <a:cs typeface="Inria Serif Light"/>
              </a:rPr>
              <a:t> </a:t>
            </a:r>
            <a:r>
              <a:rPr sz="2400" dirty="0">
                <a:solidFill>
                  <a:srgbClr val="292929"/>
                </a:solidFill>
                <a:latin typeface="Inria Serif Light"/>
                <a:cs typeface="Inria Serif Light"/>
              </a:rPr>
              <a:t>that</a:t>
            </a:r>
            <a:r>
              <a:rPr sz="2400" spc="315" dirty="0">
                <a:solidFill>
                  <a:srgbClr val="292929"/>
                </a:solidFill>
                <a:latin typeface="Inria Serif Light"/>
                <a:cs typeface="Inria Serif Light"/>
              </a:rPr>
              <a:t> </a:t>
            </a:r>
            <a:r>
              <a:rPr sz="2400" dirty="0">
                <a:solidFill>
                  <a:srgbClr val="292929"/>
                </a:solidFill>
                <a:latin typeface="Inria Serif Light"/>
                <a:cs typeface="Inria Serif Light"/>
              </a:rPr>
              <a:t>maintain</a:t>
            </a:r>
            <a:r>
              <a:rPr sz="2400" spc="310" dirty="0">
                <a:solidFill>
                  <a:srgbClr val="292929"/>
                </a:solidFill>
                <a:latin typeface="Inria Serif Light"/>
                <a:cs typeface="Inria Serif Light"/>
              </a:rPr>
              <a:t> </a:t>
            </a:r>
            <a:r>
              <a:rPr sz="2400" b="1" dirty="0">
                <a:solidFill>
                  <a:srgbClr val="292929"/>
                </a:solidFill>
                <a:latin typeface="Inria Serif"/>
                <a:cs typeface="Inria Serif"/>
              </a:rPr>
              <a:t>high</a:t>
            </a:r>
            <a:r>
              <a:rPr sz="2400" b="1" spc="310" dirty="0">
                <a:solidFill>
                  <a:srgbClr val="292929"/>
                </a:solidFill>
                <a:latin typeface="Inria Serif"/>
                <a:cs typeface="Inria Serif"/>
              </a:rPr>
              <a:t> </a:t>
            </a:r>
            <a:r>
              <a:rPr sz="2400" b="1" spc="50" dirty="0">
                <a:solidFill>
                  <a:srgbClr val="292929"/>
                </a:solidFill>
                <a:latin typeface="Inria Serif"/>
                <a:cs typeface="Inria Serif"/>
              </a:rPr>
              <a:t>detection</a:t>
            </a:r>
            <a:r>
              <a:rPr sz="2400" b="1" spc="305" dirty="0">
                <a:solidFill>
                  <a:srgbClr val="292929"/>
                </a:solidFill>
                <a:latin typeface="Inria Serif"/>
                <a:cs typeface="Inria Serif"/>
              </a:rPr>
              <a:t> </a:t>
            </a:r>
            <a:r>
              <a:rPr sz="2400" b="1" dirty="0">
                <a:solidFill>
                  <a:srgbClr val="292929"/>
                </a:solidFill>
                <a:latin typeface="Inria Serif"/>
                <a:cs typeface="Inria Serif"/>
              </a:rPr>
              <a:t>accuracy</a:t>
            </a:r>
            <a:r>
              <a:rPr sz="2400" b="1" spc="330" dirty="0">
                <a:solidFill>
                  <a:srgbClr val="292929"/>
                </a:solidFill>
                <a:latin typeface="Inria Serif"/>
                <a:cs typeface="Inria Serif"/>
              </a:rPr>
              <a:t> </a:t>
            </a:r>
            <a:r>
              <a:rPr sz="2400" dirty="0">
                <a:solidFill>
                  <a:srgbClr val="292929"/>
                </a:solidFill>
                <a:latin typeface="Inria Serif Light"/>
                <a:cs typeface="Inria Serif Light"/>
              </a:rPr>
              <a:t>while</a:t>
            </a:r>
            <a:r>
              <a:rPr sz="2400" spc="310" dirty="0">
                <a:solidFill>
                  <a:srgbClr val="292929"/>
                </a:solidFill>
                <a:latin typeface="Inria Serif Light"/>
                <a:cs typeface="Inria Serif Light"/>
              </a:rPr>
              <a:t> </a:t>
            </a:r>
            <a:r>
              <a:rPr sz="2400" spc="45" dirty="0">
                <a:solidFill>
                  <a:srgbClr val="292929"/>
                </a:solidFill>
                <a:latin typeface="Inria Serif Light"/>
                <a:cs typeface="Inria Serif Light"/>
              </a:rPr>
              <a:t>minimizing </a:t>
            </a:r>
            <a:r>
              <a:rPr sz="2400" spc="50" dirty="0">
                <a:solidFill>
                  <a:srgbClr val="292929"/>
                </a:solidFill>
                <a:latin typeface="Inria Serif Light"/>
                <a:cs typeface="Inria Serif Light"/>
              </a:rPr>
              <a:t>computational</a:t>
            </a:r>
            <a:r>
              <a:rPr sz="2400" spc="265" dirty="0">
                <a:solidFill>
                  <a:srgbClr val="292929"/>
                </a:solidFill>
                <a:latin typeface="Inria Serif Light"/>
                <a:cs typeface="Inria Serif Light"/>
              </a:rPr>
              <a:t> </a:t>
            </a:r>
            <a:r>
              <a:rPr sz="2400" dirty="0">
                <a:solidFill>
                  <a:srgbClr val="292929"/>
                </a:solidFill>
                <a:latin typeface="Inria Serif Light"/>
                <a:cs typeface="Inria Serif Light"/>
              </a:rPr>
              <a:t>and</a:t>
            </a:r>
            <a:r>
              <a:rPr sz="2400" spc="270" dirty="0">
                <a:solidFill>
                  <a:srgbClr val="292929"/>
                </a:solidFill>
                <a:latin typeface="Inria Serif Light"/>
                <a:cs typeface="Inria Serif Light"/>
              </a:rPr>
              <a:t> </a:t>
            </a:r>
            <a:r>
              <a:rPr sz="2400" dirty="0">
                <a:solidFill>
                  <a:srgbClr val="292929"/>
                </a:solidFill>
                <a:latin typeface="Inria Serif Light"/>
                <a:cs typeface="Inria Serif Light"/>
              </a:rPr>
              <a:t>memory</a:t>
            </a:r>
            <a:r>
              <a:rPr sz="2400" spc="265" dirty="0">
                <a:solidFill>
                  <a:srgbClr val="292929"/>
                </a:solidFill>
                <a:latin typeface="Inria Serif Light"/>
                <a:cs typeface="Inria Serif Light"/>
              </a:rPr>
              <a:t> </a:t>
            </a:r>
            <a:r>
              <a:rPr sz="2400" spc="-10" dirty="0">
                <a:solidFill>
                  <a:srgbClr val="292929"/>
                </a:solidFill>
                <a:latin typeface="Inria Serif Light"/>
                <a:cs typeface="Inria Serif Light"/>
              </a:rPr>
              <a:t>demands.</a:t>
            </a:r>
            <a:endParaRPr sz="2400">
              <a:latin typeface="Inria Serif Light"/>
              <a:cs typeface="Inria Serif Light"/>
            </a:endParaRPr>
          </a:p>
        </p:txBody>
      </p:sp>
      <p:sp>
        <p:nvSpPr>
          <p:cNvPr id="4" name="object 4"/>
          <p:cNvSpPr txBox="1"/>
          <p:nvPr/>
        </p:nvSpPr>
        <p:spPr>
          <a:xfrm>
            <a:off x="3713658" y="8130510"/>
            <a:ext cx="13772515" cy="1544955"/>
          </a:xfrm>
          <a:prstGeom prst="rect">
            <a:avLst/>
          </a:prstGeom>
        </p:spPr>
        <p:txBody>
          <a:bodyPr vert="horz" wrap="square" lIns="0" tIns="15240" rIns="0" bIns="0" rtlCol="0">
            <a:spAutoFit/>
          </a:bodyPr>
          <a:lstStyle/>
          <a:p>
            <a:pPr marL="12700">
              <a:lnSpc>
                <a:spcPct val="100000"/>
              </a:lnSpc>
              <a:spcBef>
                <a:spcPts val="120"/>
              </a:spcBef>
            </a:pPr>
            <a:r>
              <a:rPr sz="2850" b="1" spc="80" dirty="0">
                <a:solidFill>
                  <a:srgbClr val="292929"/>
                </a:solidFill>
                <a:latin typeface="Inria Serif"/>
                <a:cs typeface="Inria Serif"/>
              </a:rPr>
              <a:t>Trade-</a:t>
            </a:r>
            <a:r>
              <a:rPr sz="2850" b="1" dirty="0">
                <a:solidFill>
                  <a:srgbClr val="292929"/>
                </a:solidFill>
                <a:latin typeface="Inria Serif"/>
                <a:cs typeface="Inria Serif"/>
              </a:rPr>
              <a:t>Offs</a:t>
            </a:r>
            <a:r>
              <a:rPr sz="2850" b="1" spc="204" dirty="0">
                <a:solidFill>
                  <a:srgbClr val="292929"/>
                </a:solidFill>
                <a:latin typeface="Inria Serif"/>
                <a:cs typeface="Inria Serif"/>
              </a:rPr>
              <a:t> </a:t>
            </a:r>
            <a:r>
              <a:rPr sz="2850" b="1" spc="70" dirty="0">
                <a:solidFill>
                  <a:srgbClr val="292929"/>
                </a:solidFill>
                <a:latin typeface="Inria Serif"/>
                <a:cs typeface="Inria Serif"/>
              </a:rPr>
              <a:t>Remain</a:t>
            </a:r>
            <a:r>
              <a:rPr sz="2850" b="1" spc="220" dirty="0">
                <a:solidFill>
                  <a:srgbClr val="292929"/>
                </a:solidFill>
                <a:latin typeface="Inria Serif"/>
                <a:cs typeface="Inria Serif"/>
              </a:rPr>
              <a:t> </a:t>
            </a:r>
            <a:r>
              <a:rPr sz="2850" b="1" spc="65" dirty="0">
                <a:solidFill>
                  <a:srgbClr val="292929"/>
                </a:solidFill>
                <a:latin typeface="Inria Serif"/>
                <a:cs typeface="Inria Serif"/>
              </a:rPr>
              <a:t>Unaddressed</a:t>
            </a:r>
            <a:endParaRPr sz="2850">
              <a:latin typeface="Inria Serif"/>
              <a:cs typeface="Inria Serif"/>
            </a:endParaRPr>
          </a:p>
          <a:p>
            <a:pPr marL="270510" marR="5080" indent="-258445">
              <a:lnSpc>
                <a:spcPct val="108000"/>
              </a:lnSpc>
              <a:spcBef>
                <a:spcPts val="2300"/>
              </a:spcBef>
              <a:buFont typeface="Times New Roman"/>
              <a:buChar char="•"/>
              <a:tabLst>
                <a:tab pos="270510" algn="l"/>
              </a:tabLst>
            </a:pPr>
            <a:r>
              <a:rPr sz="2400" spc="50" dirty="0">
                <a:solidFill>
                  <a:srgbClr val="292929"/>
                </a:solidFill>
                <a:latin typeface="Inria Serif Light"/>
                <a:cs typeface="Inria Serif Light"/>
              </a:rPr>
              <a:t>Existing</a:t>
            </a:r>
            <a:r>
              <a:rPr sz="2400" spc="315" dirty="0">
                <a:solidFill>
                  <a:srgbClr val="292929"/>
                </a:solidFill>
                <a:latin typeface="Inria Serif Light"/>
                <a:cs typeface="Inria Serif Light"/>
              </a:rPr>
              <a:t> </a:t>
            </a:r>
            <a:r>
              <a:rPr sz="2400" spc="50" dirty="0">
                <a:solidFill>
                  <a:srgbClr val="292929"/>
                </a:solidFill>
                <a:latin typeface="Inria Serif Light"/>
                <a:cs typeface="Inria Serif Light"/>
              </a:rPr>
              <a:t>approaches</a:t>
            </a:r>
            <a:r>
              <a:rPr sz="2400" spc="315" dirty="0">
                <a:solidFill>
                  <a:srgbClr val="292929"/>
                </a:solidFill>
                <a:latin typeface="Inria Serif Light"/>
                <a:cs typeface="Inria Serif Light"/>
              </a:rPr>
              <a:t> </a:t>
            </a:r>
            <a:r>
              <a:rPr sz="2400" dirty="0">
                <a:solidFill>
                  <a:srgbClr val="292929"/>
                </a:solidFill>
                <a:latin typeface="Inria Serif Light"/>
                <a:cs typeface="Inria Serif Light"/>
              </a:rPr>
              <a:t>rarely</a:t>
            </a:r>
            <a:r>
              <a:rPr sz="2400" spc="315" dirty="0">
                <a:solidFill>
                  <a:srgbClr val="292929"/>
                </a:solidFill>
                <a:latin typeface="Inria Serif Light"/>
                <a:cs typeface="Inria Serif Light"/>
              </a:rPr>
              <a:t> </a:t>
            </a:r>
            <a:r>
              <a:rPr sz="2400" dirty="0">
                <a:solidFill>
                  <a:srgbClr val="292929"/>
                </a:solidFill>
                <a:latin typeface="Inria Serif Light"/>
                <a:cs typeface="Inria Serif Light"/>
              </a:rPr>
              <a:t>optimize</a:t>
            </a:r>
            <a:r>
              <a:rPr sz="2400" spc="315" dirty="0">
                <a:solidFill>
                  <a:srgbClr val="292929"/>
                </a:solidFill>
                <a:latin typeface="Inria Serif Light"/>
                <a:cs typeface="Inria Serif Light"/>
              </a:rPr>
              <a:t> </a:t>
            </a:r>
            <a:r>
              <a:rPr sz="2400" dirty="0">
                <a:solidFill>
                  <a:srgbClr val="292929"/>
                </a:solidFill>
                <a:latin typeface="Inria Serif Light"/>
                <a:cs typeface="Inria Serif Light"/>
              </a:rPr>
              <a:t>for</a:t>
            </a:r>
            <a:r>
              <a:rPr sz="2400" spc="320" dirty="0">
                <a:solidFill>
                  <a:srgbClr val="292929"/>
                </a:solidFill>
                <a:latin typeface="Inria Serif Light"/>
                <a:cs typeface="Inria Serif Light"/>
              </a:rPr>
              <a:t> </a:t>
            </a:r>
            <a:r>
              <a:rPr sz="2400" dirty="0">
                <a:solidFill>
                  <a:srgbClr val="292929"/>
                </a:solidFill>
                <a:latin typeface="Inria Serif Light"/>
                <a:cs typeface="Inria Serif Light"/>
              </a:rPr>
              <a:t>both</a:t>
            </a:r>
            <a:r>
              <a:rPr sz="2400" spc="315" dirty="0">
                <a:solidFill>
                  <a:srgbClr val="292929"/>
                </a:solidFill>
                <a:latin typeface="Inria Serif Light"/>
                <a:cs typeface="Inria Serif Light"/>
              </a:rPr>
              <a:t> </a:t>
            </a:r>
            <a:r>
              <a:rPr sz="2400" b="1" dirty="0">
                <a:solidFill>
                  <a:srgbClr val="292929"/>
                </a:solidFill>
                <a:latin typeface="Inria Serif"/>
                <a:cs typeface="Inria Serif"/>
              </a:rPr>
              <a:t>real-time</a:t>
            </a:r>
            <a:r>
              <a:rPr sz="2400" b="1" spc="310" dirty="0">
                <a:solidFill>
                  <a:srgbClr val="292929"/>
                </a:solidFill>
                <a:latin typeface="Inria Serif"/>
                <a:cs typeface="Inria Serif"/>
              </a:rPr>
              <a:t> </a:t>
            </a:r>
            <a:r>
              <a:rPr sz="2400" b="1" spc="45" dirty="0">
                <a:solidFill>
                  <a:srgbClr val="292929"/>
                </a:solidFill>
                <a:latin typeface="Inria Serif"/>
                <a:cs typeface="Inria Serif"/>
              </a:rPr>
              <a:t>eﬃciency</a:t>
            </a:r>
            <a:r>
              <a:rPr sz="2400" b="1" spc="335" dirty="0">
                <a:solidFill>
                  <a:srgbClr val="292929"/>
                </a:solidFill>
                <a:latin typeface="Inria Serif"/>
                <a:cs typeface="Inria Serif"/>
              </a:rPr>
              <a:t> </a:t>
            </a:r>
            <a:r>
              <a:rPr sz="2400" dirty="0">
                <a:solidFill>
                  <a:srgbClr val="292929"/>
                </a:solidFill>
                <a:latin typeface="Inria Serif Light"/>
                <a:cs typeface="Inria Serif Light"/>
              </a:rPr>
              <a:t>and</a:t>
            </a:r>
            <a:r>
              <a:rPr sz="2400" spc="315" dirty="0">
                <a:solidFill>
                  <a:srgbClr val="292929"/>
                </a:solidFill>
                <a:latin typeface="Inria Serif Light"/>
                <a:cs typeface="Inria Serif Light"/>
              </a:rPr>
              <a:t> </a:t>
            </a:r>
            <a:r>
              <a:rPr sz="2400" b="1" dirty="0">
                <a:solidFill>
                  <a:srgbClr val="292929"/>
                </a:solidFill>
                <a:latin typeface="Inria Serif"/>
                <a:cs typeface="Inria Serif"/>
              </a:rPr>
              <a:t>robust</a:t>
            </a:r>
            <a:r>
              <a:rPr sz="2400" b="1" spc="315" dirty="0">
                <a:solidFill>
                  <a:srgbClr val="292929"/>
                </a:solidFill>
                <a:latin typeface="Inria Serif"/>
                <a:cs typeface="Inria Serif"/>
              </a:rPr>
              <a:t> </a:t>
            </a:r>
            <a:r>
              <a:rPr sz="2400" b="1" dirty="0">
                <a:solidFill>
                  <a:srgbClr val="292929"/>
                </a:solidFill>
                <a:latin typeface="Inria Serif"/>
                <a:cs typeface="Inria Serif"/>
              </a:rPr>
              <a:t>security</a:t>
            </a:r>
            <a:r>
              <a:rPr sz="2400" b="1" spc="330" dirty="0">
                <a:solidFill>
                  <a:srgbClr val="292929"/>
                </a:solidFill>
                <a:latin typeface="Inria Serif"/>
                <a:cs typeface="Inria Serif"/>
              </a:rPr>
              <a:t> </a:t>
            </a:r>
            <a:r>
              <a:rPr sz="2400" dirty="0">
                <a:solidFill>
                  <a:srgbClr val="292929"/>
                </a:solidFill>
                <a:latin typeface="Inria Serif Light"/>
                <a:cs typeface="Inria Serif Light"/>
              </a:rPr>
              <a:t>in</a:t>
            </a:r>
            <a:r>
              <a:rPr sz="2400" spc="315" dirty="0">
                <a:solidFill>
                  <a:srgbClr val="292929"/>
                </a:solidFill>
                <a:latin typeface="Inria Serif Light"/>
                <a:cs typeface="Inria Serif Light"/>
              </a:rPr>
              <a:t> </a:t>
            </a:r>
            <a:r>
              <a:rPr sz="2400" spc="30" dirty="0">
                <a:solidFill>
                  <a:srgbClr val="292929"/>
                </a:solidFill>
                <a:latin typeface="Inria Serif Light"/>
                <a:cs typeface="Inria Serif Light"/>
              </a:rPr>
              <a:t>IoT </a:t>
            </a:r>
            <a:r>
              <a:rPr sz="2400" spc="35" dirty="0">
                <a:solidFill>
                  <a:srgbClr val="292929"/>
                </a:solidFill>
                <a:latin typeface="Inria Serif Light"/>
                <a:cs typeface="Inria Serif Light"/>
              </a:rPr>
              <a:t>environments.</a:t>
            </a:r>
            <a:endParaRPr sz="2400">
              <a:latin typeface="Inria Serif Light"/>
              <a:cs typeface="Inria Serif Light"/>
            </a:endParaRPr>
          </a:p>
        </p:txBody>
      </p:sp>
      <p:sp>
        <p:nvSpPr>
          <p:cNvPr id="5" name="object 5"/>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FFFFFF"/>
                </a:solidFill>
                <a:latin typeface="Inria Sans"/>
                <a:cs typeface="Inria Sans"/>
              </a:rPr>
              <a:t>5/13/2026</a:t>
            </a:r>
            <a:endParaRPr sz="2000">
              <a:latin typeface="Inria Sans"/>
              <a:cs typeface="Inria Sans"/>
            </a:endParaRPr>
          </a:p>
        </p:txBody>
      </p:sp>
      <p:sp>
        <p:nvSpPr>
          <p:cNvPr id="6" name="object 6"/>
          <p:cNvSpPr/>
          <p:nvPr/>
        </p:nvSpPr>
        <p:spPr>
          <a:xfrm>
            <a:off x="914848" y="9324426"/>
            <a:ext cx="507365" cy="403860"/>
          </a:xfrm>
          <a:custGeom>
            <a:avLst/>
            <a:gdLst/>
            <a:ahLst/>
            <a:cxnLst/>
            <a:rect l="l" t="t" r="r" b="b"/>
            <a:pathLst>
              <a:path w="507365" h="403859">
                <a:moveTo>
                  <a:pt x="453694" y="0"/>
                </a:moveTo>
                <a:lnTo>
                  <a:pt x="53543" y="0"/>
                </a:lnTo>
                <a:lnTo>
                  <a:pt x="32800" y="4240"/>
                </a:lnTo>
                <a:lnTo>
                  <a:pt x="15770" y="15770"/>
                </a:lnTo>
                <a:lnTo>
                  <a:pt x="4240" y="32800"/>
                </a:lnTo>
                <a:lnTo>
                  <a:pt x="0" y="53543"/>
                </a:lnTo>
                <a:lnTo>
                  <a:pt x="0" y="349897"/>
                </a:lnTo>
                <a:lnTo>
                  <a:pt x="4240" y="370640"/>
                </a:lnTo>
                <a:lnTo>
                  <a:pt x="15770" y="387670"/>
                </a:lnTo>
                <a:lnTo>
                  <a:pt x="32800" y="399200"/>
                </a:lnTo>
                <a:lnTo>
                  <a:pt x="53543" y="403440"/>
                </a:lnTo>
                <a:lnTo>
                  <a:pt x="454063" y="403440"/>
                </a:lnTo>
                <a:lnTo>
                  <a:pt x="475007" y="399188"/>
                </a:lnTo>
                <a:lnTo>
                  <a:pt x="492066" y="387578"/>
                </a:lnTo>
                <a:lnTo>
                  <a:pt x="503417" y="370329"/>
                </a:lnTo>
                <a:lnTo>
                  <a:pt x="507238" y="349161"/>
                </a:lnTo>
                <a:lnTo>
                  <a:pt x="507238" y="53543"/>
                </a:lnTo>
                <a:lnTo>
                  <a:pt x="503049" y="32800"/>
                </a:lnTo>
                <a:lnTo>
                  <a:pt x="491605" y="15770"/>
                </a:lnTo>
                <a:lnTo>
                  <a:pt x="474592" y="4240"/>
                </a:lnTo>
                <a:lnTo>
                  <a:pt x="453694" y="0"/>
                </a:lnTo>
                <a:close/>
              </a:path>
            </a:pathLst>
          </a:custGeom>
          <a:solidFill>
            <a:srgbClr val="282828"/>
          </a:solidFill>
        </p:spPr>
        <p:txBody>
          <a:bodyPr wrap="square" lIns="0" tIns="0" rIns="0" bIns="0" rtlCol="0"/>
          <a:lstStyle/>
          <a:p>
            <a:endParaRPr/>
          </a:p>
        </p:txBody>
      </p:sp>
      <p:sp>
        <p:nvSpPr>
          <p:cNvPr id="7" name="object 7"/>
          <p:cNvSpPr txBox="1"/>
          <p:nvPr/>
        </p:nvSpPr>
        <p:spPr>
          <a:xfrm>
            <a:off x="998475" y="9345799"/>
            <a:ext cx="322580" cy="330200"/>
          </a:xfrm>
          <a:prstGeom prst="rect">
            <a:avLst/>
          </a:prstGeom>
        </p:spPr>
        <p:txBody>
          <a:bodyPr vert="horz" wrap="square" lIns="0" tIns="12700" rIns="0" bIns="0" rtlCol="0">
            <a:spAutoFit/>
          </a:bodyPr>
          <a:lstStyle/>
          <a:p>
            <a:pPr marL="12700">
              <a:lnSpc>
                <a:spcPct val="100000"/>
              </a:lnSpc>
              <a:spcBef>
                <a:spcPts val="100"/>
              </a:spcBef>
            </a:pPr>
            <a:r>
              <a:rPr sz="2000" b="1" spc="-70" dirty="0">
                <a:solidFill>
                  <a:srgbClr val="FFFFFF"/>
                </a:solidFill>
                <a:latin typeface="Inria Sans"/>
                <a:cs typeface="Inria Sans"/>
              </a:rPr>
              <a:t>07.</a:t>
            </a:r>
            <a:endParaRPr sz="2000">
              <a:latin typeface="Inria Sans"/>
              <a:cs typeface="Inri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8050" dirty="0">
                <a:latin typeface="Bebas Neue Regular"/>
                <a:cs typeface="Bebas Neue Regular"/>
              </a:rPr>
              <a:t>RESEARCH</a:t>
            </a:r>
            <a:r>
              <a:rPr sz="8050" spc="-190" dirty="0">
                <a:latin typeface="Bebas Neue Regular"/>
                <a:cs typeface="Bebas Neue Regular"/>
              </a:rPr>
              <a:t> </a:t>
            </a:r>
            <a:r>
              <a:rPr sz="8050" dirty="0">
                <a:latin typeface="Bebas Neue Regular"/>
                <a:cs typeface="Bebas Neue Regular"/>
              </a:rPr>
              <a:t>OBJECTIVES</a:t>
            </a:r>
            <a:r>
              <a:rPr sz="8050" spc="-185" dirty="0">
                <a:latin typeface="Bebas Neue Regular"/>
                <a:cs typeface="Bebas Neue Regular"/>
              </a:rPr>
              <a:t> </a:t>
            </a:r>
            <a:r>
              <a:rPr sz="8050" dirty="0">
                <a:latin typeface="Bebas Neue Regular"/>
                <a:cs typeface="Bebas Neue Regular"/>
              </a:rPr>
              <a:t>&amp;</a:t>
            </a:r>
            <a:r>
              <a:rPr sz="8050" spc="-185" dirty="0">
                <a:latin typeface="Bebas Neue Regular"/>
                <a:cs typeface="Bebas Neue Regular"/>
              </a:rPr>
              <a:t> </a:t>
            </a:r>
            <a:r>
              <a:rPr sz="8050" spc="-10" dirty="0">
                <a:latin typeface="Bebas Neue Regular"/>
                <a:cs typeface="Bebas Neue Regular"/>
              </a:rPr>
              <a:t>QUESTIONS</a:t>
            </a:r>
            <a:endParaRPr sz="8050">
              <a:latin typeface="Bebas Neue Regular"/>
              <a:cs typeface="Bebas Neue Regular"/>
            </a:endParaRPr>
          </a:p>
        </p:txBody>
      </p:sp>
      <p:sp>
        <p:nvSpPr>
          <p:cNvPr id="3" name="object 3"/>
          <p:cNvSpPr/>
          <p:nvPr/>
        </p:nvSpPr>
        <p:spPr>
          <a:xfrm>
            <a:off x="942060"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7DEDD"/>
          </a:solidFill>
        </p:spPr>
        <p:txBody>
          <a:bodyPr wrap="square" lIns="0" tIns="0" rIns="0" bIns="0" rtlCol="0"/>
          <a:lstStyle/>
          <a:p>
            <a:endParaRPr/>
          </a:p>
        </p:txBody>
      </p:sp>
      <p:sp>
        <p:nvSpPr>
          <p:cNvPr id="4" name="object 4"/>
          <p:cNvSpPr txBox="1"/>
          <p:nvPr/>
        </p:nvSpPr>
        <p:spPr>
          <a:xfrm>
            <a:off x="998512"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292929"/>
                </a:solidFill>
                <a:latin typeface="Inria Sans"/>
                <a:cs typeface="Inria Sans"/>
              </a:rPr>
              <a:t>5/13/2026</a:t>
            </a:r>
            <a:endParaRPr sz="2000">
              <a:latin typeface="Inria Sans"/>
              <a:cs typeface="Inria Sans"/>
            </a:endParaRPr>
          </a:p>
        </p:txBody>
      </p:sp>
      <p:sp>
        <p:nvSpPr>
          <p:cNvPr id="5" name="object 5"/>
          <p:cNvSpPr/>
          <p:nvPr/>
        </p:nvSpPr>
        <p:spPr>
          <a:xfrm>
            <a:off x="914882" y="9324426"/>
            <a:ext cx="548640" cy="403860"/>
          </a:xfrm>
          <a:custGeom>
            <a:avLst/>
            <a:gdLst/>
            <a:ahLst/>
            <a:cxnLst/>
            <a:rect l="l" t="t" r="r" b="b"/>
            <a:pathLst>
              <a:path w="548640" h="403859">
                <a:moveTo>
                  <a:pt x="494588" y="0"/>
                </a:moveTo>
                <a:lnTo>
                  <a:pt x="53543" y="0"/>
                </a:lnTo>
                <a:lnTo>
                  <a:pt x="32800" y="4240"/>
                </a:lnTo>
                <a:lnTo>
                  <a:pt x="15770" y="15770"/>
                </a:lnTo>
                <a:lnTo>
                  <a:pt x="4240" y="32800"/>
                </a:lnTo>
                <a:lnTo>
                  <a:pt x="0" y="53543"/>
                </a:lnTo>
                <a:lnTo>
                  <a:pt x="0" y="349897"/>
                </a:lnTo>
                <a:lnTo>
                  <a:pt x="4240" y="370640"/>
                </a:lnTo>
                <a:lnTo>
                  <a:pt x="15770" y="387670"/>
                </a:lnTo>
                <a:lnTo>
                  <a:pt x="32800" y="399200"/>
                </a:lnTo>
                <a:lnTo>
                  <a:pt x="53543" y="403440"/>
                </a:lnTo>
                <a:lnTo>
                  <a:pt x="494957" y="403440"/>
                </a:lnTo>
                <a:lnTo>
                  <a:pt x="515901" y="399188"/>
                </a:lnTo>
                <a:lnTo>
                  <a:pt x="532960" y="387578"/>
                </a:lnTo>
                <a:lnTo>
                  <a:pt x="544311" y="370329"/>
                </a:lnTo>
                <a:lnTo>
                  <a:pt x="548132" y="349161"/>
                </a:lnTo>
                <a:lnTo>
                  <a:pt x="548132" y="53543"/>
                </a:lnTo>
                <a:lnTo>
                  <a:pt x="543943" y="32800"/>
                </a:lnTo>
                <a:lnTo>
                  <a:pt x="532499" y="15770"/>
                </a:lnTo>
                <a:lnTo>
                  <a:pt x="515486" y="4240"/>
                </a:lnTo>
                <a:lnTo>
                  <a:pt x="494588" y="0"/>
                </a:lnTo>
                <a:close/>
              </a:path>
            </a:pathLst>
          </a:custGeom>
          <a:solidFill>
            <a:srgbClr val="282828"/>
          </a:solidFill>
        </p:spPr>
        <p:txBody>
          <a:bodyPr wrap="square" lIns="0" tIns="0" rIns="0" bIns="0" rtlCol="0"/>
          <a:lstStyle/>
          <a:p>
            <a:endParaRPr/>
          </a:p>
        </p:txBody>
      </p:sp>
      <p:sp>
        <p:nvSpPr>
          <p:cNvPr id="6" name="object 6"/>
          <p:cNvSpPr txBox="1"/>
          <p:nvPr/>
        </p:nvSpPr>
        <p:spPr>
          <a:xfrm>
            <a:off x="7762974" y="6340471"/>
            <a:ext cx="3236595" cy="353060"/>
          </a:xfrm>
          <a:prstGeom prst="rect">
            <a:avLst/>
          </a:prstGeom>
        </p:spPr>
        <p:txBody>
          <a:bodyPr vert="horz" wrap="square" lIns="0" tIns="12065" rIns="0" bIns="0" rtlCol="0">
            <a:spAutoFit/>
          </a:bodyPr>
          <a:lstStyle/>
          <a:p>
            <a:pPr marL="12700">
              <a:lnSpc>
                <a:spcPct val="100000"/>
              </a:lnSpc>
              <a:spcBef>
                <a:spcPts val="95"/>
              </a:spcBef>
            </a:pPr>
            <a:r>
              <a:rPr sz="2150" b="1" dirty="0">
                <a:solidFill>
                  <a:srgbClr val="292929"/>
                </a:solidFill>
                <a:latin typeface="Inria Serif"/>
                <a:cs typeface="Inria Serif"/>
              </a:rPr>
              <a:t>Key</a:t>
            </a:r>
            <a:r>
              <a:rPr sz="2150" b="1" spc="285" dirty="0">
                <a:solidFill>
                  <a:srgbClr val="292929"/>
                </a:solidFill>
                <a:latin typeface="Inria Serif"/>
                <a:cs typeface="Inria Serif"/>
              </a:rPr>
              <a:t> </a:t>
            </a:r>
            <a:r>
              <a:rPr sz="2150" b="1" dirty="0">
                <a:solidFill>
                  <a:srgbClr val="292929"/>
                </a:solidFill>
                <a:latin typeface="Inria Serif"/>
                <a:cs typeface="Inria Serif"/>
              </a:rPr>
              <a:t>Research</a:t>
            </a:r>
            <a:r>
              <a:rPr sz="2150" b="1" spc="295" dirty="0">
                <a:solidFill>
                  <a:srgbClr val="292929"/>
                </a:solidFill>
                <a:latin typeface="Inria Serif"/>
                <a:cs typeface="Inria Serif"/>
              </a:rPr>
              <a:t> </a:t>
            </a:r>
            <a:r>
              <a:rPr sz="2150" b="1" spc="-10" dirty="0">
                <a:solidFill>
                  <a:srgbClr val="292929"/>
                </a:solidFill>
                <a:latin typeface="Inria Serif"/>
                <a:cs typeface="Inria Serif"/>
              </a:rPr>
              <a:t>Questions</a:t>
            </a:r>
            <a:endParaRPr sz="2150">
              <a:latin typeface="Inria Serif"/>
              <a:cs typeface="Inria Serif"/>
            </a:endParaRPr>
          </a:p>
        </p:txBody>
      </p:sp>
      <p:sp>
        <p:nvSpPr>
          <p:cNvPr id="7" name="object 7"/>
          <p:cNvSpPr txBox="1"/>
          <p:nvPr/>
        </p:nvSpPr>
        <p:spPr>
          <a:xfrm>
            <a:off x="2051842" y="6340471"/>
            <a:ext cx="3803650" cy="353060"/>
          </a:xfrm>
          <a:prstGeom prst="rect">
            <a:avLst/>
          </a:prstGeom>
        </p:spPr>
        <p:txBody>
          <a:bodyPr vert="horz" wrap="square" lIns="0" tIns="12065" rIns="0" bIns="0" rtlCol="0">
            <a:spAutoFit/>
          </a:bodyPr>
          <a:lstStyle/>
          <a:p>
            <a:pPr marL="12700">
              <a:lnSpc>
                <a:spcPct val="100000"/>
              </a:lnSpc>
              <a:spcBef>
                <a:spcPts val="95"/>
              </a:spcBef>
            </a:pPr>
            <a:r>
              <a:rPr sz="2150" b="1" dirty="0">
                <a:solidFill>
                  <a:srgbClr val="292929"/>
                </a:solidFill>
                <a:latin typeface="Inria Serif"/>
                <a:cs typeface="Inria Serif"/>
              </a:rPr>
              <a:t>Performance</a:t>
            </a:r>
            <a:r>
              <a:rPr sz="2150" b="1" spc="40" dirty="0">
                <a:solidFill>
                  <a:srgbClr val="292929"/>
                </a:solidFill>
                <a:latin typeface="Inria Serif"/>
                <a:cs typeface="Inria Serif"/>
              </a:rPr>
              <a:t>  </a:t>
            </a:r>
            <a:r>
              <a:rPr sz="2150" b="1" spc="-10" dirty="0">
                <a:solidFill>
                  <a:srgbClr val="292929"/>
                </a:solidFill>
                <a:latin typeface="Inria Serif"/>
                <a:cs typeface="Inria Serif"/>
              </a:rPr>
              <a:t>Benchmarking</a:t>
            </a:r>
            <a:endParaRPr sz="2150">
              <a:latin typeface="Inria Serif"/>
              <a:cs typeface="Inria Serif"/>
            </a:endParaRPr>
          </a:p>
        </p:txBody>
      </p:sp>
      <p:sp>
        <p:nvSpPr>
          <p:cNvPr id="8" name="object 8"/>
          <p:cNvSpPr txBox="1"/>
          <p:nvPr/>
        </p:nvSpPr>
        <p:spPr>
          <a:xfrm>
            <a:off x="13474106" y="3203697"/>
            <a:ext cx="2893060" cy="734695"/>
          </a:xfrm>
          <a:prstGeom prst="rect">
            <a:avLst/>
          </a:prstGeom>
        </p:spPr>
        <p:txBody>
          <a:bodyPr vert="horz" wrap="square" lIns="0" tIns="12700" rIns="0" bIns="0" rtlCol="0">
            <a:spAutoFit/>
          </a:bodyPr>
          <a:lstStyle/>
          <a:p>
            <a:pPr marL="12700" marR="5080">
              <a:lnSpc>
                <a:spcPct val="108200"/>
              </a:lnSpc>
              <a:spcBef>
                <a:spcPts val="100"/>
              </a:spcBef>
            </a:pPr>
            <a:r>
              <a:rPr sz="2150" b="1" dirty="0">
                <a:solidFill>
                  <a:srgbClr val="292929"/>
                </a:solidFill>
                <a:latin typeface="Inria Serif"/>
                <a:cs typeface="Inria Serif"/>
              </a:rPr>
              <a:t>Balancing</a:t>
            </a:r>
            <a:r>
              <a:rPr sz="2150" b="1" spc="459" dirty="0">
                <a:solidFill>
                  <a:srgbClr val="292929"/>
                </a:solidFill>
                <a:latin typeface="Inria Serif"/>
                <a:cs typeface="Inria Serif"/>
              </a:rPr>
              <a:t> </a:t>
            </a:r>
            <a:r>
              <a:rPr sz="2150" b="1" dirty="0">
                <a:solidFill>
                  <a:srgbClr val="292929"/>
                </a:solidFill>
                <a:latin typeface="Inria Serif"/>
                <a:cs typeface="Inria Serif"/>
              </a:rPr>
              <a:t>Accuracy</a:t>
            </a:r>
            <a:r>
              <a:rPr sz="2150" b="1" spc="470" dirty="0">
                <a:solidFill>
                  <a:srgbClr val="292929"/>
                </a:solidFill>
                <a:latin typeface="Inria Serif"/>
                <a:cs typeface="Inria Serif"/>
              </a:rPr>
              <a:t> </a:t>
            </a:r>
            <a:r>
              <a:rPr sz="2150" b="1" spc="-50" dirty="0">
                <a:solidFill>
                  <a:srgbClr val="292929"/>
                </a:solidFill>
                <a:latin typeface="Inria Serif"/>
                <a:cs typeface="Inria Serif"/>
              </a:rPr>
              <a:t>&amp; </a:t>
            </a:r>
            <a:r>
              <a:rPr sz="2150" b="1" spc="-10" dirty="0">
                <a:solidFill>
                  <a:srgbClr val="292929"/>
                </a:solidFill>
                <a:latin typeface="Inria Serif"/>
                <a:cs typeface="Inria Serif"/>
              </a:rPr>
              <a:t>Eﬃciency</a:t>
            </a:r>
            <a:endParaRPr sz="2150">
              <a:latin typeface="Inria Serif"/>
              <a:cs typeface="Inria Serif"/>
            </a:endParaRPr>
          </a:p>
        </p:txBody>
      </p:sp>
      <p:sp>
        <p:nvSpPr>
          <p:cNvPr id="9" name="object 9"/>
          <p:cNvSpPr txBox="1"/>
          <p:nvPr/>
        </p:nvSpPr>
        <p:spPr>
          <a:xfrm>
            <a:off x="2051842" y="3203697"/>
            <a:ext cx="9447530" cy="734695"/>
          </a:xfrm>
          <a:prstGeom prst="rect">
            <a:avLst/>
          </a:prstGeom>
        </p:spPr>
        <p:txBody>
          <a:bodyPr vert="horz" wrap="square" lIns="0" tIns="12700" rIns="0" bIns="0" rtlCol="0">
            <a:spAutoFit/>
          </a:bodyPr>
          <a:lstStyle/>
          <a:p>
            <a:pPr marL="12700" marR="5080">
              <a:lnSpc>
                <a:spcPct val="108200"/>
              </a:lnSpc>
              <a:spcBef>
                <a:spcPts val="100"/>
              </a:spcBef>
              <a:tabLst>
                <a:tab pos="5723255" algn="l"/>
              </a:tabLst>
            </a:pPr>
            <a:r>
              <a:rPr sz="2150" b="1" dirty="0">
                <a:solidFill>
                  <a:srgbClr val="292929"/>
                </a:solidFill>
                <a:latin typeface="Inria Serif"/>
                <a:cs typeface="Inria Serif"/>
              </a:rPr>
              <a:t>Developing</a:t>
            </a:r>
            <a:r>
              <a:rPr sz="2150" b="1" spc="335" dirty="0">
                <a:solidFill>
                  <a:srgbClr val="292929"/>
                </a:solidFill>
                <a:latin typeface="Inria Serif"/>
                <a:cs typeface="Inria Serif"/>
              </a:rPr>
              <a:t> </a:t>
            </a:r>
            <a:r>
              <a:rPr sz="2150" b="1" dirty="0">
                <a:solidFill>
                  <a:srgbClr val="292929"/>
                </a:solidFill>
                <a:latin typeface="Inria Serif"/>
                <a:cs typeface="Inria Serif"/>
              </a:rPr>
              <a:t>Deep</a:t>
            </a:r>
            <a:r>
              <a:rPr sz="2150" b="1" spc="350" dirty="0">
                <a:solidFill>
                  <a:srgbClr val="292929"/>
                </a:solidFill>
                <a:latin typeface="Inria Serif"/>
                <a:cs typeface="Inria Serif"/>
              </a:rPr>
              <a:t> </a:t>
            </a:r>
            <a:r>
              <a:rPr sz="2150" b="1" spc="-10" dirty="0">
                <a:solidFill>
                  <a:srgbClr val="292929"/>
                </a:solidFill>
                <a:latin typeface="Inria Serif"/>
                <a:cs typeface="Inria Serif"/>
              </a:rPr>
              <a:t>Learning</a:t>
            </a:r>
            <a:r>
              <a:rPr sz="2150" b="1" dirty="0">
                <a:solidFill>
                  <a:srgbClr val="292929"/>
                </a:solidFill>
                <a:latin typeface="Inria Serif"/>
                <a:cs typeface="Inria Serif"/>
              </a:rPr>
              <a:t>	Lightweight</a:t>
            </a:r>
            <a:r>
              <a:rPr sz="2150" b="1" spc="420" dirty="0">
                <a:solidFill>
                  <a:srgbClr val="292929"/>
                </a:solidFill>
                <a:latin typeface="Inria Serif"/>
                <a:cs typeface="Inria Serif"/>
              </a:rPr>
              <a:t> </a:t>
            </a:r>
            <a:r>
              <a:rPr sz="2150" b="1" dirty="0">
                <a:solidFill>
                  <a:srgbClr val="292929"/>
                </a:solidFill>
                <a:latin typeface="Inria Serif"/>
                <a:cs typeface="Inria Serif"/>
              </a:rPr>
              <a:t>Model</a:t>
            </a:r>
            <a:r>
              <a:rPr sz="2150" b="1" spc="430" dirty="0">
                <a:solidFill>
                  <a:srgbClr val="292929"/>
                </a:solidFill>
                <a:latin typeface="Inria Serif"/>
                <a:cs typeface="Inria Serif"/>
              </a:rPr>
              <a:t> </a:t>
            </a:r>
            <a:r>
              <a:rPr sz="2150" b="1" spc="-10" dirty="0">
                <a:solidFill>
                  <a:srgbClr val="292929"/>
                </a:solidFill>
                <a:latin typeface="Inria Serif"/>
                <a:cs typeface="Inria Serif"/>
              </a:rPr>
              <a:t>Creation </a:t>
            </a:r>
            <a:r>
              <a:rPr sz="2150" b="1" spc="-25" dirty="0">
                <a:solidFill>
                  <a:srgbClr val="292929"/>
                </a:solidFill>
                <a:latin typeface="Inria Serif"/>
                <a:cs typeface="Inria Serif"/>
              </a:rPr>
              <a:t>IDS</a:t>
            </a:r>
            <a:endParaRPr sz="2150">
              <a:latin typeface="Inria Serif"/>
              <a:cs typeface="Inria Serif"/>
            </a:endParaRPr>
          </a:p>
        </p:txBody>
      </p:sp>
      <p:sp>
        <p:nvSpPr>
          <p:cNvPr id="10" name="object 10"/>
          <p:cNvSpPr txBox="1"/>
          <p:nvPr/>
        </p:nvSpPr>
        <p:spPr>
          <a:xfrm>
            <a:off x="7762825" y="7398303"/>
            <a:ext cx="3856354" cy="1516380"/>
          </a:xfrm>
          <a:prstGeom prst="rect">
            <a:avLst/>
          </a:prstGeom>
        </p:spPr>
        <p:txBody>
          <a:bodyPr vert="horz" wrap="square" lIns="0" tIns="11430" rIns="0" bIns="0" rtlCol="0">
            <a:spAutoFit/>
          </a:bodyPr>
          <a:lstStyle/>
          <a:p>
            <a:pPr marL="204470" marR="5080" indent="-192405">
              <a:lnSpc>
                <a:spcPct val="110700"/>
              </a:lnSpc>
              <a:spcBef>
                <a:spcPts val="90"/>
              </a:spcBef>
              <a:buFont typeface="Times New Roman"/>
              <a:buChar char="•"/>
              <a:tabLst>
                <a:tab pos="205740" algn="l"/>
              </a:tabLst>
            </a:pPr>
            <a:r>
              <a:rPr sz="1750" spc="55" dirty="0">
                <a:solidFill>
                  <a:srgbClr val="292929"/>
                </a:solidFill>
                <a:latin typeface="Inria Sans Light"/>
                <a:cs typeface="Inria Sans Light"/>
              </a:rPr>
              <a:t>How</a:t>
            </a:r>
            <a:r>
              <a:rPr sz="1750" spc="195" dirty="0">
                <a:solidFill>
                  <a:srgbClr val="292929"/>
                </a:solidFill>
                <a:latin typeface="Inria Sans Light"/>
                <a:cs typeface="Inria Sans Light"/>
              </a:rPr>
              <a:t> </a:t>
            </a:r>
            <a:r>
              <a:rPr sz="1750" dirty="0">
                <a:solidFill>
                  <a:srgbClr val="292929"/>
                </a:solidFill>
                <a:latin typeface="Inria Sans Light"/>
                <a:cs typeface="Inria Sans Light"/>
              </a:rPr>
              <a:t>to</a:t>
            </a:r>
            <a:r>
              <a:rPr sz="1750" spc="200" dirty="0">
                <a:solidFill>
                  <a:srgbClr val="292929"/>
                </a:solidFill>
                <a:latin typeface="Inria Sans Light"/>
                <a:cs typeface="Inria Sans Light"/>
              </a:rPr>
              <a:t> </a:t>
            </a:r>
            <a:r>
              <a:rPr sz="1750" spc="50" dirty="0">
                <a:solidFill>
                  <a:srgbClr val="292929"/>
                </a:solidFill>
                <a:latin typeface="Inria Sans Light"/>
                <a:cs typeface="Inria Sans Light"/>
              </a:rPr>
              <a:t>minimize</a:t>
            </a:r>
            <a:r>
              <a:rPr sz="1750" spc="200" dirty="0">
                <a:solidFill>
                  <a:srgbClr val="292929"/>
                </a:solidFill>
                <a:latin typeface="Inria Sans Light"/>
                <a:cs typeface="Inria Sans Light"/>
              </a:rPr>
              <a:t> </a:t>
            </a:r>
            <a:r>
              <a:rPr sz="1750" dirty="0">
                <a:solidFill>
                  <a:srgbClr val="292929"/>
                </a:solidFill>
                <a:latin typeface="Inria Sans Light"/>
                <a:cs typeface="Inria Sans Light"/>
              </a:rPr>
              <a:t>model</a:t>
            </a:r>
            <a:r>
              <a:rPr sz="1750" spc="195" dirty="0">
                <a:solidFill>
                  <a:srgbClr val="292929"/>
                </a:solidFill>
                <a:latin typeface="Inria Sans Light"/>
                <a:cs typeface="Inria Sans Light"/>
              </a:rPr>
              <a:t> </a:t>
            </a:r>
            <a:r>
              <a:rPr sz="1750" spc="55" dirty="0">
                <a:solidFill>
                  <a:srgbClr val="292929"/>
                </a:solidFill>
                <a:latin typeface="Inria Sans Light"/>
                <a:cs typeface="Inria Sans Light"/>
              </a:rPr>
              <a:t>complexity 	while</a:t>
            </a:r>
            <a:r>
              <a:rPr sz="1750" spc="135" dirty="0">
                <a:solidFill>
                  <a:srgbClr val="292929"/>
                </a:solidFill>
                <a:latin typeface="Inria Sans Light"/>
                <a:cs typeface="Inria Sans Light"/>
              </a:rPr>
              <a:t> </a:t>
            </a:r>
            <a:r>
              <a:rPr sz="1750" spc="50" dirty="0">
                <a:solidFill>
                  <a:srgbClr val="292929"/>
                </a:solidFill>
                <a:latin typeface="Inria Sans Light"/>
                <a:cs typeface="Inria Sans Light"/>
              </a:rPr>
              <a:t>maintaining</a:t>
            </a:r>
            <a:r>
              <a:rPr sz="1750" spc="135" dirty="0">
                <a:solidFill>
                  <a:srgbClr val="292929"/>
                </a:solidFill>
                <a:latin typeface="Inria Sans Light"/>
                <a:cs typeface="Inria Sans Light"/>
              </a:rPr>
              <a:t> </a:t>
            </a:r>
            <a:r>
              <a:rPr sz="1750" spc="55" dirty="0">
                <a:solidFill>
                  <a:srgbClr val="292929"/>
                </a:solidFill>
                <a:latin typeface="Inria Sans Light"/>
                <a:cs typeface="Inria Sans Light"/>
              </a:rPr>
              <a:t>detection</a:t>
            </a:r>
            <a:endParaRPr sz="1750">
              <a:latin typeface="Inria Sans Light"/>
              <a:cs typeface="Inria Sans Light"/>
            </a:endParaRPr>
          </a:p>
          <a:p>
            <a:pPr marL="205740">
              <a:lnSpc>
                <a:spcPct val="100000"/>
              </a:lnSpc>
              <a:spcBef>
                <a:spcPts val="225"/>
              </a:spcBef>
            </a:pPr>
            <a:r>
              <a:rPr sz="1750" spc="50" dirty="0">
                <a:solidFill>
                  <a:srgbClr val="292929"/>
                </a:solidFill>
                <a:latin typeface="Inria Sans Light"/>
                <a:cs typeface="Inria Sans Light"/>
              </a:rPr>
              <a:t>performance?</a:t>
            </a:r>
            <a:endParaRPr sz="1750">
              <a:latin typeface="Inria Sans Light"/>
              <a:cs typeface="Inria Sans Light"/>
            </a:endParaRPr>
          </a:p>
          <a:p>
            <a:pPr marL="204470" marR="30480" indent="-192405">
              <a:lnSpc>
                <a:spcPct val="110700"/>
              </a:lnSpc>
              <a:spcBef>
                <a:spcPts val="114"/>
              </a:spcBef>
              <a:buFont typeface="Times New Roman"/>
              <a:buChar char="•"/>
              <a:tabLst>
                <a:tab pos="205740" algn="l"/>
              </a:tabLst>
            </a:pPr>
            <a:r>
              <a:rPr sz="1750" dirty="0">
                <a:solidFill>
                  <a:srgbClr val="292929"/>
                </a:solidFill>
                <a:latin typeface="Inria Sans Light"/>
                <a:cs typeface="Inria Sans Light"/>
              </a:rPr>
              <a:t>What</a:t>
            </a:r>
            <a:r>
              <a:rPr sz="1750" spc="195" dirty="0">
                <a:solidFill>
                  <a:srgbClr val="292929"/>
                </a:solidFill>
                <a:latin typeface="Inria Sans Light"/>
                <a:cs typeface="Inria Sans Light"/>
              </a:rPr>
              <a:t> </a:t>
            </a:r>
            <a:r>
              <a:rPr sz="1750" spc="50" dirty="0">
                <a:solidFill>
                  <a:srgbClr val="292929"/>
                </a:solidFill>
                <a:latin typeface="Inria Sans Light"/>
                <a:cs typeface="Inria Sans Light"/>
              </a:rPr>
              <a:t>optimization</a:t>
            </a:r>
            <a:r>
              <a:rPr sz="1750" spc="200" dirty="0">
                <a:solidFill>
                  <a:srgbClr val="292929"/>
                </a:solidFill>
                <a:latin typeface="Inria Sans Light"/>
                <a:cs typeface="Inria Sans Light"/>
              </a:rPr>
              <a:t> </a:t>
            </a:r>
            <a:r>
              <a:rPr sz="1750" spc="60" dirty="0">
                <a:solidFill>
                  <a:srgbClr val="292929"/>
                </a:solidFill>
                <a:latin typeface="Inria Sans Light"/>
                <a:cs typeface="Inria Sans Light"/>
              </a:rPr>
              <a:t>techniques</a:t>
            </a:r>
            <a:r>
              <a:rPr sz="1750" spc="195" dirty="0">
                <a:solidFill>
                  <a:srgbClr val="292929"/>
                </a:solidFill>
                <a:latin typeface="Inria Sans Light"/>
                <a:cs typeface="Inria Sans Light"/>
              </a:rPr>
              <a:t> </a:t>
            </a:r>
            <a:r>
              <a:rPr sz="1750" spc="45" dirty="0">
                <a:solidFill>
                  <a:srgbClr val="292929"/>
                </a:solidFill>
                <a:latin typeface="Inria Sans Light"/>
                <a:cs typeface="Inria Sans Light"/>
              </a:rPr>
              <a:t>best 	</a:t>
            </a:r>
            <a:r>
              <a:rPr sz="1750" spc="50" dirty="0">
                <a:solidFill>
                  <a:srgbClr val="292929"/>
                </a:solidFill>
                <a:latin typeface="Inria Sans Light"/>
                <a:cs typeface="Inria Sans Light"/>
              </a:rPr>
              <a:t>balance</a:t>
            </a:r>
            <a:r>
              <a:rPr sz="1750" spc="260" dirty="0">
                <a:solidFill>
                  <a:srgbClr val="292929"/>
                </a:solidFill>
                <a:latin typeface="Inria Sans Light"/>
                <a:cs typeface="Inria Sans Light"/>
              </a:rPr>
              <a:t> </a:t>
            </a:r>
            <a:r>
              <a:rPr sz="1750" dirty="0">
                <a:solidFill>
                  <a:srgbClr val="292929"/>
                </a:solidFill>
                <a:latin typeface="Inria Sans Light"/>
                <a:cs typeface="Inria Sans Light"/>
              </a:rPr>
              <a:t>efficiency</a:t>
            </a:r>
            <a:r>
              <a:rPr sz="1750" spc="260" dirty="0">
                <a:solidFill>
                  <a:srgbClr val="292929"/>
                </a:solidFill>
                <a:latin typeface="Inria Sans Light"/>
                <a:cs typeface="Inria Sans Light"/>
              </a:rPr>
              <a:t> </a:t>
            </a:r>
            <a:r>
              <a:rPr sz="1750" spc="50" dirty="0">
                <a:solidFill>
                  <a:srgbClr val="292929"/>
                </a:solidFill>
                <a:latin typeface="Inria Sans Light"/>
                <a:cs typeface="Inria Sans Light"/>
              </a:rPr>
              <a:t>and</a:t>
            </a:r>
            <a:r>
              <a:rPr sz="1750" spc="260" dirty="0">
                <a:solidFill>
                  <a:srgbClr val="292929"/>
                </a:solidFill>
                <a:latin typeface="Inria Sans Light"/>
                <a:cs typeface="Inria Sans Light"/>
              </a:rPr>
              <a:t> </a:t>
            </a:r>
            <a:r>
              <a:rPr sz="1750" spc="50" dirty="0">
                <a:solidFill>
                  <a:srgbClr val="292929"/>
                </a:solidFill>
                <a:latin typeface="Inria Sans Light"/>
                <a:cs typeface="Inria Sans Light"/>
              </a:rPr>
              <a:t>accuracy?</a:t>
            </a:r>
            <a:endParaRPr sz="1750">
              <a:latin typeface="Inria Sans Light"/>
              <a:cs typeface="Inria Sans Light"/>
            </a:endParaRPr>
          </a:p>
        </p:txBody>
      </p:sp>
      <p:sp>
        <p:nvSpPr>
          <p:cNvPr id="11" name="object 11"/>
          <p:cNvSpPr txBox="1"/>
          <p:nvPr/>
        </p:nvSpPr>
        <p:spPr>
          <a:xfrm>
            <a:off x="2051620" y="7398303"/>
            <a:ext cx="3843654" cy="911860"/>
          </a:xfrm>
          <a:prstGeom prst="rect">
            <a:avLst/>
          </a:prstGeom>
        </p:spPr>
        <p:txBody>
          <a:bodyPr vert="horz" wrap="square" lIns="0" tIns="40005" rIns="0" bIns="0" rtlCol="0">
            <a:spAutoFit/>
          </a:bodyPr>
          <a:lstStyle/>
          <a:p>
            <a:pPr marL="205104" indent="-192405">
              <a:lnSpc>
                <a:spcPct val="100000"/>
              </a:lnSpc>
              <a:spcBef>
                <a:spcPts val="315"/>
              </a:spcBef>
              <a:buFont typeface="Times New Roman"/>
              <a:buChar char="•"/>
              <a:tabLst>
                <a:tab pos="205104" algn="l"/>
              </a:tabLst>
            </a:pPr>
            <a:r>
              <a:rPr sz="1750" spc="55" dirty="0">
                <a:solidFill>
                  <a:srgbClr val="292929"/>
                </a:solidFill>
                <a:latin typeface="Inria Sans Light"/>
                <a:cs typeface="Inria Sans Light"/>
              </a:rPr>
              <a:t>Evaluate</a:t>
            </a:r>
            <a:r>
              <a:rPr sz="1750" spc="130" dirty="0">
                <a:solidFill>
                  <a:srgbClr val="292929"/>
                </a:solidFill>
                <a:latin typeface="Inria Sans Light"/>
                <a:cs typeface="Inria Sans Light"/>
              </a:rPr>
              <a:t> </a:t>
            </a:r>
            <a:r>
              <a:rPr sz="1750" spc="50" dirty="0">
                <a:solidFill>
                  <a:srgbClr val="292929"/>
                </a:solidFill>
                <a:latin typeface="Inria Sans Light"/>
                <a:cs typeface="Inria Sans Light"/>
              </a:rPr>
              <a:t>and</a:t>
            </a:r>
            <a:r>
              <a:rPr sz="1750" spc="135" dirty="0">
                <a:solidFill>
                  <a:srgbClr val="292929"/>
                </a:solidFill>
                <a:latin typeface="Inria Sans Light"/>
                <a:cs typeface="Inria Sans Light"/>
              </a:rPr>
              <a:t> </a:t>
            </a:r>
            <a:r>
              <a:rPr sz="1750" spc="50" dirty="0">
                <a:solidFill>
                  <a:srgbClr val="292929"/>
                </a:solidFill>
                <a:latin typeface="Inria Sans Light"/>
                <a:cs typeface="Inria Sans Light"/>
              </a:rPr>
              <a:t>compare</a:t>
            </a:r>
            <a:r>
              <a:rPr sz="1750" spc="135" dirty="0">
                <a:solidFill>
                  <a:srgbClr val="292929"/>
                </a:solidFill>
                <a:latin typeface="Inria Sans Light"/>
                <a:cs typeface="Inria Sans Light"/>
              </a:rPr>
              <a:t> </a:t>
            </a:r>
            <a:r>
              <a:rPr sz="1750" spc="30" dirty="0">
                <a:solidFill>
                  <a:srgbClr val="292929"/>
                </a:solidFill>
                <a:latin typeface="Inria Sans Light"/>
                <a:cs typeface="Inria Sans Light"/>
              </a:rPr>
              <a:t>the</a:t>
            </a:r>
            <a:endParaRPr sz="1750">
              <a:latin typeface="Inria Sans Light"/>
              <a:cs typeface="Inria Sans Light"/>
            </a:endParaRPr>
          </a:p>
          <a:p>
            <a:pPr marL="205740" marR="5080">
              <a:lnSpc>
                <a:spcPct val="110700"/>
              </a:lnSpc>
            </a:pPr>
            <a:r>
              <a:rPr sz="1750" spc="60" dirty="0">
                <a:solidFill>
                  <a:srgbClr val="292929"/>
                </a:solidFill>
                <a:latin typeface="Inria Sans Light"/>
                <a:cs typeface="Inria Sans Light"/>
              </a:rPr>
              <a:t>proposed</a:t>
            </a:r>
            <a:r>
              <a:rPr sz="1750" spc="200" dirty="0">
                <a:solidFill>
                  <a:srgbClr val="292929"/>
                </a:solidFill>
                <a:latin typeface="Inria Sans Light"/>
                <a:cs typeface="Inria Sans Light"/>
              </a:rPr>
              <a:t> </a:t>
            </a:r>
            <a:r>
              <a:rPr sz="1750" dirty="0">
                <a:solidFill>
                  <a:srgbClr val="292929"/>
                </a:solidFill>
                <a:latin typeface="Inria Sans Light"/>
                <a:cs typeface="Inria Sans Light"/>
              </a:rPr>
              <a:t>model</a:t>
            </a:r>
            <a:r>
              <a:rPr sz="1750" spc="200" dirty="0">
                <a:solidFill>
                  <a:srgbClr val="292929"/>
                </a:solidFill>
                <a:latin typeface="Inria Sans Light"/>
                <a:cs typeface="Inria Sans Light"/>
              </a:rPr>
              <a:t> </a:t>
            </a:r>
            <a:r>
              <a:rPr sz="1750" spc="50" dirty="0">
                <a:solidFill>
                  <a:srgbClr val="292929"/>
                </a:solidFill>
                <a:latin typeface="Inria Sans Light"/>
                <a:cs typeface="Inria Sans Light"/>
              </a:rPr>
              <a:t>against</a:t>
            </a:r>
            <a:r>
              <a:rPr sz="1750" spc="204" dirty="0">
                <a:solidFill>
                  <a:srgbClr val="292929"/>
                </a:solidFill>
                <a:latin typeface="Inria Sans Light"/>
                <a:cs typeface="Inria Sans Light"/>
              </a:rPr>
              <a:t> </a:t>
            </a:r>
            <a:r>
              <a:rPr sz="1750" spc="45" dirty="0">
                <a:solidFill>
                  <a:srgbClr val="292929"/>
                </a:solidFill>
                <a:latin typeface="Inria Sans Light"/>
                <a:cs typeface="Inria Sans Light"/>
              </a:rPr>
              <a:t>traditional </a:t>
            </a:r>
            <a:r>
              <a:rPr sz="1750" spc="55" dirty="0">
                <a:solidFill>
                  <a:srgbClr val="292929"/>
                </a:solidFill>
                <a:latin typeface="Inria Sans Light"/>
                <a:cs typeface="Inria Sans Light"/>
              </a:rPr>
              <a:t>deep</a:t>
            </a:r>
            <a:r>
              <a:rPr sz="1750" spc="114" dirty="0">
                <a:solidFill>
                  <a:srgbClr val="292929"/>
                </a:solidFill>
                <a:latin typeface="Inria Sans Light"/>
                <a:cs typeface="Inria Sans Light"/>
              </a:rPr>
              <a:t> </a:t>
            </a:r>
            <a:r>
              <a:rPr sz="1750" spc="50" dirty="0">
                <a:solidFill>
                  <a:srgbClr val="292929"/>
                </a:solidFill>
                <a:latin typeface="Inria Sans Light"/>
                <a:cs typeface="Inria Sans Light"/>
              </a:rPr>
              <a:t>learning</a:t>
            </a:r>
            <a:r>
              <a:rPr sz="1750" spc="120" dirty="0">
                <a:solidFill>
                  <a:srgbClr val="292929"/>
                </a:solidFill>
                <a:latin typeface="Inria Sans Light"/>
                <a:cs typeface="Inria Sans Light"/>
              </a:rPr>
              <a:t> </a:t>
            </a:r>
            <a:r>
              <a:rPr sz="1750" spc="50" dirty="0">
                <a:solidFill>
                  <a:srgbClr val="292929"/>
                </a:solidFill>
                <a:latin typeface="Inria Sans Light"/>
                <a:cs typeface="Inria Sans Light"/>
              </a:rPr>
              <a:t>IDS</a:t>
            </a:r>
            <a:r>
              <a:rPr sz="1750" spc="120" dirty="0">
                <a:solidFill>
                  <a:srgbClr val="292929"/>
                </a:solidFill>
                <a:latin typeface="Inria Sans Light"/>
                <a:cs typeface="Inria Sans Light"/>
              </a:rPr>
              <a:t> </a:t>
            </a:r>
            <a:r>
              <a:rPr sz="1750" spc="50" dirty="0">
                <a:solidFill>
                  <a:srgbClr val="292929"/>
                </a:solidFill>
                <a:latin typeface="Inria Sans Light"/>
                <a:cs typeface="Inria Sans Light"/>
              </a:rPr>
              <a:t>solutions.</a:t>
            </a:r>
            <a:endParaRPr sz="1750">
              <a:latin typeface="Inria Sans Light"/>
              <a:cs typeface="Inria Sans Light"/>
            </a:endParaRPr>
          </a:p>
        </p:txBody>
      </p:sp>
      <p:sp>
        <p:nvSpPr>
          <p:cNvPr id="12" name="object 12"/>
          <p:cNvSpPr txBox="1"/>
          <p:nvPr/>
        </p:nvSpPr>
        <p:spPr>
          <a:xfrm>
            <a:off x="13474030" y="4288672"/>
            <a:ext cx="3563620" cy="911860"/>
          </a:xfrm>
          <a:prstGeom prst="rect">
            <a:avLst/>
          </a:prstGeom>
        </p:spPr>
        <p:txBody>
          <a:bodyPr vert="horz" wrap="square" lIns="0" tIns="40005" rIns="0" bIns="0" rtlCol="0">
            <a:spAutoFit/>
          </a:bodyPr>
          <a:lstStyle/>
          <a:p>
            <a:pPr marL="205104" indent="-192405">
              <a:lnSpc>
                <a:spcPct val="100000"/>
              </a:lnSpc>
              <a:spcBef>
                <a:spcPts val="315"/>
              </a:spcBef>
              <a:buFont typeface="Times New Roman"/>
              <a:buChar char="•"/>
              <a:tabLst>
                <a:tab pos="205104" algn="l"/>
              </a:tabLst>
            </a:pPr>
            <a:r>
              <a:rPr sz="1750" dirty="0">
                <a:solidFill>
                  <a:srgbClr val="292929"/>
                </a:solidFill>
                <a:latin typeface="Inria Sans Light"/>
                <a:cs typeface="Inria Sans Light"/>
              </a:rPr>
              <a:t>Aim</a:t>
            </a:r>
            <a:r>
              <a:rPr sz="1750" spc="190" dirty="0">
                <a:solidFill>
                  <a:srgbClr val="292929"/>
                </a:solidFill>
                <a:latin typeface="Inria Sans Light"/>
                <a:cs typeface="Inria Sans Light"/>
              </a:rPr>
              <a:t> </a:t>
            </a:r>
            <a:r>
              <a:rPr sz="1750" dirty="0">
                <a:solidFill>
                  <a:srgbClr val="292929"/>
                </a:solidFill>
                <a:latin typeface="Inria Sans Light"/>
                <a:cs typeface="Inria Sans Light"/>
              </a:rPr>
              <a:t>for</a:t>
            </a:r>
            <a:r>
              <a:rPr sz="1750" spc="195" dirty="0">
                <a:solidFill>
                  <a:srgbClr val="292929"/>
                </a:solidFill>
                <a:latin typeface="Inria Sans Light"/>
                <a:cs typeface="Inria Sans Light"/>
              </a:rPr>
              <a:t> </a:t>
            </a:r>
            <a:r>
              <a:rPr sz="1750" b="1" spc="50" dirty="0">
                <a:solidFill>
                  <a:srgbClr val="292929"/>
                </a:solidFill>
                <a:latin typeface="Inria Sans"/>
                <a:cs typeface="Inria Sans"/>
              </a:rPr>
              <a:t>high</a:t>
            </a:r>
            <a:r>
              <a:rPr sz="1750" b="1" spc="185" dirty="0">
                <a:solidFill>
                  <a:srgbClr val="292929"/>
                </a:solidFill>
                <a:latin typeface="Inria Sans"/>
                <a:cs typeface="Inria Sans"/>
              </a:rPr>
              <a:t> </a:t>
            </a:r>
            <a:r>
              <a:rPr sz="1750" b="1" spc="60" dirty="0">
                <a:solidFill>
                  <a:srgbClr val="292929"/>
                </a:solidFill>
                <a:latin typeface="Inria Sans"/>
                <a:cs typeface="Inria Sans"/>
              </a:rPr>
              <a:t>detection</a:t>
            </a:r>
            <a:r>
              <a:rPr sz="1750" b="1" spc="190" dirty="0">
                <a:solidFill>
                  <a:srgbClr val="292929"/>
                </a:solidFill>
                <a:latin typeface="Inria Sans"/>
                <a:cs typeface="Inria Sans"/>
              </a:rPr>
              <a:t> </a:t>
            </a:r>
            <a:r>
              <a:rPr sz="1750" b="1" spc="45" dirty="0">
                <a:solidFill>
                  <a:srgbClr val="292929"/>
                </a:solidFill>
                <a:latin typeface="Inria Sans"/>
                <a:cs typeface="Inria Sans"/>
              </a:rPr>
              <a:t>accuracy</a:t>
            </a:r>
            <a:endParaRPr sz="1750">
              <a:latin typeface="Inria Sans"/>
              <a:cs typeface="Inria Sans"/>
            </a:endParaRPr>
          </a:p>
          <a:p>
            <a:pPr marL="205740" marR="415290">
              <a:lnSpc>
                <a:spcPct val="110700"/>
              </a:lnSpc>
            </a:pPr>
            <a:r>
              <a:rPr sz="1750" spc="50" dirty="0">
                <a:solidFill>
                  <a:srgbClr val="292929"/>
                </a:solidFill>
                <a:latin typeface="Inria Sans Light"/>
                <a:cs typeface="Inria Sans Light"/>
              </a:rPr>
              <a:t>with</a:t>
            </a:r>
            <a:r>
              <a:rPr sz="1750" spc="125" dirty="0">
                <a:solidFill>
                  <a:srgbClr val="292929"/>
                </a:solidFill>
                <a:latin typeface="Inria Sans Light"/>
                <a:cs typeface="Inria Sans Light"/>
              </a:rPr>
              <a:t> </a:t>
            </a:r>
            <a:r>
              <a:rPr sz="1750" spc="50" dirty="0">
                <a:solidFill>
                  <a:srgbClr val="292929"/>
                </a:solidFill>
                <a:latin typeface="Inria Sans Light"/>
                <a:cs typeface="Inria Sans Light"/>
              </a:rPr>
              <a:t>minimal</a:t>
            </a:r>
            <a:r>
              <a:rPr sz="1750" spc="130" dirty="0">
                <a:solidFill>
                  <a:srgbClr val="292929"/>
                </a:solidFill>
                <a:latin typeface="Inria Sans Light"/>
                <a:cs typeface="Inria Sans Light"/>
              </a:rPr>
              <a:t> </a:t>
            </a:r>
            <a:r>
              <a:rPr sz="1750" spc="45" dirty="0">
                <a:solidFill>
                  <a:srgbClr val="292929"/>
                </a:solidFill>
                <a:latin typeface="Inria Sans Light"/>
                <a:cs typeface="Inria Sans Light"/>
              </a:rPr>
              <a:t>computational </a:t>
            </a:r>
            <a:r>
              <a:rPr sz="1750" spc="40" dirty="0">
                <a:solidFill>
                  <a:srgbClr val="292929"/>
                </a:solidFill>
                <a:latin typeface="Inria Sans Light"/>
                <a:cs typeface="Inria Sans Light"/>
              </a:rPr>
              <a:t>overhead.</a:t>
            </a:r>
            <a:endParaRPr sz="1750">
              <a:latin typeface="Inria Sans Light"/>
              <a:cs typeface="Inria Sans Light"/>
            </a:endParaRPr>
          </a:p>
        </p:txBody>
      </p:sp>
      <p:sp>
        <p:nvSpPr>
          <p:cNvPr id="13" name="object 13"/>
          <p:cNvSpPr txBox="1"/>
          <p:nvPr/>
        </p:nvSpPr>
        <p:spPr>
          <a:xfrm>
            <a:off x="7762825" y="4288672"/>
            <a:ext cx="3774440" cy="1207135"/>
          </a:xfrm>
          <a:prstGeom prst="rect">
            <a:avLst/>
          </a:prstGeom>
        </p:spPr>
        <p:txBody>
          <a:bodyPr vert="horz" wrap="square" lIns="0" tIns="11430" rIns="0" bIns="0" rtlCol="0">
            <a:spAutoFit/>
          </a:bodyPr>
          <a:lstStyle/>
          <a:p>
            <a:pPr marL="204470" marR="932815" indent="-192405">
              <a:lnSpc>
                <a:spcPct val="110700"/>
              </a:lnSpc>
              <a:spcBef>
                <a:spcPts val="90"/>
              </a:spcBef>
              <a:buFont typeface="Times New Roman"/>
              <a:buChar char="•"/>
              <a:tabLst>
                <a:tab pos="205740" algn="l"/>
              </a:tabLst>
            </a:pPr>
            <a:r>
              <a:rPr sz="1750" spc="50" dirty="0">
                <a:solidFill>
                  <a:srgbClr val="292929"/>
                </a:solidFill>
                <a:latin typeface="Inria Sans Light"/>
                <a:cs typeface="Inria Sans Light"/>
              </a:rPr>
              <a:t>Focus</a:t>
            </a:r>
            <a:r>
              <a:rPr sz="1750" spc="150" dirty="0">
                <a:solidFill>
                  <a:srgbClr val="292929"/>
                </a:solidFill>
                <a:latin typeface="Inria Sans Light"/>
                <a:cs typeface="Inria Sans Light"/>
              </a:rPr>
              <a:t> </a:t>
            </a:r>
            <a:r>
              <a:rPr sz="1750" dirty="0">
                <a:solidFill>
                  <a:srgbClr val="292929"/>
                </a:solidFill>
                <a:latin typeface="Inria Sans Light"/>
                <a:cs typeface="Inria Sans Light"/>
              </a:rPr>
              <a:t>on</a:t>
            </a:r>
            <a:r>
              <a:rPr sz="1750" spc="155" dirty="0">
                <a:solidFill>
                  <a:srgbClr val="292929"/>
                </a:solidFill>
                <a:latin typeface="Inria Sans Light"/>
                <a:cs typeface="Inria Sans Light"/>
              </a:rPr>
              <a:t> </a:t>
            </a:r>
            <a:r>
              <a:rPr sz="1750" spc="55" dirty="0">
                <a:solidFill>
                  <a:srgbClr val="292929"/>
                </a:solidFill>
                <a:latin typeface="Inria Sans Light"/>
                <a:cs typeface="Inria Sans Light"/>
              </a:rPr>
              <a:t>building</a:t>
            </a:r>
            <a:r>
              <a:rPr sz="1750" spc="150" dirty="0">
                <a:solidFill>
                  <a:srgbClr val="292929"/>
                </a:solidFill>
                <a:latin typeface="Inria Sans Light"/>
                <a:cs typeface="Inria Sans Light"/>
              </a:rPr>
              <a:t> </a:t>
            </a:r>
            <a:r>
              <a:rPr sz="1750" spc="55" dirty="0">
                <a:solidFill>
                  <a:srgbClr val="292929"/>
                </a:solidFill>
                <a:latin typeface="Inria Sans Light"/>
                <a:cs typeface="Inria Sans Light"/>
              </a:rPr>
              <a:t>models 	</a:t>
            </a:r>
            <a:r>
              <a:rPr sz="1750" spc="60" dirty="0">
                <a:solidFill>
                  <a:srgbClr val="292929"/>
                </a:solidFill>
                <a:latin typeface="Inria Sans Light"/>
                <a:cs typeface="Inria Sans Light"/>
              </a:rPr>
              <a:t>optimized</a:t>
            </a:r>
            <a:r>
              <a:rPr sz="1750" spc="120" dirty="0">
                <a:solidFill>
                  <a:srgbClr val="292929"/>
                </a:solidFill>
                <a:latin typeface="Inria Sans Light"/>
                <a:cs typeface="Inria Sans Light"/>
              </a:rPr>
              <a:t> </a:t>
            </a:r>
            <a:r>
              <a:rPr sz="1750" spc="35" dirty="0">
                <a:solidFill>
                  <a:srgbClr val="292929"/>
                </a:solidFill>
                <a:latin typeface="Inria Sans Light"/>
                <a:cs typeface="Inria Sans Light"/>
              </a:rPr>
              <a:t>for</a:t>
            </a:r>
            <a:endParaRPr sz="1750">
              <a:latin typeface="Inria Sans Light"/>
              <a:cs typeface="Inria Sans Light"/>
            </a:endParaRPr>
          </a:p>
          <a:p>
            <a:pPr marL="205740" marR="5080">
              <a:lnSpc>
                <a:spcPct val="110700"/>
              </a:lnSpc>
            </a:pPr>
            <a:r>
              <a:rPr sz="1750" b="1" spc="65" dirty="0">
                <a:solidFill>
                  <a:srgbClr val="292929"/>
                </a:solidFill>
                <a:latin typeface="Inria Sans"/>
                <a:cs typeface="Inria Sans"/>
              </a:rPr>
              <a:t>resource-</a:t>
            </a:r>
            <a:r>
              <a:rPr sz="1750" b="1" spc="60" dirty="0">
                <a:solidFill>
                  <a:srgbClr val="292929"/>
                </a:solidFill>
                <a:latin typeface="Inria Sans"/>
                <a:cs typeface="Inria Sans"/>
              </a:rPr>
              <a:t>constrained</a:t>
            </a:r>
            <a:r>
              <a:rPr sz="1750" b="1" spc="140" dirty="0">
                <a:solidFill>
                  <a:srgbClr val="292929"/>
                </a:solidFill>
                <a:latin typeface="Inria Sans"/>
                <a:cs typeface="Inria Sans"/>
              </a:rPr>
              <a:t> </a:t>
            </a:r>
            <a:r>
              <a:rPr sz="1750" b="1" spc="55" dirty="0">
                <a:solidFill>
                  <a:srgbClr val="292929"/>
                </a:solidFill>
                <a:latin typeface="Inria Sans"/>
                <a:cs typeface="Inria Sans"/>
              </a:rPr>
              <a:t>devices</a:t>
            </a:r>
            <a:r>
              <a:rPr sz="1750" b="1" spc="195" dirty="0">
                <a:solidFill>
                  <a:srgbClr val="292929"/>
                </a:solidFill>
                <a:latin typeface="Inria Sans"/>
                <a:cs typeface="Inria Sans"/>
              </a:rPr>
              <a:t> </a:t>
            </a:r>
            <a:r>
              <a:rPr sz="1750" spc="-20" dirty="0">
                <a:solidFill>
                  <a:srgbClr val="292929"/>
                </a:solidFill>
                <a:latin typeface="Inria Sans Light"/>
                <a:cs typeface="Inria Sans Light"/>
              </a:rPr>
              <a:t>like </a:t>
            </a:r>
            <a:r>
              <a:rPr sz="1750" spc="50" dirty="0">
                <a:solidFill>
                  <a:srgbClr val="292929"/>
                </a:solidFill>
                <a:latin typeface="Inria Sans Light"/>
                <a:cs typeface="Inria Sans Light"/>
              </a:rPr>
              <a:t>Raspberry</a:t>
            </a:r>
            <a:r>
              <a:rPr sz="1750" spc="135" dirty="0">
                <a:solidFill>
                  <a:srgbClr val="292929"/>
                </a:solidFill>
                <a:latin typeface="Inria Sans Light"/>
                <a:cs typeface="Inria Sans Light"/>
              </a:rPr>
              <a:t> </a:t>
            </a:r>
            <a:r>
              <a:rPr sz="1750" spc="35" dirty="0">
                <a:solidFill>
                  <a:srgbClr val="292929"/>
                </a:solidFill>
                <a:latin typeface="Inria Sans Light"/>
                <a:cs typeface="Inria Sans Light"/>
              </a:rPr>
              <a:t>Pi.</a:t>
            </a:r>
            <a:endParaRPr sz="1750">
              <a:latin typeface="Inria Sans Light"/>
              <a:cs typeface="Inria Sans Light"/>
            </a:endParaRPr>
          </a:p>
        </p:txBody>
      </p:sp>
      <p:sp>
        <p:nvSpPr>
          <p:cNvPr id="14" name="object 14"/>
          <p:cNvSpPr txBox="1"/>
          <p:nvPr/>
        </p:nvSpPr>
        <p:spPr>
          <a:xfrm>
            <a:off x="2051620" y="4288672"/>
            <a:ext cx="3884295" cy="911860"/>
          </a:xfrm>
          <a:prstGeom prst="rect">
            <a:avLst/>
          </a:prstGeom>
        </p:spPr>
        <p:txBody>
          <a:bodyPr vert="horz" wrap="square" lIns="0" tIns="40005" rIns="0" bIns="0" rtlCol="0">
            <a:spAutoFit/>
          </a:bodyPr>
          <a:lstStyle/>
          <a:p>
            <a:pPr marL="205104" indent="-192405">
              <a:lnSpc>
                <a:spcPct val="100000"/>
              </a:lnSpc>
              <a:spcBef>
                <a:spcPts val="315"/>
              </a:spcBef>
              <a:buFont typeface="Times New Roman"/>
              <a:buChar char="•"/>
              <a:tabLst>
                <a:tab pos="205104" algn="l"/>
              </a:tabLst>
            </a:pPr>
            <a:r>
              <a:rPr sz="1750" spc="55" dirty="0">
                <a:solidFill>
                  <a:srgbClr val="292929"/>
                </a:solidFill>
                <a:latin typeface="Inria Sans Light"/>
                <a:cs typeface="Inria Sans Light"/>
              </a:rPr>
              <a:t>Design</a:t>
            </a:r>
            <a:r>
              <a:rPr sz="1750" spc="155" dirty="0">
                <a:solidFill>
                  <a:srgbClr val="292929"/>
                </a:solidFill>
                <a:latin typeface="Inria Sans Light"/>
                <a:cs typeface="Inria Sans Light"/>
              </a:rPr>
              <a:t> </a:t>
            </a:r>
            <a:r>
              <a:rPr sz="1750" dirty="0">
                <a:solidFill>
                  <a:srgbClr val="292929"/>
                </a:solidFill>
                <a:latin typeface="Inria Sans Light"/>
                <a:cs typeface="Inria Sans Light"/>
              </a:rPr>
              <a:t>an</a:t>
            </a:r>
            <a:r>
              <a:rPr sz="1750" spc="160" dirty="0">
                <a:solidFill>
                  <a:srgbClr val="292929"/>
                </a:solidFill>
                <a:latin typeface="Inria Sans Light"/>
                <a:cs typeface="Inria Sans Light"/>
              </a:rPr>
              <a:t> </a:t>
            </a:r>
            <a:r>
              <a:rPr sz="1750" spc="55" dirty="0">
                <a:solidFill>
                  <a:srgbClr val="292929"/>
                </a:solidFill>
                <a:latin typeface="Inria Sans Light"/>
                <a:cs typeface="Inria Sans Light"/>
              </a:rPr>
              <a:t>intrusion</a:t>
            </a:r>
            <a:r>
              <a:rPr sz="1750" spc="155" dirty="0">
                <a:solidFill>
                  <a:srgbClr val="292929"/>
                </a:solidFill>
                <a:latin typeface="Inria Sans Light"/>
                <a:cs typeface="Inria Sans Light"/>
              </a:rPr>
              <a:t> </a:t>
            </a:r>
            <a:r>
              <a:rPr sz="1750" spc="55" dirty="0">
                <a:solidFill>
                  <a:srgbClr val="292929"/>
                </a:solidFill>
                <a:latin typeface="Inria Sans Light"/>
                <a:cs typeface="Inria Sans Light"/>
              </a:rPr>
              <a:t>detection</a:t>
            </a:r>
            <a:endParaRPr sz="1750">
              <a:latin typeface="Inria Sans Light"/>
              <a:cs typeface="Inria Sans Light"/>
            </a:endParaRPr>
          </a:p>
          <a:p>
            <a:pPr marL="205740" marR="5080">
              <a:lnSpc>
                <a:spcPct val="110700"/>
              </a:lnSpc>
            </a:pPr>
            <a:r>
              <a:rPr sz="1750" spc="55" dirty="0">
                <a:solidFill>
                  <a:srgbClr val="292929"/>
                </a:solidFill>
                <a:latin typeface="Inria Sans Light"/>
                <a:cs typeface="Inria Sans Light"/>
              </a:rPr>
              <a:t>system</a:t>
            </a:r>
            <a:r>
              <a:rPr sz="1750" spc="125" dirty="0">
                <a:solidFill>
                  <a:srgbClr val="292929"/>
                </a:solidFill>
                <a:latin typeface="Inria Sans Light"/>
                <a:cs typeface="Inria Sans Light"/>
              </a:rPr>
              <a:t> </a:t>
            </a:r>
            <a:r>
              <a:rPr sz="1750" spc="55" dirty="0">
                <a:solidFill>
                  <a:srgbClr val="292929"/>
                </a:solidFill>
                <a:latin typeface="Inria Sans Light"/>
                <a:cs typeface="Inria Sans Light"/>
              </a:rPr>
              <a:t>using</a:t>
            </a:r>
            <a:r>
              <a:rPr sz="1750" spc="125" dirty="0">
                <a:solidFill>
                  <a:srgbClr val="292929"/>
                </a:solidFill>
                <a:latin typeface="Inria Sans Light"/>
                <a:cs typeface="Inria Sans Light"/>
              </a:rPr>
              <a:t> </a:t>
            </a:r>
            <a:r>
              <a:rPr sz="1750" spc="55" dirty="0">
                <a:solidFill>
                  <a:srgbClr val="292929"/>
                </a:solidFill>
                <a:latin typeface="Inria Sans Light"/>
                <a:cs typeface="Inria Sans Light"/>
              </a:rPr>
              <a:t>deep</a:t>
            </a:r>
            <a:r>
              <a:rPr sz="1750" spc="125" dirty="0">
                <a:solidFill>
                  <a:srgbClr val="292929"/>
                </a:solidFill>
                <a:latin typeface="Inria Sans Light"/>
                <a:cs typeface="Inria Sans Light"/>
              </a:rPr>
              <a:t> </a:t>
            </a:r>
            <a:r>
              <a:rPr sz="1750" spc="50" dirty="0">
                <a:solidFill>
                  <a:srgbClr val="292929"/>
                </a:solidFill>
                <a:latin typeface="Inria Sans Light"/>
                <a:cs typeface="Inria Sans Light"/>
              </a:rPr>
              <a:t>learning</a:t>
            </a:r>
            <a:r>
              <a:rPr sz="1750" spc="125" dirty="0">
                <a:solidFill>
                  <a:srgbClr val="292929"/>
                </a:solidFill>
                <a:latin typeface="Inria Sans Light"/>
                <a:cs typeface="Inria Sans Light"/>
              </a:rPr>
              <a:t> </a:t>
            </a:r>
            <a:r>
              <a:rPr sz="1750" spc="45" dirty="0">
                <a:solidFill>
                  <a:srgbClr val="292929"/>
                </a:solidFill>
                <a:latin typeface="Inria Sans Light"/>
                <a:cs typeface="Inria Sans Light"/>
              </a:rPr>
              <a:t>tailored </a:t>
            </a:r>
            <a:r>
              <a:rPr sz="1750" dirty="0">
                <a:solidFill>
                  <a:srgbClr val="292929"/>
                </a:solidFill>
                <a:latin typeface="Inria Sans Light"/>
                <a:cs typeface="Inria Sans Light"/>
              </a:rPr>
              <a:t>for</a:t>
            </a:r>
            <a:r>
              <a:rPr sz="1750" spc="254" dirty="0">
                <a:solidFill>
                  <a:srgbClr val="292929"/>
                </a:solidFill>
                <a:latin typeface="Inria Sans Light"/>
                <a:cs typeface="Inria Sans Light"/>
              </a:rPr>
              <a:t> </a:t>
            </a:r>
            <a:r>
              <a:rPr sz="1750" dirty="0">
                <a:solidFill>
                  <a:srgbClr val="292929"/>
                </a:solidFill>
                <a:latin typeface="Inria Sans Light"/>
                <a:cs typeface="Inria Sans Light"/>
              </a:rPr>
              <a:t>IoT</a:t>
            </a:r>
            <a:r>
              <a:rPr sz="1750" spc="260" dirty="0">
                <a:solidFill>
                  <a:srgbClr val="292929"/>
                </a:solidFill>
                <a:latin typeface="Inria Sans Light"/>
                <a:cs typeface="Inria Sans Light"/>
              </a:rPr>
              <a:t> </a:t>
            </a:r>
            <a:r>
              <a:rPr sz="1750" spc="55" dirty="0">
                <a:solidFill>
                  <a:srgbClr val="292929"/>
                </a:solidFill>
                <a:latin typeface="Inria Sans Light"/>
                <a:cs typeface="Inria Sans Light"/>
              </a:rPr>
              <a:t>networks.</a:t>
            </a:r>
            <a:endParaRPr sz="1750">
              <a:latin typeface="Inria Sans Light"/>
              <a:cs typeface="Inria Sans Light"/>
            </a:endParaRPr>
          </a:p>
        </p:txBody>
      </p:sp>
      <p:grpSp>
        <p:nvGrpSpPr>
          <p:cNvPr id="15" name="object 15"/>
          <p:cNvGrpSpPr/>
          <p:nvPr/>
        </p:nvGrpSpPr>
        <p:grpSpPr>
          <a:xfrm>
            <a:off x="6722418" y="6386495"/>
            <a:ext cx="730885" cy="2536825"/>
            <a:chOff x="6722418" y="6386495"/>
            <a:chExt cx="730885" cy="2536825"/>
          </a:xfrm>
        </p:grpSpPr>
        <p:sp>
          <p:nvSpPr>
            <p:cNvPr id="16" name="object 16"/>
            <p:cNvSpPr/>
            <p:nvPr/>
          </p:nvSpPr>
          <p:spPr>
            <a:xfrm>
              <a:off x="7087641" y="6558790"/>
              <a:ext cx="0" cy="2364105"/>
            </a:xfrm>
            <a:custGeom>
              <a:avLst/>
              <a:gdLst/>
              <a:ahLst/>
              <a:cxnLst/>
              <a:rect l="l" t="t" r="r" b="b"/>
              <a:pathLst>
                <a:path h="2364104">
                  <a:moveTo>
                    <a:pt x="0" y="0"/>
                  </a:moveTo>
                  <a:lnTo>
                    <a:pt x="0" y="2364092"/>
                  </a:lnTo>
                </a:path>
              </a:pathLst>
            </a:custGeom>
            <a:ln w="28575">
              <a:solidFill>
                <a:srgbClr val="27DDDF"/>
              </a:solidFill>
            </a:ln>
          </p:spPr>
          <p:txBody>
            <a:bodyPr wrap="square" lIns="0" tIns="0" rIns="0" bIns="0" rtlCol="0"/>
            <a:lstStyle/>
            <a:p>
              <a:endParaRPr/>
            </a:p>
          </p:txBody>
        </p:sp>
        <p:sp>
          <p:nvSpPr>
            <p:cNvPr id="17" name="object 17"/>
            <p:cNvSpPr/>
            <p:nvPr/>
          </p:nvSpPr>
          <p:spPr>
            <a:xfrm>
              <a:off x="6722418" y="6386495"/>
              <a:ext cx="730885" cy="730885"/>
            </a:xfrm>
            <a:custGeom>
              <a:avLst/>
              <a:gdLst/>
              <a:ahLst/>
              <a:cxnLst/>
              <a:rect l="l" t="t" r="r" b="b"/>
              <a:pathLst>
                <a:path w="730884" h="730884">
                  <a:moveTo>
                    <a:pt x="53784" y="0"/>
                  </a:moveTo>
                  <a:lnTo>
                    <a:pt x="13335" y="18313"/>
                  </a:lnTo>
                  <a:lnTo>
                    <a:pt x="0" y="676744"/>
                  </a:lnTo>
                  <a:lnTo>
                    <a:pt x="1828" y="690676"/>
                  </a:lnTo>
                  <a:lnTo>
                    <a:pt x="30784" y="725373"/>
                  </a:lnTo>
                  <a:lnTo>
                    <a:pt x="676744" y="730529"/>
                  </a:lnTo>
                  <a:lnTo>
                    <a:pt x="690664" y="728713"/>
                  </a:lnTo>
                  <a:lnTo>
                    <a:pt x="725373" y="699744"/>
                  </a:lnTo>
                  <a:lnTo>
                    <a:pt x="730529" y="53784"/>
                  </a:lnTo>
                  <a:lnTo>
                    <a:pt x="729322" y="42430"/>
                  </a:lnTo>
                  <a:lnTo>
                    <a:pt x="700544" y="5537"/>
                  </a:lnTo>
                  <a:lnTo>
                    <a:pt x="53784" y="0"/>
                  </a:lnTo>
                  <a:close/>
                </a:path>
              </a:pathLst>
            </a:custGeom>
            <a:solidFill>
              <a:srgbClr val="292929"/>
            </a:solidFill>
          </p:spPr>
          <p:txBody>
            <a:bodyPr wrap="square" lIns="0" tIns="0" rIns="0" bIns="0" rtlCol="0"/>
            <a:lstStyle/>
            <a:p>
              <a:endParaRPr/>
            </a:p>
          </p:txBody>
        </p:sp>
      </p:grpSp>
      <p:grpSp>
        <p:nvGrpSpPr>
          <p:cNvPr id="18" name="object 18"/>
          <p:cNvGrpSpPr/>
          <p:nvPr/>
        </p:nvGrpSpPr>
        <p:grpSpPr>
          <a:xfrm>
            <a:off x="1011213" y="6386495"/>
            <a:ext cx="730885" cy="2536825"/>
            <a:chOff x="1011213" y="6386495"/>
            <a:chExt cx="730885" cy="2536825"/>
          </a:xfrm>
        </p:grpSpPr>
        <p:sp>
          <p:nvSpPr>
            <p:cNvPr id="19" name="object 19"/>
            <p:cNvSpPr/>
            <p:nvPr/>
          </p:nvSpPr>
          <p:spPr>
            <a:xfrm>
              <a:off x="1376437" y="6558790"/>
              <a:ext cx="0" cy="2364105"/>
            </a:xfrm>
            <a:custGeom>
              <a:avLst/>
              <a:gdLst/>
              <a:ahLst/>
              <a:cxnLst/>
              <a:rect l="l" t="t" r="r" b="b"/>
              <a:pathLst>
                <a:path h="2364104">
                  <a:moveTo>
                    <a:pt x="0" y="0"/>
                  </a:moveTo>
                  <a:lnTo>
                    <a:pt x="0" y="2364092"/>
                  </a:lnTo>
                </a:path>
              </a:pathLst>
            </a:custGeom>
            <a:ln w="28575">
              <a:solidFill>
                <a:srgbClr val="27DDDF"/>
              </a:solidFill>
            </a:ln>
          </p:spPr>
          <p:txBody>
            <a:bodyPr wrap="square" lIns="0" tIns="0" rIns="0" bIns="0" rtlCol="0"/>
            <a:lstStyle/>
            <a:p>
              <a:endParaRPr/>
            </a:p>
          </p:txBody>
        </p:sp>
        <p:sp>
          <p:nvSpPr>
            <p:cNvPr id="20" name="object 20"/>
            <p:cNvSpPr/>
            <p:nvPr/>
          </p:nvSpPr>
          <p:spPr>
            <a:xfrm>
              <a:off x="1011213" y="6386495"/>
              <a:ext cx="730885" cy="730885"/>
            </a:xfrm>
            <a:custGeom>
              <a:avLst/>
              <a:gdLst/>
              <a:ahLst/>
              <a:cxnLst/>
              <a:rect l="l" t="t" r="r" b="b"/>
              <a:pathLst>
                <a:path w="730885" h="730884">
                  <a:moveTo>
                    <a:pt x="53784" y="0"/>
                  </a:moveTo>
                  <a:lnTo>
                    <a:pt x="13334" y="18313"/>
                  </a:lnTo>
                  <a:lnTo>
                    <a:pt x="0" y="676744"/>
                  </a:lnTo>
                  <a:lnTo>
                    <a:pt x="1828" y="690676"/>
                  </a:lnTo>
                  <a:lnTo>
                    <a:pt x="30784" y="725373"/>
                  </a:lnTo>
                  <a:lnTo>
                    <a:pt x="676744" y="730529"/>
                  </a:lnTo>
                  <a:lnTo>
                    <a:pt x="690664" y="728713"/>
                  </a:lnTo>
                  <a:lnTo>
                    <a:pt x="725373" y="699744"/>
                  </a:lnTo>
                  <a:lnTo>
                    <a:pt x="730529" y="53784"/>
                  </a:lnTo>
                  <a:lnTo>
                    <a:pt x="729322" y="42430"/>
                  </a:lnTo>
                  <a:lnTo>
                    <a:pt x="700544" y="5537"/>
                  </a:lnTo>
                  <a:lnTo>
                    <a:pt x="53784" y="0"/>
                  </a:lnTo>
                  <a:close/>
                </a:path>
              </a:pathLst>
            </a:custGeom>
            <a:solidFill>
              <a:srgbClr val="292929"/>
            </a:solidFill>
          </p:spPr>
          <p:txBody>
            <a:bodyPr wrap="square" lIns="0" tIns="0" rIns="0" bIns="0" rtlCol="0"/>
            <a:lstStyle/>
            <a:p>
              <a:endParaRPr/>
            </a:p>
          </p:txBody>
        </p:sp>
      </p:grpSp>
      <p:grpSp>
        <p:nvGrpSpPr>
          <p:cNvPr id="21" name="object 21"/>
          <p:cNvGrpSpPr/>
          <p:nvPr/>
        </p:nvGrpSpPr>
        <p:grpSpPr>
          <a:xfrm>
            <a:off x="12433622" y="3276866"/>
            <a:ext cx="730885" cy="2536825"/>
            <a:chOff x="12433622" y="3276866"/>
            <a:chExt cx="730885" cy="2536825"/>
          </a:xfrm>
        </p:grpSpPr>
        <p:sp>
          <p:nvSpPr>
            <p:cNvPr id="22" name="object 22"/>
            <p:cNvSpPr/>
            <p:nvPr/>
          </p:nvSpPr>
          <p:spPr>
            <a:xfrm>
              <a:off x="12798846" y="3449161"/>
              <a:ext cx="0" cy="2364105"/>
            </a:xfrm>
            <a:custGeom>
              <a:avLst/>
              <a:gdLst/>
              <a:ahLst/>
              <a:cxnLst/>
              <a:rect l="l" t="t" r="r" b="b"/>
              <a:pathLst>
                <a:path h="2364104">
                  <a:moveTo>
                    <a:pt x="0" y="0"/>
                  </a:moveTo>
                  <a:lnTo>
                    <a:pt x="0" y="2364092"/>
                  </a:lnTo>
                </a:path>
              </a:pathLst>
            </a:custGeom>
            <a:ln w="28575">
              <a:solidFill>
                <a:srgbClr val="27DDDF"/>
              </a:solidFill>
            </a:ln>
          </p:spPr>
          <p:txBody>
            <a:bodyPr wrap="square" lIns="0" tIns="0" rIns="0" bIns="0" rtlCol="0"/>
            <a:lstStyle/>
            <a:p>
              <a:endParaRPr/>
            </a:p>
          </p:txBody>
        </p:sp>
        <p:sp>
          <p:nvSpPr>
            <p:cNvPr id="23" name="object 23"/>
            <p:cNvSpPr/>
            <p:nvPr/>
          </p:nvSpPr>
          <p:spPr>
            <a:xfrm>
              <a:off x="12433622" y="3276866"/>
              <a:ext cx="730885" cy="730885"/>
            </a:xfrm>
            <a:custGeom>
              <a:avLst/>
              <a:gdLst/>
              <a:ahLst/>
              <a:cxnLst/>
              <a:rect l="l" t="t" r="r" b="b"/>
              <a:pathLst>
                <a:path w="730884" h="730885">
                  <a:moveTo>
                    <a:pt x="53784" y="0"/>
                  </a:moveTo>
                  <a:lnTo>
                    <a:pt x="13335" y="18313"/>
                  </a:lnTo>
                  <a:lnTo>
                    <a:pt x="0" y="676744"/>
                  </a:lnTo>
                  <a:lnTo>
                    <a:pt x="1828" y="690676"/>
                  </a:lnTo>
                  <a:lnTo>
                    <a:pt x="30784" y="725373"/>
                  </a:lnTo>
                  <a:lnTo>
                    <a:pt x="676744" y="730529"/>
                  </a:lnTo>
                  <a:lnTo>
                    <a:pt x="690664" y="728713"/>
                  </a:lnTo>
                  <a:lnTo>
                    <a:pt x="725373" y="699744"/>
                  </a:lnTo>
                  <a:lnTo>
                    <a:pt x="730529" y="53784"/>
                  </a:lnTo>
                  <a:lnTo>
                    <a:pt x="729322" y="42430"/>
                  </a:lnTo>
                  <a:lnTo>
                    <a:pt x="700544" y="5537"/>
                  </a:lnTo>
                  <a:lnTo>
                    <a:pt x="53784" y="0"/>
                  </a:lnTo>
                  <a:close/>
                </a:path>
              </a:pathLst>
            </a:custGeom>
            <a:solidFill>
              <a:srgbClr val="292929"/>
            </a:solidFill>
          </p:spPr>
          <p:txBody>
            <a:bodyPr wrap="square" lIns="0" tIns="0" rIns="0" bIns="0" rtlCol="0"/>
            <a:lstStyle/>
            <a:p>
              <a:endParaRPr/>
            </a:p>
          </p:txBody>
        </p:sp>
      </p:grpSp>
      <p:grpSp>
        <p:nvGrpSpPr>
          <p:cNvPr id="24" name="object 24"/>
          <p:cNvGrpSpPr/>
          <p:nvPr/>
        </p:nvGrpSpPr>
        <p:grpSpPr>
          <a:xfrm>
            <a:off x="6722418" y="3276866"/>
            <a:ext cx="730885" cy="2536825"/>
            <a:chOff x="6722418" y="3276866"/>
            <a:chExt cx="730885" cy="2536825"/>
          </a:xfrm>
        </p:grpSpPr>
        <p:sp>
          <p:nvSpPr>
            <p:cNvPr id="25" name="object 25"/>
            <p:cNvSpPr/>
            <p:nvPr/>
          </p:nvSpPr>
          <p:spPr>
            <a:xfrm>
              <a:off x="7087641" y="3449161"/>
              <a:ext cx="0" cy="2364105"/>
            </a:xfrm>
            <a:custGeom>
              <a:avLst/>
              <a:gdLst/>
              <a:ahLst/>
              <a:cxnLst/>
              <a:rect l="l" t="t" r="r" b="b"/>
              <a:pathLst>
                <a:path h="2364104">
                  <a:moveTo>
                    <a:pt x="0" y="0"/>
                  </a:moveTo>
                  <a:lnTo>
                    <a:pt x="0" y="2364092"/>
                  </a:lnTo>
                </a:path>
              </a:pathLst>
            </a:custGeom>
            <a:ln w="28575">
              <a:solidFill>
                <a:srgbClr val="27DDDF"/>
              </a:solidFill>
            </a:ln>
          </p:spPr>
          <p:txBody>
            <a:bodyPr wrap="square" lIns="0" tIns="0" rIns="0" bIns="0" rtlCol="0"/>
            <a:lstStyle/>
            <a:p>
              <a:endParaRPr/>
            </a:p>
          </p:txBody>
        </p:sp>
        <p:sp>
          <p:nvSpPr>
            <p:cNvPr id="26" name="object 26"/>
            <p:cNvSpPr/>
            <p:nvPr/>
          </p:nvSpPr>
          <p:spPr>
            <a:xfrm>
              <a:off x="6722418" y="3276866"/>
              <a:ext cx="730885" cy="730885"/>
            </a:xfrm>
            <a:custGeom>
              <a:avLst/>
              <a:gdLst/>
              <a:ahLst/>
              <a:cxnLst/>
              <a:rect l="l" t="t" r="r" b="b"/>
              <a:pathLst>
                <a:path w="730884" h="730885">
                  <a:moveTo>
                    <a:pt x="53784" y="0"/>
                  </a:moveTo>
                  <a:lnTo>
                    <a:pt x="13335" y="18313"/>
                  </a:lnTo>
                  <a:lnTo>
                    <a:pt x="0" y="676744"/>
                  </a:lnTo>
                  <a:lnTo>
                    <a:pt x="1828" y="690676"/>
                  </a:lnTo>
                  <a:lnTo>
                    <a:pt x="30784" y="725373"/>
                  </a:lnTo>
                  <a:lnTo>
                    <a:pt x="676744" y="730529"/>
                  </a:lnTo>
                  <a:lnTo>
                    <a:pt x="690664" y="728713"/>
                  </a:lnTo>
                  <a:lnTo>
                    <a:pt x="725373" y="699744"/>
                  </a:lnTo>
                  <a:lnTo>
                    <a:pt x="730529" y="53784"/>
                  </a:lnTo>
                  <a:lnTo>
                    <a:pt x="729322" y="42430"/>
                  </a:lnTo>
                  <a:lnTo>
                    <a:pt x="700544" y="5537"/>
                  </a:lnTo>
                  <a:lnTo>
                    <a:pt x="53784" y="0"/>
                  </a:lnTo>
                  <a:close/>
                </a:path>
              </a:pathLst>
            </a:custGeom>
            <a:solidFill>
              <a:srgbClr val="292929"/>
            </a:solidFill>
          </p:spPr>
          <p:txBody>
            <a:bodyPr wrap="square" lIns="0" tIns="0" rIns="0" bIns="0" rtlCol="0"/>
            <a:lstStyle/>
            <a:p>
              <a:endParaRPr/>
            </a:p>
          </p:txBody>
        </p:sp>
      </p:grpSp>
      <p:grpSp>
        <p:nvGrpSpPr>
          <p:cNvPr id="27" name="object 27"/>
          <p:cNvGrpSpPr/>
          <p:nvPr/>
        </p:nvGrpSpPr>
        <p:grpSpPr>
          <a:xfrm>
            <a:off x="1011213" y="3276866"/>
            <a:ext cx="730885" cy="2536825"/>
            <a:chOff x="1011213" y="3276866"/>
            <a:chExt cx="730885" cy="2536825"/>
          </a:xfrm>
        </p:grpSpPr>
        <p:sp>
          <p:nvSpPr>
            <p:cNvPr id="28" name="object 28"/>
            <p:cNvSpPr/>
            <p:nvPr/>
          </p:nvSpPr>
          <p:spPr>
            <a:xfrm>
              <a:off x="1376437" y="3449161"/>
              <a:ext cx="0" cy="2364105"/>
            </a:xfrm>
            <a:custGeom>
              <a:avLst/>
              <a:gdLst/>
              <a:ahLst/>
              <a:cxnLst/>
              <a:rect l="l" t="t" r="r" b="b"/>
              <a:pathLst>
                <a:path h="2364104">
                  <a:moveTo>
                    <a:pt x="0" y="0"/>
                  </a:moveTo>
                  <a:lnTo>
                    <a:pt x="0" y="2364092"/>
                  </a:lnTo>
                </a:path>
              </a:pathLst>
            </a:custGeom>
            <a:ln w="28575">
              <a:solidFill>
                <a:srgbClr val="27DDDF"/>
              </a:solidFill>
            </a:ln>
          </p:spPr>
          <p:txBody>
            <a:bodyPr wrap="square" lIns="0" tIns="0" rIns="0" bIns="0" rtlCol="0"/>
            <a:lstStyle/>
            <a:p>
              <a:endParaRPr/>
            </a:p>
          </p:txBody>
        </p:sp>
        <p:sp>
          <p:nvSpPr>
            <p:cNvPr id="29" name="object 29"/>
            <p:cNvSpPr/>
            <p:nvPr/>
          </p:nvSpPr>
          <p:spPr>
            <a:xfrm>
              <a:off x="1011213" y="3276866"/>
              <a:ext cx="730885" cy="730885"/>
            </a:xfrm>
            <a:custGeom>
              <a:avLst/>
              <a:gdLst/>
              <a:ahLst/>
              <a:cxnLst/>
              <a:rect l="l" t="t" r="r" b="b"/>
              <a:pathLst>
                <a:path w="730885" h="730885">
                  <a:moveTo>
                    <a:pt x="53784" y="0"/>
                  </a:moveTo>
                  <a:lnTo>
                    <a:pt x="13334" y="18313"/>
                  </a:lnTo>
                  <a:lnTo>
                    <a:pt x="0" y="676744"/>
                  </a:lnTo>
                  <a:lnTo>
                    <a:pt x="1828" y="690676"/>
                  </a:lnTo>
                  <a:lnTo>
                    <a:pt x="30784" y="725373"/>
                  </a:lnTo>
                  <a:lnTo>
                    <a:pt x="676744" y="730529"/>
                  </a:lnTo>
                  <a:lnTo>
                    <a:pt x="690664" y="728713"/>
                  </a:lnTo>
                  <a:lnTo>
                    <a:pt x="725373" y="699744"/>
                  </a:lnTo>
                  <a:lnTo>
                    <a:pt x="730529" y="53784"/>
                  </a:lnTo>
                  <a:lnTo>
                    <a:pt x="729322" y="42430"/>
                  </a:lnTo>
                  <a:lnTo>
                    <a:pt x="700544" y="5537"/>
                  </a:lnTo>
                  <a:lnTo>
                    <a:pt x="53784" y="0"/>
                  </a:lnTo>
                  <a:close/>
                </a:path>
              </a:pathLst>
            </a:custGeom>
            <a:solidFill>
              <a:srgbClr val="292929"/>
            </a:solidFill>
          </p:spPr>
          <p:txBody>
            <a:bodyPr wrap="square" lIns="0" tIns="0" rIns="0" bIns="0" rtlCol="0"/>
            <a:lstStyle/>
            <a:p>
              <a:endParaRPr/>
            </a:p>
          </p:txBody>
        </p:sp>
      </p:grpSp>
      <p:sp>
        <p:nvSpPr>
          <p:cNvPr id="30" name="object 30"/>
          <p:cNvSpPr txBox="1"/>
          <p:nvPr/>
        </p:nvSpPr>
        <p:spPr>
          <a:xfrm>
            <a:off x="6942193" y="6428542"/>
            <a:ext cx="262890" cy="573405"/>
          </a:xfrm>
          <a:prstGeom prst="rect">
            <a:avLst/>
          </a:prstGeom>
        </p:spPr>
        <p:txBody>
          <a:bodyPr vert="horz" wrap="square" lIns="0" tIns="12065" rIns="0" bIns="0" rtlCol="0">
            <a:spAutoFit/>
          </a:bodyPr>
          <a:lstStyle/>
          <a:p>
            <a:pPr marL="12700">
              <a:lnSpc>
                <a:spcPct val="100000"/>
              </a:lnSpc>
              <a:spcBef>
                <a:spcPts val="95"/>
              </a:spcBef>
            </a:pPr>
            <a:r>
              <a:rPr sz="3600" b="1" spc="-50" dirty="0">
                <a:solidFill>
                  <a:srgbClr val="FFFFFF"/>
                </a:solidFill>
                <a:latin typeface="Inria Sans"/>
                <a:cs typeface="Inria Sans"/>
              </a:rPr>
              <a:t>5</a:t>
            </a:r>
            <a:endParaRPr sz="3600">
              <a:latin typeface="Inria Sans"/>
              <a:cs typeface="Inria Sans"/>
            </a:endParaRPr>
          </a:p>
        </p:txBody>
      </p:sp>
      <p:sp>
        <p:nvSpPr>
          <p:cNvPr id="35" name="object 35"/>
          <p:cNvSpPr txBox="1"/>
          <p:nvPr/>
        </p:nvSpPr>
        <p:spPr>
          <a:xfrm>
            <a:off x="998512" y="9351895"/>
            <a:ext cx="376555" cy="330200"/>
          </a:xfrm>
          <a:prstGeom prst="rect">
            <a:avLst/>
          </a:prstGeom>
        </p:spPr>
        <p:txBody>
          <a:bodyPr vert="horz" wrap="square" lIns="0" tIns="6350" rIns="0" bIns="0" rtlCol="0">
            <a:spAutoFit/>
          </a:bodyPr>
          <a:lstStyle/>
          <a:p>
            <a:pPr marL="12700">
              <a:lnSpc>
                <a:spcPct val="100000"/>
              </a:lnSpc>
              <a:spcBef>
                <a:spcPts val="50"/>
              </a:spcBef>
            </a:pPr>
            <a:r>
              <a:rPr sz="2000" b="1" spc="-25" dirty="0">
                <a:solidFill>
                  <a:srgbClr val="FFFFFF"/>
                </a:solidFill>
                <a:latin typeface="Inria Sans"/>
                <a:cs typeface="Inria Sans"/>
              </a:rPr>
              <a:t>08.</a:t>
            </a:r>
            <a:endParaRPr sz="2000">
              <a:latin typeface="Inria Sans"/>
              <a:cs typeface="Inria Sans"/>
            </a:endParaRPr>
          </a:p>
        </p:txBody>
      </p:sp>
      <p:sp>
        <p:nvSpPr>
          <p:cNvPr id="31" name="object 31"/>
          <p:cNvSpPr txBox="1"/>
          <p:nvPr/>
        </p:nvSpPr>
        <p:spPr>
          <a:xfrm>
            <a:off x="1229093" y="6428542"/>
            <a:ext cx="266065" cy="573405"/>
          </a:xfrm>
          <a:prstGeom prst="rect">
            <a:avLst/>
          </a:prstGeom>
        </p:spPr>
        <p:txBody>
          <a:bodyPr vert="horz" wrap="square" lIns="0" tIns="12065" rIns="0" bIns="0" rtlCol="0">
            <a:spAutoFit/>
          </a:bodyPr>
          <a:lstStyle/>
          <a:p>
            <a:pPr marL="12700">
              <a:lnSpc>
                <a:spcPct val="100000"/>
              </a:lnSpc>
              <a:spcBef>
                <a:spcPts val="95"/>
              </a:spcBef>
            </a:pPr>
            <a:r>
              <a:rPr sz="3600" b="1" spc="-50" dirty="0">
                <a:solidFill>
                  <a:srgbClr val="FFFFFF"/>
                </a:solidFill>
                <a:latin typeface="Inria Sans"/>
                <a:cs typeface="Inria Sans"/>
              </a:rPr>
              <a:t>4</a:t>
            </a:r>
            <a:endParaRPr sz="3600">
              <a:latin typeface="Inria Sans"/>
              <a:cs typeface="Inria Sans"/>
            </a:endParaRPr>
          </a:p>
        </p:txBody>
      </p:sp>
      <p:sp>
        <p:nvSpPr>
          <p:cNvPr id="32" name="object 32"/>
          <p:cNvSpPr txBox="1"/>
          <p:nvPr/>
        </p:nvSpPr>
        <p:spPr>
          <a:xfrm>
            <a:off x="12657576" y="3318862"/>
            <a:ext cx="254635" cy="573405"/>
          </a:xfrm>
          <a:prstGeom prst="rect">
            <a:avLst/>
          </a:prstGeom>
        </p:spPr>
        <p:txBody>
          <a:bodyPr vert="horz" wrap="square" lIns="0" tIns="12065" rIns="0" bIns="0" rtlCol="0">
            <a:spAutoFit/>
          </a:bodyPr>
          <a:lstStyle/>
          <a:p>
            <a:pPr marL="12700">
              <a:lnSpc>
                <a:spcPct val="100000"/>
              </a:lnSpc>
              <a:spcBef>
                <a:spcPts val="95"/>
              </a:spcBef>
            </a:pPr>
            <a:r>
              <a:rPr sz="3600" b="1" spc="-50" dirty="0">
                <a:solidFill>
                  <a:srgbClr val="FFFFFF"/>
                </a:solidFill>
                <a:latin typeface="Inria Sans"/>
                <a:cs typeface="Inria Sans"/>
              </a:rPr>
              <a:t>3</a:t>
            </a:r>
            <a:endParaRPr sz="3600">
              <a:latin typeface="Inria Sans"/>
              <a:cs typeface="Inria Sans"/>
            </a:endParaRPr>
          </a:p>
        </p:txBody>
      </p:sp>
      <p:sp>
        <p:nvSpPr>
          <p:cNvPr id="33" name="object 33"/>
          <p:cNvSpPr txBox="1"/>
          <p:nvPr/>
        </p:nvSpPr>
        <p:spPr>
          <a:xfrm>
            <a:off x="6945389" y="3318862"/>
            <a:ext cx="256540" cy="573405"/>
          </a:xfrm>
          <a:prstGeom prst="rect">
            <a:avLst/>
          </a:prstGeom>
        </p:spPr>
        <p:txBody>
          <a:bodyPr vert="horz" wrap="square" lIns="0" tIns="12065" rIns="0" bIns="0" rtlCol="0">
            <a:spAutoFit/>
          </a:bodyPr>
          <a:lstStyle/>
          <a:p>
            <a:pPr marL="12700">
              <a:lnSpc>
                <a:spcPct val="100000"/>
              </a:lnSpc>
              <a:spcBef>
                <a:spcPts val="95"/>
              </a:spcBef>
            </a:pPr>
            <a:r>
              <a:rPr sz="3600" b="1" spc="-50" dirty="0">
                <a:solidFill>
                  <a:srgbClr val="FFFFFF"/>
                </a:solidFill>
                <a:latin typeface="Inria Sans"/>
                <a:cs typeface="Inria Sans"/>
              </a:rPr>
              <a:t>2</a:t>
            </a:r>
            <a:endParaRPr sz="3600">
              <a:latin typeface="Inria Sans"/>
              <a:cs typeface="Inria Sans"/>
            </a:endParaRPr>
          </a:p>
        </p:txBody>
      </p:sp>
      <p:sp>
        <p:nvSpPr>
          <p:cNvPr id="34" name="object 34"/>
          <p:cNvSpPr txBox="1"/>
          <p:nvPr/>
        </p:nvSpPr>
        <p:spPr>
          <a:xfrm>
            <a:off x="1263330" y="3318862"/>
            <a:ext cx="198120" cy="573405"/>
          </a:xfrm>
          <a:prstGeom prst="rect">
            <a:avLst/>
          </a:prstGeom>
        </p:spPr>
        <p:txBody>
          <a:bodyPr vert="horz" wrap="square" lIns="0" tIns="12065" rIns="0" bIns="0" rtlCol="0">
            <a:spAutoFit/>
          </a:bodyPr>
          <a:lstStyle/>
          <a:p>
            <a:pPr marL="12700">
              <a:lnSpc>
                <a:spcPct val="100000"/>
              </a:lnSpc>
              <a:spcBef>
                <a:spcPts val="95"/>
              </a:spcBef>
            </a:pPr>
            <a:r>
              <a:rPr sz="3600" b="1" spc="-50" dirty="0">
                <a:solidFill>
                  <a:srgbClr val="FFFFFF"/>
                </a:solidFill>
                <a:latin typeface="Inria Sans"/>
                <a:cs typeface="Inria Sans"/>
              </a:rPr>
              <a:t>1</a:t>
            </a:r>
            <a:endParaRPr sz="3600">
              <a:latin typeface="Inria Sans"/>
              <a:cs typeface="Inri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80" dirty="0">
                <a:latin typeface="Bebas Neue Regular"/>
                <a:cs typeface="Bebas Neue Regular"/>
              </a:rPr>
              <a:t>DATASET</a:t>
            </a:r>
            <a:r>
              <a:rPr spc="-220" dirty="0">
                <a:latin typeface="Bebas Neue Regular"/>
                <a:cs typeface="Bebas Neue Regular"/>
              </a:rPr>
              <a:t> </a:t>
            </a:r>
            <a:r>
              <a:rPr spc="-10" dirty="0">
                <a:latin typeface="Bebas Neue Regular"/>
                <a:cs typeface="Bebas Neue Regular"/>
              </a:rPr>
              <a:t>SELECTION</a:t>
            </a:r>
          </a:p>
        </p:txBody>
      </p:sp>
      <p:sp>
        <p:nvSpPr>
          <p:cNvPr id="3" name="object 3"/>
          <p:cNvSpPr/>
          <p:nvPr/>
        </p:nvSpPr>
        <p:spPr>
          <a:xfrm>
            <a:off x="942060"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7DEDD"/>
          </a:solidFill>
        </p:spPr>
        <p:txBody>
          <a:bodyPr wrap="square" lIns="0" tIns="0" rIns="0" bIns="0" rtlCol="0"/>
          <a:lstStyle/>
          <a:p>
            <a:endParaRPr/>
          </a:p>
        </p:txBody>
      </p:sp>
      <p:sp>
        <p:nvSpPr>
          <p:cNvPr id="4" name="object 4"/>
          <p:cNvSpPr txBox="1"/>
          <p:nvPr/>
        </p:nvSpPr>
        <p:spPr>
          <a:xfrm>
            <a:off x="998512"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292929"/>
                </a:solidFill>
                <a:latin typeface="Inria Sans"/>
                <a:cs typeface="Inria Sans"/>
              </a:rPr>
              <a:t>5/13/2026</a:t>
            </a:r>
            <a:endParaRPr sz="2000">
              <a:latin typeface="Inria Sans"/>
              <a:cs typeface="Inria Sans"/>
            </a:endParaRPr>
          </a:p>
        </p:txBody>
      </p:sp>
      <p:sp>
        <p:nvSpPr>
          <p:cNvPr id="5" name="object 5"/>
          <p:cNvSpPr/>
          <p:nvPr/>
        </p:nvSpPr>
        <p:spPr>
          <a:xfrm>
            <a:off x="910311" y="9324695"/>
            <a:ext cx="397510" cy="403225"/>
          </a:xfrm>
          <a:custGeom>
            <a:avLst/>
            <a:gdLst/>
            <a:ahLst/>
            <a:cxnLst/>
            <a:rect l="l" t="t" r="r" b="b"/>
            <a:pathLst>
              <a:path w="397509" h="403225">
                <a:moveTo>
                  <a:pt x="344487" y="0"/>
                </a:moveTo>
                <a:lnTo>
                  <a:pt x="52768" y="0"/>
                </a:lnTo>
                <a:lnTo>
                  <a:pt x="32323" y="4178"/>
                </a:lnTo>
                <a:lnTo>
                  <a:pt x="15540" y="15540"/>
                </a:lnTo>
                <a:lnTo>
                  <a:pt x="4178" y="32323"/>
                </a:lnTo>
                <a:lnTo>
                  <a:pt x="0" y="52768"/>
                </a:lnTo>
                <a:lnTo>
                  <a:pt x="0" y="350126"/>
                </a:lnTo>
                <a:lnTo>
                  <a:pt x="4178" y="370573"/>
                </a:lnTo>
                <a:lnTo>
                  <a:pt x="15540" y="387361"/>
                </a:lnTo>
                <a:lnTo>
                  <a:pt x="32323" y="398727"/>
                </a:lnTo>
                <a:lnTo>
                  <a:pt x="52768" y="402907"/>
                </a:lnTo>
                <a:lnTo>
                  <a:pt x="344843" y="402907"/>
                </a:lnTo>
                <a:lnTo>
                  <a:pt x="365484" y="398715"/>
                </a:lnTo>
                <a:lnTo>
                  <a:pt x="382298" y="387272"/>
                </a:lnTo>
                <a:lnTo>
                  <a:pt x="393488" y="370273"/>
                </a:lnTo>
                <a:lnTo>
                  <a:pt x="397256" y="349415"/>
                </a:lnTo>
                <a:lnTo>
                  <a:pt x="397256" y="52768"/>
                </a:lnTo>
                <a:lnTo>
                  <a:pt x="393127" y="32323"/>
                </a:lnTo>
                <a:lnTo>
                  <a:pt x="381849" y="15540"/>
                </a:lnTo>
                <a:lnTo>
                  <a:pt x="365082" y="4178"/>
                </a:lnTo>
                <a:lnTo>
                  <a:pt x="344487" y="0"/>
                </a:lnTo>
                <a:close/>
              </a:path>
            </a:pathLst>
          </a:custGeom>
          <a:solidFill>
            <a:srgbClr val="282828"/>
          </a:solidFill>
        </p:spPr>
        <p:txBody>
          <a:bodyPr wrap="square" lIns="0" tIns="0" rIns="0" bIns="0" rtlCol="0"/>
          <a:lstStyle/>
          <a:p>
            <a:endParaRPr/>
          </a:p>
        </p:txBody>
      </p:sp>
      <p:sp>
        <p:nvSpPr>
          <p:cNvPr id="6" name="object 6"/>
          <p:cNvSpPr txBox="1"/>
          <p:nvPr/>
        </p:nvSpPr>
        <p:spPr>
          <a:xfrm>
            <a:off x="12875666" y="3985811"/>
            <a:ext cx="2557780" cy="817880"/>
          </a:xfrm>
          <a:prstGeom prst="rect">
            <a:avLst/>
          </a:prstGeom>
        </p:spPr>
        <p:txBody>
          <a:bodyPr vert="horz" wrap="square" lIns="0" tIns="12700" rIns="0" bIns="0" rtlCol="0">
            <a:spAutoFit/>
          </a:bodyPr>
          <a:lstStyle/>
          <a:p>
            <a:pPr marL="12700" marR="5080">
              <a:lnSpc>
                <a:spcPct val="108300"/>
              </a:lnSpc>
              <a:spcBef>
                <a:spcPts val="100"/>
              </a:spcBef>
            </a:pPr>
            <a:r>
              <a:rPr sz="2400" b="1" spc="50" dirty="0">
                <a:solidFill>
                  <a:srgbClr val="292929"/>
                </a:solidFill>
                <a:latin typeface="Inria Serif"/>
                <a:cs typeface="Inria Serif"/>
              </a:rPr>
              <a:t>Addressing</a:t>
            </a:r>
            <a:r>
              <a:rPr sz="2400" b="1" spc="160" dirty="0">
                <a:solidFill>
                  <a:srgbClr val="292929"/>
                </a:solidFill>
                <a:latin typeface="Inria Serif"/>
                <a:cs typeface="Inria Serif"/>
              </a:rPr>
              <a:t> </a:t>
            </a:r>
            <a:r>
              <a:rPr sz="2400" b="1" spc="60" dirty="0">
                <a:solidFill>
                  <a:srgbClr val="292929"/>
                </a:solidFill>
                <a:latin typeface="Inria Serif"/>
                <a:cs typeface="Inria Serif"/>
              </a:rPr>
              <a:t>Class </a:t>
            </a:r>
            <a:r>
              <a:rPr sz="2400" b="1" spc="45" dirty="0">
                <a:solidFill>
                  <a:srgbClr val="292929"/>
                </a:solidFill>
                <a:latin typeface="Inria Serif"/>
                <a:cs typeface="Inria Serif"/>
              </a:rPr>
              <a:t>Imbalance</a:t>
            </a:r>
            <a:endParaRPr sz="2400">
              <a:latin typeface="Inria Serif"/>
              <a:cs typeface="Inria Serif"/>
            </a:endParaRPr>
          </a:p>
        </p:txBody>
      </p:sp>
      <p:sp>
        <p:nvSpPr>
          <p:cNvPr id="7" name="object 7"/>
          <p:cNvSpPr txBox="1"/>
          <p:nvPr/>
        </p:nvSpPr>
        <p:spPr>
          <a:xfrm>
            <a:off x="7225588" y="3985811"/>
            <a:ext cx="3503929" cy="817880"/>
          </a:xfrm>
          <a:prstGeom prst="rect">
            <a:avLst/>
          </a:prstGeom>
        </p:spPr>
        <p:txBody>
          <a:bodyPr vert="horz" wrap="square" lIns="0" tIns="43180" rIns="0" bIns="0" rtlCol="0">
            <a:spAutoFit/>
          </a:bodyPr>
          <a:lstStyle/>
          <a:p>
            <a:pPr marL="12700">
              <a:lnSpc>
                <a:spcPct val="100000"/>
              </a:lnSpc>
              <a:spcBef>
                <a:spcPts val="340"/>
              </a:spcBef>
            </a:pPr>
            <a:r>
              <a:rPr sz="2400" b="1" spc="50" dirty="0">
                <a:solidFill>
                  <a:srgbClr val="292929"/>
                </a:solidFill>
                <a:latin typeface="Inria Serif"/>
                <a:cs typeface="Inria Serif"/>
              </a:rPr>
              <a:t>Data</a:t>
            </a:r>
            <a:r>
              <a:rPr sz="2400" b="1" spc="150" dirty="0">
                <a:solidFill>
                  <a:srgbClr val="292929"/>
                </a:solidFill>
                <a:latin typeface="Inria Serif"/>
                <a:cs typeface="Inria Serif"/>
              </a:rPr>
              <a:t> </a:t>
            </a:r>
            <a:r>
              <a:rPr sz="2400" b="1" spc="40" dirty="0">
                <a:solidFill>
                  <a:srgbClr val="292929"/>
                </a:solidFill>
                <a:latin typeface="Inria Serif"/>
                <a:cs typeface="Inria Serif"/>
              </a:rPr>
              <a:t>Preparation</a:t>
            </a:r>
            <a:endParaRPr sz="2400">
              <a:latin typeface="Inria Serif"/>
              <a:cs typeface="Inria Serif"/>
            </a:endParaRPr>
          </a:p>
          <a:p>
            <a:pPr marL="12700">
              <a:lnSpc>
                <a:spcPct val="100000"/>
              </a:lnSpc>
              <a:spcBef>
                <a:spcPts val="240"/>
              </a:spcBef>
            </a:pPr>
            <a:r>
              <a:rPr sz="2400" b="1" dirty="0">
                <a:solidFill>
                  <a:srgbClr val="292929"/>
                </a:solidFill>
                <a:latin typeface="Inria Serif"/>
                <a:cs typeface="Inria Serif"/>
              </a:rPr>
              <a:t>Enhances</a:t>
            </a:r>
            <a:r>
              <a:rPr sz="2400" b="1" spc="520" dirty="0">
                <a:solidFill>
                  <a:srgbClr val="292929"/>
                </a:solidFill>
                <a:latin typeface="Inria Serif"/>
                <a:cs typeface="Inria Serif"/>
              </a:rPr>
              <a:t> </a:t>
            </a:r>
            <a:r>
              <a:rPr sz="2400" b="1" spc="40" dirty="0">
                <a:solidFill>
                  <a:srgbClr val="292929"/>
                </a:solidFill>
                <a:latin typeface="Inria Serif"/>
                <a:cs typeface="Inria Serif"/>
              </a:rPr>
              <a:t>Performance</a:t>
            </a:r>
            <a:endParaRPr sz="2400">
              <a:latin typeface="Inria Serif"/>
              <a:cs typeface="Inria Serif"/>
            </a:endParaRPr>
          </a:p>
        </p:txBody>
      </p:sp>
      <p:sp>
        <p:nvSpPr>
          <p:cNvPr id="8" name="object 8"/>
          <p:cNvSpPr txBox="1"/>
          <p:nvPr/>
        </p:nvSpPr>
        <p:spPr>
          <a:xfrm>
            <a:off x="1575511" y="3985811"/>
            <a:ext cx="3124200" cy="817880"/>
          </a:xfrm>
          <a:prstGeom prst="rect">
            <a:avLst/>
          </a:prstGeom>
        </p:spPr>
        <p:txBody>
          <a:bodyPr vert="horz" wrap="square" lIns="0" tIns="12700" rIns="0" bIns="0" rtlCol="0">
            <a:spAutoFit/>
          </a:bodyPr>
          <a:lstStyle/>
          <a:p>
            <a:pPr marL="12700" marR="5080">
              <a:lnSpc>
                <a:spcPct val="108300"/>
              </a:lnSpc>
              <a:spcBef>
                <a:spcPts val="100"/>
              </a:spcBef>
            </a:pPr>
            <a:r>
              <a:rPr sz="2400" b="1" dirty="0">
                <a:solidFill>
                  <a:srgbClr val="292929"/>
                </a:solidFill>
                <a:latin typeface="Inria Serif"/>
                <a:cs typeface="Inria Serif"/>
              </a:rPr>
              <a:t>Benchmark</a:t>
            </a:r>
            <a:r>
              <a:rPr sz="2400" b="1" spc="520" dirty="0">
                <a:solidFill>
                  <a:srgbClr val="292929"/>
                </a:solidFill>
                <a:latin typeface="Inria Serif"/>
                <a:cs typeface="Inria Serif"/>
              </a:rPr>
              <a:t> </a:t>
            </a:r>
            <a:r>
              <a:rPr sz="2400" b="1" spc="60" dirty="0">
                <a:solidFill>
                  <a:srgbClr val="292929"/>
                </a:solidFill>
                <a:latin typeface="Inria Serif"/>
                <a:cs typeface="Inria Serif"/>
              </a:rPr>
              <a:t>Datasets </a:t>
            </a:r>
            <a:r>
              <a:rPr sz="2400" b="1" dirty="0">
                <a:solidFill>
                  <a:srgbClr val="292929"/>
                </a:solidFill>
                <a:latin typeface="Inria Serif"/>
                <a:cs typeface="Inria Serif"/>
              </a:rPr>
              <a:t>for</a:t>
            </a:r>
            <a:r>
              <a:rPr sz="2400" b="1" spc="220" dirty="0">
                <a:solidFill>
                  <a:srgbClr val="292929"/>
                </a:solidFill>
                <a:latin typeface="Inria Serif"/>
                <a:cs typeface="Inria Serif"/>
              </a:rPr>
              <a:t> </a:t>
            </a:r>
            <a:r>
              <a:rPr sz="2400" b="1" spc="45" dirty="0">
                <a:solidFill>
                  <a:srgbClr val="292929"/>
                </a:solidFill>
                <a:latin typeface="Inria Serif"/>
                <a:cs typeface="Inria Serif"/>
              </a:rPr>
              <a:t>IDS</a:t>
            </a:r>
            <a:endParaRPr sz="2400">
              <a:latin typeface="Inria Serif"/>
              <a:cs typeface="Inria Serif"/>
            </a:endParaRPr>
          </a:p>
        </p:txBody>
      </p:sp>
      <p:sp>
        <p:nvSpPr>
          <p:cNvPr id="9" name="object 9"/>
          <p:cNvSpPr txBox="1"/>
          <p:nvPr/>
        </p:nvSpPr>
        <p:spPr>
          <a:xfrm>
            <a:off x="12875517" y="5072298"/>
            <a:ext cx="3828415" cy="1016000"/>
          </a:xfrm>
          <a:prstGeom prst="rect">
            <a:avLst/>
          </a:prstGeom>
        </p:spPr>
        <p:txBody>
          <a:bodyPr vert="horz" wrap="square" lIns="0" tIns="12700" rIns="0" bIns="0" rtlCol="0">
            <a:spAutoFit/>
          </a:bodyPr>
          <a:lstStyle/>
          <a:p>
            <a:pPr marL="228600" marR="5080" indent="-216535">
              <a:lnSpc>
                <a:spcPct val="108300"/>
              </a:lnSpc>
              <a:spcBef>
                <a:spcPts val="100"/>
              </a:spcBef>
              <a:buFont typeface="Times New Roman"/>
              <a:buChar char="•"/>
              <a:tabLst>
                <a:tab pos="228600" algn="l"/>
              </a:tabLst>
            </a:pPr>
            <a:r>
              <a:rPr sz="2000" dirty="0">
                <a:solidFill>
                  <a:srgbClr val="292929"/>
                </a:solidFill>
                <a:latin typeface="Inria Sans Light"/>
                <a:cs typeface="Inria Sans Light"/>
              </a:rPr>
              <a:t>Data</a:t>
            </a:r>
            <a:r>
              <a:rPr sz="2000" spc="225" dirty="0">
                <a:solidFill>
                  <a:srgbClr val="292929"/>
                </a:solidFill>
                <a:latin typeface="Inria Sans Light"/>
                <a:cs typeface="Inria Sans Light"/>
              </a:rPr>
              <a:t> </a:t>
            </a:r>
            <a:r>
              <a:rPr sz="2000" spc="50" dirty="0">
                <a:solidFill>
                  <a:srgbClr val="292929"/>
                </a:solidFill>
                <a:latin typeface="Inria Sans Light"/>
                <a:cs typeface="Inria Sans Light"/>
              </a:rPr>
              <a:t>exploration</a:t>
            </a:r>
            <a:r>
              <a:rPr sz="2000" spc="235" dirty="0">
                <a:solidFill>
                  <a:srgbClr val="292929"/>
                </a:solidFill>
                <a:latin typeface="Inria Sans Light"/>
                <a:cs typeface="Inria Sans Light"/>
              </a:rPr>
              <a:t> </a:t>
            </a:r>
            <a:r>
              <a:rPr sz="2000" dirty="0">
                <a:solidFill>
                  <a:srgbClr val="292929"/>
                </a:solidFill>
                <a:latin typeface="Inria Sans Light"/>
                <a:cs typeface="Inria Sans Light"/>
              </a:rPr>
              <a:t>and</a:t>
            </a:r>
            <a:r>
              <a:rPr sz="2000" spc="240" dirty="0">
                <a:solidFill>
                  <a:srgbClr val="292929"/>
                </a:solidFill>
                <a:latin typeface="Inria Sans Light"/>
                <a:cs typeface="Inria Sans Light"/>
              </a:rPr>
              <a:t> </a:t>
            </a:r>
            <a:r>
              <a:rPr sz="2000" spc="50" dirty="0">
                <a:solidFill>
                  <a:srgbClr val="292929"/>
                </a:solidFill>
                <a:latin typeface="Inria Sans Light"/>
                <a:cs typeface="Inria Sans Light"/>
              </a:rPr>
              <a:t>balancing techniques</a:t>
            </a:r>
            <a:r>
              <a:rPr sz="2000" spc="290" dirty="0">
                <a:solidFill>
                  <a:srgbClr val="292929"/>
                </a:solidFill>
                <a:latin typeface="Inria Sans Light"/>
                <a:cs typeface="Inria Sans Light"/>
              </a:rPr>
              <a:t> </a:t>
            </a:r>
            <a:r>
              <a:rPr sz="2000" dirty="0">
                <a:solidFill>
                  <a:srgbClr val="292929"/>
                </a:solidFill>
                <a:latin typeface="Inria Sans Light"/>
                <a:cs typeface="Inria Sans Light"/>
              </a:rPr>
              <a:t>improve</a:t>
            </a:r>
            <a:r>
              <a:rPr sz="2000" spc="290" dirty="0">
                <a:solidFill>
                  <a:srgbClr val="292929"/>
                </a:solidFill>
                <a:latin typeface="Inria Sans Light"/>
                <a:cs typeface="Inria Sans Light"/>
              </a:rPr>
              <a:t> </a:t>
            </a:r>
            <a:r>
              <a:rPr sz="2000" spc="50" dirty="0">
                <a:solidFill>
                  <a:srgbClr val="292929"/>
                </a:solidFill>
                <a:latin typeface="Inria Sans Light"/>
                <a:cs typeface="Inria Sans Light"/>
              </a:rPr>
              <a:t>detection </a:t>
            </a:r>
            <a:r>
              <a:rPr sz="2000" spc="45" dirty="0">
                <a:solidFill>
                  <a:srgbClr val="292929"/>
                </a:solidFill>
                <a:latin typeface="Inria Sans Light"/>
                <a:cs typeface="Inria Sans Light"/>
              </a:rPr>
              <a:t>accuracy</a:t>
            </a:r>
            <a:endParaRPr sz="2000">
              <a:latin typeface="Inria Sans Light"/>
              <a:cs typeface="Inria Sans Light"/>
            </a:endParaRPr>
          </a:p>
        </p:txBody>
      </p:sp>
      <p:sp>
        <p:nvSpPr>
          <p:cNvPr id="10" name="object 10"/>
          <p:cNvSpPr txBox="1"/>
          <p:nvPr/>
        </p:nvSpPr>
        <p:spPr>
          <a:xfrm>
            <a:off x="7225407" y="5072298"/>
            <a:ext cx="4394835" cy="1016000"/>
          </a:xfrm>
          <a:prstGeom prst="rect">
            <a:avLst/>
          </a:prstGeom>
        </p:spPr>
        <p:txBody>
          <a:bodyPr vert="horz" wrap="square" lIns="0" tIns="12700" rIns="0" bIns="0" rtlCol="0">
            <a:spAutoFit/>
          </a:bodyPr>
          <a:lstStyle/>
          <a:p>
            <a:pPr marL="228600" marR="5080" indent="-216535">
              <a:lnSpc>
                <a:spcPct val="108300"/>
              </a:lnSpc>
              <a:spcBef>
                <a:spcPts val="100"/>
              </a:spcBef>
              <a:buFont typeface="Times New Roman"/>
              <a:buChar char="•"/>
              <a:tabLst>
                <a:tab pos="228600" algn="l"/>
              </a:tabLst>
            </a:pPr>
            <a:r>
              <a:rPr sz="2000" spc="45" dirty="0">
                <a:solidFill>
                  <a:srgbClr val="292929"/>
                </a:solidFill>
                <a:latin typeface="Inria Sans Light"/>
                <a:cs typeface="Inria Sans Light"/>
              </a:rPr>
              <a:t>Feature</a:t>
            </a:r>
            <a:r>
              <a:rPr sz="2000" spc="165" dirty="0">
                <a:solidFill>
                  <a:srgbClr val="292929"/>
                </a:solidFill>
                <a:latin typeface="Inria Sans Light"/>
                <a:cs typeface="Inria Sans Light"/>
              </a:rPr>
              <a:t> </a:t>
            </a:r>
            <a:r>
              <a:rPr sz="2000" spc="50" dirty="0">
                <a:solidFill>
                  <a:srgbClr val="292929"/>
                </a:solidFill>
                <a:latin typeface="Inria Sans Light"/>
                <a:cs typeface="Inria Sans Light"/>
              </a:rPr>
              <a:t>selection</a:t>
            </a:r>
            <a:r>
              <a:rPr sz="2000" spc="180" dirty="0">
                <a:solidFill>
                  <a:srgbClr val="292929"/>
                </a:solidFill>
                <a:latin typeface="Inria Sans Light"/>
                <a:cs typeface="Inria Sans Light"/>
              </a:rPr>
              <a:t> </a:t>
            </a:r>
            <a:r>
              <a:rPr sz="2000" dirty="0">
                <a:solidFill>
                  <a:srgbClr val="292929"/>
                </a:solidFill>
                <a:latin typeface="Inria Sans Light"/>
                <a:cs typeface="Inria Sans Light"/>
              </a:rPr>
              <a:t>and</a:t>
            </a:r>
            <a:r>
              <a:rPr sz="2000" spc="180" dirty="0">
                <a:solidFill>
                  <a:srgbClr val="292929"/>
                </a:solidFill>
                <a:latin typeface="Inria Sans Light"/>
                <a:cs typeface="Inria Sans Light"/>
              </a:rPr>
              <a:t> </a:t>
            </a:r>
            <a:r>
              <a:rPr sz="2000" spc="45" dirty="0">
                <a:solidFill>
                  <a:srgbClr val="292929"/>
                </a:solidFill>
                <a:latin typeface="Inria Sans Light"/>
                <a:cs typeface="Inria Sans Light"/>
              </a:rPr>
              <a:t>preprocessing </a:t>
            </a:r>
            <a:r>
              <a:rPr sz="2000" spc="50" dirty="0">
                <a:solidFill>
                  <a:srgbClr val="292929"/>
                </a:solidFill>
                <a:latin typeface="Inria Sans Light"/>
                <a:cs typeface="Inria Sans Light"/>
              </a:rPr>
              <a:t>streamline</a:t>
            </a:r>
            <a:r>
              <a:rPr sz="2000" spc="130" dirty="0">
                <a:solidFill>
                  <a:srgbClr val="292929"/>
                </a:solidFill>
                <a:latin typeface="Inria Sans Light"/>
                <a:cs typeface="Inria Sans Light"/>
              </a:rPr>
              <a:t> </a:t>
            </a:r>
            <a:r>
              <a:rPr sz="2000" spc="45" dirty="0">
                <a:solidFill>
                  <a:srgbClr val="292929"/>
                </a:solidFill>
                <a:latin typeface="Inria Sans Light"/>
                <a:cs typeface="Inria Sans Light"/>
              </a:rPr>
              <a:t>model</a:t>
            </a:r>
            <a:r>
              <a:rPr sz="2000" spc="130" dirty="0">
                <a:solidFill>
                  <a:srgbClr val="292929"/>
                </a:solidFill>
                <a:latin typeface="Inria Sans Light"/>
                <a:cs typeface="Inria Sans Light"/>
              </a:rPr>
              <a:t> </a:t>
            </a:r>
            <a:r>
              <a:rPr sz="2000" spc="-185" dirty="0">
                <a:solidFill>
                  <a:srgbClr val="292929"/>
                </a:solidFill>
                <a:latin typeface="Inria Sans Light"/>
                <a:cs typeface="Inria Sans Light"/>
              </a:rPr>
              <a:t>efficiency</a:t>
            </a:r>
            <a:r>
              <a:rPr sz="2000" spc="135" dirty="0">
                <a:solidFill>
                  <a:srgbClr val="292929"/>
                </a:solidFill>
                <a:latin typeface="Inria Sans Light"/>
                <a:cs typeface="Inria Sans Light"/>
              </a:rPr>
              <a:t> </a:t>
            </a:r>
            <a:r>
              <a:rPr sz="2000" spc="35" dirty="0">
                <a:solidFill>
                  <a:srgbClr val="292929"/>
                </a:solidFill>
                <a:latin typeface="Inria Sans Light"/>
                <a:cs typeface="Inria Sans Light"/>
              </a:rPr>
              <a:t>and</a:t>
            </a:r>
            <a:endParaRPr sz="2000">
              <a:latin typeface="Inria Sans Light"/>
              <a:cs typeface="Inria Sans Light"/>
            </a:endParaRPr>
          </a:p>
          <a:p>
            <a:pPr marL="228600">
              <a:lnSpc>
                <a:spcPct val="100000"/>
              </a:lnSpc>
              <a:spcBef>
                <a:spcPts val="200"/>
              </a:spcBef>
            </a:pPr>
            <a:r>
              <a:rPr sz="2000" dirty="0">
                <a:solidFill>
                  <a:srgbClr val="292929"/>
                </a:solidFill>
                <a:latin typeface="Inria Sans Light"/>
                <a:cs typeface="Inria Sans Light"/>
              </a:rPr>
              <a:t>reduce</a:t>
            </a:r>
            <a:r>
              <a:rPr sz="2000" spc="290" dirty="0">
                <a:solidFill>
                  <a:srgbClr val="292929"/>
                </a:solidFill>
                <a:latin typeface="Inria Sans Light"/>
                <a:cs typeface="Inria Sans Light"/>
              </a:rPr>
              <a:t> </a:t>
            </a:r>
            <a:r>
              <a:rPr sz="2000" spc="50" dirty="0">
                <a:solidFill>
                  <a:srgbClr val="292929"/>
                </a:solidFill>
                <a:latin typeface="Inria Sans Light"/>
                <a:cs typeface="Inria Sans Light"/>
              </a:rPr>
              <a:t>computational</a:t>
            </a:r>
            <a:r>
              <a:rPr sz="2000" spc="290" dirty="0">
                <a:solidFill>
                  <a:srgbClr val="292929"/>
                </a:solidFill>
                <a:latin typeface="Inria Sans Light"/>
                <a:cs typeface="Inria Sans Light"/>
              </a:rPr>
              <a:t> </a:t>
            </a:r>
            <a:r>
              <a:rPr sz="2000" spc="35" dirty="0">
                <a:solidFill>
                  <a:srgbClr val="292929"/>
                </a:solidFill>
                <a:latin typeface="Inria Sans Light"/>
                <a:cs typeface="Inria Sans Light"/>
              </a:rPr>
              <a:t>cost</a:t>
            </a:r>
            <a:endParaRPr sz="2000">
              <a:latin typeface="Inria Sans Light"/>
              <a:cs typeface="Inria Sans Light"/>
            </a:endParaRPr>
          </a:p>
        </p:txBody>
      </p:sp>
      <p:sp>
        <p:nvSpPr>
          <p:cNvPr id="11" name="object 11"/>
          <p:cNvSpPr txBox="1"/>
          <p:nvPr/>
        </p:nvSpPr>
        <p:spPr>
          <a:xfrm>
            <a:off x="1575296" y="5072298"/>
            <a:ext cx="4032885" cy="2022475"/>
          </a:xfrm>
          <a:prstGeom prst="rect">
            <a:avLst/>
          </a:prstGeom>
        </p:spPr>
        <p:txBody>
          <a:bodyPr vert="horz" wrap="square" lIns="0" tIns="38100" rIns="0" bIns="0" rtlCol="0">
            <a:spAutoFit/>
          </a:bodyPr>
          <a:lstStyle/>
          <a:p>
            <a:pPr marL="228600" indent="-215900">
              <a:lnSpc>
                <a:spcPct val="100000"/>
              </a:lnSpc>
              <a:spcBef>
                <a:spcPts val="300"/>
              </a:spcBef>
              <a:buFont typeface="Times New Roman"/>
              <a:buChar char="•"/>
              <a:tabLst>
                <a:tab pos="228600" algn="l"/>
              </a:tabLst>
            </a:pPr>
            <a:r>
              <a:rPr sz="2000" dirty="0">
                <a:solidFill>
                  <a:srgbClr val="292929"/>
                </a:solidFill>
                <a:latin typeface="Inria Sans Light"/>
                <a:cs typeface="Inria Sans Light"/>
              </a:rPr>
              <a:t>NSL-KDD:</a:t>
            </a:r>
            <a:r>
              <a:rPr sz="2000" spc="250" dirty="0">
                <a:solidFill>
                  <a:srgbClr val="292929"/>
                </a:solidFill>
                <a:latin typeface="Inria Sans Light"/>
                <a:cs typeface="Inria Sans Light"/>
              </a:rPr>
              <a:t> </a:t>
            </a:r>
            <a:r>
              <a:rPr sz="2000" spc="50" dirty="0">
                <a:solidFill>
                  <a:srgbClr val="292929"/>
                </a:solidFill>
                <a:latin typeface="Inria Sans Light"/>
                <a:cs typeface="Inria Sans Light"/>
              </a:rPr>
              <a:t>Structured,</a:t>
            </a:r>
            <a:r>
              <a:rPr sz="2000" spc="254" dirty="0">
                <a:solidFill>
                  <a:srgbClr val="292929"/>
                </a:solidFill>
                <a:latin typeface="Inria Sans Light"/>
                <a:cs typeface="Inria Sans Light"/>
              </a:rPr>
              <a:t> </a:t>
            </a:r>
            <a:r>
              <a:rPr sz="2000" spc="50" dirty="0">
                <a:solidFill>
                  <a:srgbClr val="292929"/>
                </a:solidFill>
                <a:latin typeface="Inria Sans Light"/>
                <a:cs typeface="Inria Sans Light"/>
              </a:rPr>
              <a:t>widely</a:t>
            </a:r>
            <a:endParaRPr sz="2000">
              <a:latin typeface="Inria Sans Light"/>
              <a:cs typeface="Inria Sans Light"/>
            </a:endParaRPr>
          </a:p>
          <a:p>
            <a:pPr marL="228600" marR="250190">
              <a:lnSpc>
                <a:spcPct val="108300"/>
              </a:lnSpc>
            </a:pPr>
            <a:r>
              <a:rPr sz="2000" spc="50" dirty="0">
                <a:solidFill>
                  <a:srgbClr val="292929"/>
                </a:solidFill>
                <a:latin typeface="Inria Sans Light"/>
                <a:cs typeface="Inria Sans Light"/>
              </a:rPr>
              <a:t>adopted,</a:t>
            </a:r>
            <a:r>
              <a:rPr sz="2000" spc="140" dirty="0">
                <a:solidFill>
                  <a:srgbClr val="292929"/>
                </a:solidFill>
                <a:latin typeface="Inria Sans Light"/>
                <a:cs typeface="Inria Sans Light"/>
              </a:rPr>
              <a:t> </a:t>
            </a:r>
            <a:r>
              <a:rPr sz="2000" spc="50" dirty="0">
                <a:solidFill>
                  <a:srgbClr val="292929"/>
                </a:solidFill>
                <a:latin typeface="Inria Sans Light"/>
                <a:cs typeface="Inria Sans Light"/>
              </a:rPr>
              <a:t>eliminates</a:t>
            </a:r>
            <a:r>
              <a:rPr sz="2000" spc="145" dirty="0">
                <a:solidFill>
                  <a:srgbClr val="292929"/>
                </a:solidFill>
                <a:latin typeface="Inria Sans Light"/>
                <a:cs typeface="Inria Sans Light"/>
              </a:rPr>
              <a:t> </a:t>
            </a:r>
            <a:r>
              <a:rPr sz="2000" spc="50" dirty="0">
                <a:solidFill>
                  <a:srgbClr val="292929"/>
                </a:solidFill>
                <a:latin typeface="Inria Sans Light"/>
                <a:cs typeface="Inria Sans Light"/>
              </a:rPr>
              <a:t>redundant </a:t>
            </a:r>
            <a:r>
              <a:rPr sz="2000" spc="40" dirty="0">
                <a:solidFill>
                  <a:srgbClr val="292929"/>
                </a:solidFill>
                <a:latin typeface="Inria Sans Light"/>
                <a:cs typeface="Inria Sans Light"/>
              </a:rPr>
              <a:t>records</a:t>
            </a:r>
            <a:endParaRPr sz="2000">
              <a:latin typeface="Inria Sans Light"/>
              <a:cs typeface="Inria Sans Light"/>
            </a:endParaRPr>
          </a:p>
          <a:p>
            <a:pPr marL="228600" indent="-215900">
              <a:lnSpc>
                <a:spcPct val="100000"/>
              </a:lnSpc>
              <a:spcBef>
                <a:spcPts val="325"/>
              </a:spcBef>
              <a:buFont typeface="Times New Roman"/>
              <a:buChar char="•"/>
              <a:tabLst>
                <a:tab pos="228600" algn="l"/>
              </a:tabLst>
            </a:pPr>
            <a:r>
              <a:rPr sz="2000" dirty="0">
                <a:solidFill>
                  <a:srgbClr val="292929"/>
                </a:solidFill>
                <a:latin typeface="Inria Sans Light"/>
                <a:cs typeface="Inria Sans Light"/>
              </a:rPr>
              <a:t>UNSW-NB15:</a:t>
            </a:r>
            <a:r>
              <a:rPr sz="2000" spc="335" dirty="0">
                <a:solidFill>
                  <a:srgbClr val="292929"/>
                </a:solidFill>
                <a:latin typeface="Inria Sans Light"/>
                <a:cs typeface="Inria Sans Light"/>
              </a:rPr>
              <a:t> </a:t>
            </a:r>
            <a:r>
              <a:rPr sz="2000" spc="50" dirty="0">
                <a:solidFill>
                  <a:srgbClr val="292929"/>
                </a:solidFill>
                <a:latin typeface="Inria Sans Light"/>
                <a:cs typeface="Inria Sans Light"/>
              </a:rPr>
              <a:t>Captures</a:t>
            </a:r>
            <a:r>
              <a:rPr sz="2000" spc="340" dirty="0">
                <a:solidFill>
                  <a:srgbClr val="292929"/>
                </a:solidFill>
                <a:latin typeface="Inria Sans Light"/>
                <a:cs typeface="Inria Sans Light"/>
              </a:rPr>
              <a:t> </a:t>
            </a:r>
            <a:r>
              <a:rPr sz="2000" spc="-10" dirty="0">
                <a:solidFill>
                  <a:srgbClr val="292929"/>
                </a:solidFill>
                <a:latin typeface="Inria Sans Light"/>
                <a:cs typeface="Inria Sans Light"/>
              </a:rPr>
              <a:t>modern,</a:t>
            </a:r>
            <a:endParaRPr sz="2000">
              <a:latin typeface="Inria Sans Light"/>
              <a:cs typeface="Inria Sans Light"/>
            </a:endParaRPr>
          </a:p>
          <a:p>
            <a:pPr marL="228600" marR="5080">
              <a:lnSpc>
                <a:spcPct val="108300"/>
              </a:lnSpc>
            </a:pPr>
            <a:r>
              <a:rPr sz="2000" spc="50" dirty="0">
                <a:solidFill>
                  <a:srgbClr val="292929"/>
                </a:solidFill>
                <a:latin typeface="Inria Sans Light"/>
                <a:cs typeface="Inria Sans Light"/>
              </a:rPr>
              <a:t>realistic</a:t>
            </a:r>
            <a:r>
              <a:rPr sz="2000" spc="150" dirty="0">
                <a:solidFill>
                  <a:srgbClr val="292929"/>
                </a:solidFill>
                <a:latin typeface="Inria Sans Light"/>
                <a:cs typeface="Inria Sans Light"/>
              </a:rPr>
              <a:t> </a:t>
            </a:r>
            <a:r>
              <a:rPr sz="2000" spc="50" dirty="0">
                <a:solidFill>
                  <a:srgbClr val="292929"/>
                </a:solidFill>
                <a:latin typeface="Inria Sans Light"/>
                <a:cs typeface="Inria Sans Light"/>
              </a:rPr>
              <a:t>attack</a:t>
            </a:r>
            <a:r>
              <a:rPr sz="2000" spc="160" dirty="0">
                <a:solidFill>
                  <a:srgbClr val="292929"/>
                </a:solidFill>
                <a:latin typeface="Inria Sans Light"/>
                <a:cs typeface="Inria Sans Light"/>
              </a:rPr>
              <a:t> </a:t>
            </a:r>
            <a:r>
              <a:rPr sz="2000" spc="45" dirty="0">
                <a:solidFill>
                  <a:srgbClr val="292929"/>
                </a:solidFill>
                <a:latin typeface="Inria Sans Light"/>
                <a:cs typeface="Inria Sans Light"/>
              </a:rPr>
              <a:t>types</a:t>
            </a:r>
            <a:r>
              <a:rPr sz="2000" spc="160" dirty="0">
                <a:solidFill>
                  <a:srgbClr val="292929"/>
                </a:solidFill>
                <a:latin typeface="Inria Sans Light"/>
                <a:cs typeface="Inria Sans Light"/>
              </a:rPr>
              <a:t> </a:t>
            </a:r>
            <a:r>
              <a:rPr sz="2000" dirty="0">
                <a:solidFill>
                  <a:srgbClr val="292929"/>
                </a:solidFill>
                <a:latin typeface="Inria Sans Light"/>
                <a:cs typeface="Inria Sans Light"/>
              </a:rPr>
              <a:t>and</a:t>
            </a:r>
            <a:r>
              <a:rPr sz="2000" spc="165" dirty="0">
                <a:solidFill>
                  <a:srgbClr val="292929"/>
                </a:solidFill>
                <a:latin typeface="Inria Sans Light"/>
                <a:cs typeface="Inria Sans Light"/>
              </a:rPr>
              <a:t> </a:t>
            </a:r>
            <a:r>
              <a:rPr sz="2000" spc="40" dirty="0">
                <a:solidFill>
                  <a:srgbClr val="292929"/>
                </a:solidFill>
                <a:latin typeface="Inria Sans Light"/>
                <a:cs typeface="Inria Sans Light"/>
              </a:rPr>
              <a:t>current </a:t>
            </a:r>
            <a:r>
              <a:rPr sz="2000" spc="50" dirty="0">
                <a:solidFill>
                  <a:srgbClr val="292929"/>
                </a:solidFill>
                <a:latin typeface="Inria Sans Light"/>
                <a:cs typeface="Inria Sans Light"/>
              </a:rPr>
              <a:t>network</a:t>
            </a:r>
            <a:r>
              <a:rPr sz="2000" spc="130" dirty="0">
                <a:solidFill>
                  <a:srgbClr val="292929"/>
                </a:solidFill>
                <a:latin typeface="Inria Sans Light"/>
                <a:cs typeface="Inria Sans Light"/>
              </a:rPr>
              <a:t> </a:t>
            </a:r>
            <a:r>
              <a:rPr sz="2000" spc="45" dirty="0">
                <a:solidFill>
                  <a:srgbClr val="292929"/>
                </a:solidFill>
                <a:latin typeface="Inria Sans Light"/>
                <a:cs typeface="Inria Sans Light"/>
              </a:rPr>
              <a:t>behaviors</a:t>
            </a:r>
            <a:endParaRPr sz="2000">
              <a:latin typeface="Inria Sans Light"/>
              <a:cs typeface="Inria Sans Light"/>
            </a:endParaRPr>
          </a:p>
        </p:txBody>
      </p:sp>
      <p:grpSp>
        <p:nvGrpSpPr>
          <p:cNvPr id="12" name="object 12"/>
          <p:cNvGrpSpPr/>
          <p:nvPr/>
        </p:nvGrpSpPr>
        <p:grpSpPr>
          <a:xfrm>
            <a:off x="11682561" y="3613474"/>
            <a:ext cx="1064260" cy="4171950"/>
            <a:chOff x="11682561" y="3613474"/>
            <a:chExt cx="1064260" cy="4171950"/>
          </a:xfrm>
        </p:grpSpPr>
        <p:sp>
          <p:nvSpPr>
            <p:cNvPr id="13" name="object 13"/>
            <p:cNvSpPr/>
            <p:nvPr/>
          </p:nvSpPr>
          <p:spPr>
            <a:xfrm>
              <a:off x="12200351" y="3613474"/>
              <a:ext cx="0" cy="4171950"/>
            </a:xfrm>
            <a:custGeom>
              <a:avLst/>
              <a:gdLst/>
              <a:ahLst/>
              <a:cxnLst/>
              <a:rect l="l" t="t" r="r" b="b"/>
              <a:pathLst>
                <a:path h="4171950">
                  <a:moveTo>
                    <a:pt x="0" y="0"/>
                  </a:moveTo>
                  <a:lnTo>
                    <a:pt x="0" y="4171340"/>
                  </a:lnTo>
                </a:path>
              </a:pathLst>
            </a:custGeom>
            <a:ln w="28575">
              <a:solidFill>
                <a:srgbClr val="27DDDF"/>
              </a:solidFill>
            </a:ln>
          </p:spPr>
          <p:txBody>
            <a:bodyPr wrap="square" lIns="0" tIns="0" rIns="0" bIns="0" rtlCol="0"/>
            <a:lstStyle/>
            <a:p>
              <a:endParaRPr/>
            </a:p>
          </p:txBody>
        </p:sp>
        <p:sp>
          <p:nvSpPr>
            <p:cNvPr id="14" name="object 14"/>
            <p:cNvSpPr/>
            <p:nvPr/>
          </p:nvSpPr>
          <p:spPr>
            <a:xfrm>
              <a:off x="11682561" y="3877434"/>
              <a:ext cx="1064260" cy="1064260"/>
            </a:xfrm>
            <a:custGeom>
              <a:avLst/>
              <a:gdLst/>
              <a:ahLst/>
              <a:cxnLst/>
              <a:rect l="l" t="t" r="r" b="b"/>
              <a:pathLst>
                <a:path w="1064259" h="1064260">
                  <a:moveTo>
                    <a:pt x="532091" y="0"/>
                  </a:moveTo>
                  <a:lnTo>
                    <a:pt x="483660" y="2174"/>
                  </a:lnTo>
                  <a:lnTo>
                    <a:pt x="436447" y="8572"/>
                  </a:lnTo>
                  <a:lnTo>
                    <a:pt x="390641" y="19006"/>
                  </a:lnTo>
                  <a:lnTo>
                    <a:pt x="346428" y="33289"/>
                  </a:lnTo>
                  <a:lnTo>
                    <a:pt x="303996" y="51231"/>
                  </a:lnTo>
                  <a:lnTo>
                    <a:pt x="263535" y="72646"/>
                  </a:lnTo>
                  <a:lnTo>
                    <a:pt x="225231" y="97345"/>
                  </a:lnTo>
                  <a:lnTo>
                    <a:pt x="189272" y="125141"/>
                  </a:lnTo>
                  <a:lnTo>
                    <a:pt x="155846" y="155846"/>
                  </a:lnTo>
                  <a:lnTo>
                    <a:pt x="125141" y="189272"/>
                  </a:lnTo>
                  <a:lnTo>
                    <a:pt x="97345" y="225231"/>
                  </a:lnTo>
                  <a:lnTo>
                    <a:pt x="72646" y="263535"/>
                  </a:lnTo>
                  <a:lnTo>
                    <a:pt x="51231" y="303996"/>
                  </a:lnTo>
                  <a:lnTo>
                    <a:pt x="33289" y="346428"/>
                  </a:lnTo>
                  <a:lnTo>
                    <a:pt x="19006" y="390641"/>
                  </a:lnTo>
                  <a:lnTo>
                    <a:pt x="8572" y="436447"/>
                  </a:lnTo>
                  <a:lnTo>
                    <a:pt x="2174" y="483660"/>
                  </a:lnTo>
                  <a:lnTo>
                    <a:pt x="0" y="532091"/>
                  </a:lnTo>
                  <a:lnTo>
                    <a:pt x="2174" y="580522"/>
                  </a:lnTo>
                  <a:lnTo>
                    <a:pt x="8572" y="627735"/>
                  </a:lnTo>
                  <a:lnTo>
                    <a:pt x="19006" y="673541"/>
                  </a:lnTo>
                  <a:lnTo>
                    <a:pt x="33289" y="717754"/>
                  </a:lnTo>
                  <a:lnTo>
                    <a:pt x="51231" y="760184"/>
                  </a:lnTo>
                  <a:lnTo>
                    <a:pt x="72646" y="800645"/>
                  </a:lnTo>
                  <a:lnTo>
                    <a:pt x="97345" y="838948"/>
                  </a:lnTo>
                  <a:lnTo>
                    <a:pt x="125141" y="874906"/>
                  </a:lnTo>
                  <a:lnTo>
                    <a:pt x="155846" y="908330"/>
                  </a:lnTo>
                  <a:lnTo>
                    <a:pt x="189272" y="939034"/>
                  </a:lnTo>
                  <a:lnTo>
                    <a:pt x="225231" y="966829"/>
                  </a:lnTo>
                  <a:lnTo>
                    <a:pt x="263535" y="991528"/>
                  </a:lnTo>
                  <a:lnTo>
                    <a:pt x="303996" y="1012941"/>
                  </a:lnTo>
                  <a:lnTo>
                    <a:pt x="346428" y="1030883"/>
                  </a:lnTo>
                  <a:lnTo>
                    <a:pt x="390641" y="1045165"/>
                  </a:lnTo>
                  <a:lnTo>
                    <a:pt x="436447" y="1055598"/>
                  </a:lnTo>
                  <a:lnTo>
                    <a:pt x="483660" y="1061996"/>
                  </a:lnTo>
                  <a:lnTo>
                    <a:pt x="532091" y="1064171"/>
                  </a:lnTo>
                  <a:lnTo>
                    <a:pt x="580522" y="1061996"/>
                  </a:lnTo>
                  <a:lnTo>
                    <a:pt x="627735" y="1055598"/>
                  </a:lnTo>
                  <a:lnTo>
                    <a:pt x="673541" y="1045165"/>
                  </a:lnTo>
                  <a:lnTo>
                    <a:pt x="717754" y="1030883"/>
                  </a:lnTo>
                  <a:lnTo>
                    <a:pt x="760184" y="1012941"/>
                  </a:lnTo>
                  <a:lnTo>
                    <a:pt x="800645" y="991528"/>
                  </a:lnTo>
                  <a:lnTo>
                    <a:pt x="838948" y="966829"/>
                  </a:lnTo>
                  <a:lnTo>
                    <a:pt x="874906" y="939034"/>
                  </a:lnTo>
                  <a:lnTo>
                    <a:pt x="908330" y="908330"/>
                  </a:lnTo>
                  <a:lnTo>
                    <a:pt x="939034" y="874906"/>
                  </a:lnTo>
                  <a:lnTo>
                    <a:pt x="966829" y="838948"/>
                  </a:lnTo>
                  <a:lnTo>
                    <a:pt x="991528" y="800645"/>
                  </a:lnTo>
                  <a:lnTo>
                    <a:pt x="1012941" y="760184"/>
                  </a:lnTo>
                  <a:lnTo>
                    <a:pt x="1030883" y="717754"/>
                  </a:lnTo>
                  <a:lnTo>
                    <a:pt x="1045165" y="673541"/>
                  </a:lnTo>
                  <a:lnTo>
                    <a:pt x="1055598" y="627735"/>
                  </a:lnTo>
                  <a:lnTo>
                    <a:pt x="1061996" y="580522"/>
                  </a:lnTo>
                  <a:lnTo>
                    <a:pt x="1064171" y="532091"/>
                  </a:lnTo>
                  <a:lnTo>
                    <a:pt x="1061996" y="483660"/>
                  </a:lnTo>
                  <a:lnTo>
                    <a:pt x="1055598" y="436447"/>
                  </a:lnTo>
                  <a:lnTo>
                    <a:pt x="1045165" y="390641"/>
                  </a:lnTo>
                  <a:lnTo>
                    <a:pt x="1030883" y="346428"/>
                  </a:lnTo>
                  <a:lnTo>
                    <a:pt x="1012941" y="303996"/>
                  </a:lnTo>
                  <a:lnTo>
                    <a:pt x="991528" y="263535"/>
                  </a:lnTo>
                  <a:lnTo>
                    <a:pt x="966829" y="225231"/>
                  </a:lnTo>
                  <a:lnTo>
                    <a:pt x="939034" y="189272"/>
                  </a:lnTo>
                  <a:lnTo>
                    <a:pt x="908330" y="155846"/>
                  </a:lnTo>
                  <a:lnTo>
                    <a:pt x="874906" y="125141"/>
                  </a:lnTo>
                  <a:lnTo>
                    <a:pt x="838948" y="97345"/>
                  </a:lnTo>
                  <a:lnTo>
                    <a:pt x="800645" y="72646"/>
                  </a:lnTo>
                  <a:lnTo>
                    <a:pt x="760184" y="51231"/>
                  </a:lnTo>
                  <a:lnTo>
                    <a:pt x="717754" y="33289"/>
                  </a:lnTo>
                  <a:lnTo>
                    <a:pt x="673541" y="19006"/>
                  </a:lnTo>
                  <a:lnTo>
                    <a:pt x="627735" y="8572"/>
                  </a:lnTo>
                  <a:lnTo>
                    <a:pt x="580522" y="2174"/>
                  </a:lnTo>
                  <a:lnTo>
                    <a:pt x="532091" y="0"/>
                  </a:lnTo>
                  <a:close/>
                </a:path>
              </a:pathLst>
            </a:custGeom>
            <a:solidFill>
              <a:srgbClr val="FFFFFF"/>
            </a:solidFill>
          </p:spPr>
          <p:txBody>
            <a:bodyPr wrap="square" lIns="0" tIns="0" rIns="0" bIns="0" rtlCol="0"/>
            <a:lstStyle/>
            <a:p>
              <a:endParaRPr/>
            </a:p>
          </p:txBody>
        </p:sp>
        <p:sp>
          <p:nvSpPr>
            <p:cNvPr id="15" name="object 15"/>
            <p:cNvSpPr/>
            <p:nvPr/>
          </p:nvSpPr>
          <p:spPr>
            <a:xfrm>
              <a:off x="11875626" y="4218204"/>
              <a:ext cx="162560" cy="301625"/>
            </a:xfrm>
            <a:custGeom>
              <a:avLst/>
              <a:gdLst/>
              <a:ahLst/>
              <a:cxnLst/>
              <a:rect l="l" t="t" r="r" b="b"/>
              <a:pathLst>
                <a:path w="162559" h="301625">
                  <a:moveTo>
                    <a:pt x="157695" y="0"/>
                  </a:moveTo>
                  <a:lnTo>
                    <a:pt x="4635" y="0"/>
                  </a:lnTo>
                  <a:lnTo>
                    <a:pt x="0" y="4635"/>
                  </a:lnTo>
                  <a:lnTo>
                    <a:pt x="0" y="296837"/>
                  </a:lnTo>
                  <a:lnTo>
                    <a:pt x="4635" y="301472"/>
                  </a:lnTo>
                  <a:lnTo>
                    <a:pt x="157695" y="301472"/>
                  </a:lnTo>
                  <a:lnTo>
                    <a:pt x="162331" y="296837"/>
                  </a:lnTo>
                  <a:lnTo>
                    <a:pt x="162331" y="278282"/>
                  </a:lnTo>
                  <a:lnTo>
                    <a:pt x="23190" y="278282"/>
                  </a:lnTo>
                  <a:lnTo>
                    <a:pt x="23190" y="150736"/>
                  </a:lnTo>
                  <a:lnTo>
                    <a:pt x="162331" y="150736"/>
                  </a:lnTo>
                  <a:lnTo>
                    <a:pt x="162331" y="127546"/>
                  </a:lnTo>
                  <a:lnTo>
                    <a:pt x="23190" y="127546"/>
                  </a:lnTo>
                  <a:lnTo>
                    <a:pt x="23190" y="23190"/>
                  </a:lnTo>
                  <a:lnTo>
                    <a:pt x="162331" y="23190"/>
                  </a:lnTo>
                  <a:lnTo>
                    <a:pt x="162331" y="4635"/>
                  </a:lnTo>
                  <a:lnTo>
                    <a:pt x="157695" y="0"/>
                  </a:lnTo>
                  <a:close/>
                </a:path>
                <a:path w="162559" h="301625">
                  <a:moveTo>
                    <a:pt x="162331" y="150736"/>
                  </a:moveTo>
                  <a:lnTo>
                    <a:pt x="139141" y="150736"/>
                  </a:lnTo>
                  <a:lnTo>
                    <a:pt x="139141" y="278282"/>
                  </a:lnTo>
                  <a:lnTo>
                    <a:pt x="162331" y="278282"/>
                  </a:lnTo>
                  <a:lnTo>
                    <a:pt x="162331" y="150736"/>
                  </a:lnTo>
                  <a:close/>
                </a:path>
                <a:path w="162559" h="301625">
                  <a:moveTo>
                    <a:pt x="162331" y="23190"/>
                  </a:moveTo>
                  <a:lnTo>
                    <a:pt x="139141" y="23190"/>
                  </a:lnTo>
                  <a:lnTo>
                    <a:pt x="139141" y="127546"/>
                  </a:lnTo>
                  <a:lnTo>
                    <a:pt x="162331" y="127546"/>
                  </a:lnTo>
                  <a:lnTo>
                    <a:pt x="162331" y="23190"/>
                  </a:lnTo>
                  <a:close/>
                </a:path>
              </a:pathLst>
            </a:custGeom>
            <a:solidFill>
              <a:srgbClr val="292929"/>
            </a:solidFill>
          </p:spPr>
          <p:txBody>
            <a:bodyPr wrap="square" lIns="0" tIns="0" rIns="0" bIns="0" rtlCol="0"/>
            <a:lstStyle/>
            <a:p>
              <a:endParaRPr/>
            </a:p>
          </p:txBody>
        </p:sp>
        <p:pic>
          <p:nvPicPr>
            <p:cNvPr id="16" name="object 16"/>
            <p:cNvPicPr/>
            <p:nvPr/>
          </p:nvPicPr>
          <p:blipFill>
            <a:blip r:embed="rId3" cstate="print"/>
            <a:stretch>
              <a:fillRect/>
            </a:stretch>
          </p:blipFill>
          <p:spPr>
            <a:xfrm>
              <a:off x="12119126" y="4380537"/>
              <a:ext cx="162331" cy="162331"/>
            </a:xfrm>
            <a:prstGeom prst="rect">
              <a:avLst/>
            </a:prstGeom>
          </p:spPr>
        </p:pic>
        <p:sp>
          <p:nvSpPr>
            <p:cNvPr id="17" name="object 17"/>
            <p:cNvSpPr/>
            <p:nvPr/>
          </p:nvSpPr>
          <p:spPr>
            <a:xfrm>
              <a:off x="11887213" y="4067797"/>
              <a:ext cx="638175" cy="683895"/>
            </a:xfrm>
            <a:custGeom>
              <a:avLst/>
              <a:gdLst/>
              <a:ahLst/>
              <a:cxnLst/>
              <a:rect l="l" t="t" r="r" b="b"/>
              <a:pathLst>
                <a:path w="638175" h="683895">
                  <a:moveTo>
                    <a:pt x="81178" y="567829"/>
                  </a:moveTo>
                  <a:lnTo>
                    <a:pt x="57988" y="567829"/>
                  </a:lnTo>
                  <a:lnTo>
                    <a:pt x="57988" y="591019"/>
                  </a:lnTo>
                  <a:lnTo>
                    <a:pt x="81178" y="591019"/>
                  </a:lnTo>
                  <a:lnTo>
                    <a:pt x="81178" y="567829"/>
                  </a:lnTo>
                  <a:close/>
                </a:path>
                <a:path w="638175" h="683895">
                  <a:moveTo>
                    <a:pt x="81178" y="521449"/>
                  </a:moveTo>
                  <a:lnTo>
                    <a:pt x="57988" y="521449"/>
                  </a:lnTo>
                  <a:lnTo>
                    <a:pt x="57988" y="544639"/>
                  </a:lnTo>
                  <a:lnTo>
                    <a:pt x="81178" y="544639"/>
                  </a:lnTo>
                  <a:lnTo>
                    <a:pt x="81178" y="521449"/>
                  </a:lnTo>
                  <a:close/>
                </a:path>
                <a:path w="638175" h="683895">
                  <a:moveTo>
                    <a:pt x="81178" y="475068"/>
                  </a:moveTo>
                  <a:lnTo>
                    <a:pt x="57988" y="475068"/>
                  </a:lnTo>
                  <a:lnTo>
                    <a:pt x="57988" y="498259"/>
                  </a:lnTo>
                  <a:lnTo>
                    <a:pt x="81178" y="498259"/>
                  </a:lnTo>
                  <a:lnTo>
                    <a:pt x="81178" y="475068"/>
                  </a:lnTo>
                  <a:close/>
                </a:path>
                <a:path w="638175" h="683895">
                  <a:moveTo>
                    <a:pt x="81178" y="104025"/>
                  </a:moveTo>
                  <a:lnTo>
                    <a:pt x="57988" y="104025"/>
                  </a:lnTo>
                  <a:lnTo>
                    <a:pt x="57988" y="127215"/>
                  </a:lnTo>
                  <a:lnTo>
                    <a:pt x="81178" y="127215"/>
                  </a:lnTo>
                  <a:lnTo>
                    <a:pt x="81178" y="104025"/>
                  </a:lnTo>
                  <a:close/>
                </a:path>
                <a:path w="638175" h="683895">
                  <a:moveTo>
                    <a:pt x="81178" y="57645"/>
                  </a:moveTo>
                  <a:lnTo>
                    <a:pt x="57988" y="57645"/>
                  </a:lnTo>
                  <a:lnTo>
                    <a:pt x="57988" y="80835"/>
                  </a:lnTo>
                  <a:lnTo>
                    <a:pt x="81178" y="80835"/>
                  </a:lnTo>
                  <a:lnTo>
                    <a:pt x="81178" y="57645"/>
                  </a:lnTo>
                  <a:close/>
                </a:path>
                <a:path w="638175" h="683895">
                  <a:moveTo>
                    <a:pt x="139141" y="625817"/>
                  </a:moveTo>
                  <a:lnTo>
                    <a:pt x="81165" y="625817"/>
                  </a:lnTo>
                  <a:lnTo>
                    <a:pt x="81165" y="614387"/>
                  </a:lnTo>
                  <a:lnTo>
                    <a:pt x="57975" y="614387"/>
                  </a:lnTo>
                  <a:lnTo>
                    <a:pt x="57975" y="625817"/>
                  </a:lnTo>
                  <a:lnTo>
                    <a:pt x="0" y="625817"/>
                  </a:lnTo>
                  <a:lnTo>
                    <a:pt x="0" y="648677"/>
                  </a:lnTo>
                  <a:lnTo>
                    <a:pt x="139141" y="648677"/>
                  </a:lnTo>
                  <a:lnTo>
                    <a:pt x="139141" y="625817"/>
                  </a:lnTo>
                  <a:close/>
                </a:path>
                <a:path w="638175" h="683895">
                  <a:moveTo>
                    <a:pt x="139141" y="0"/>
                  </a:moveTo>
                  <a:lnTo>
                    <a:pt x="0" y="0"/>
                  </a:lnTo>
                  <a:lnTo>
                    <a:pt x="0" y="22860"/>
                  </a:lnTo>
                  <a:lnTo>
                    <a:pt x="57975" y="22860"/>
                  </a:lnTo>
                  <a:lnTo>
                    <a:pt x="57975" y="34290"/>
                  </a:lnTo>
                  <a:lnTo>
                    <a:pt x="81165" y="34290"/>
                  </a:lnTo>
                  <a:lnTo>
                    <a:pt x="81165" y="22860"/>
                  </a:lnTo>
                  <a:lnTo>
                    <a:pt x="139141" y="22860"/>
                  </a:lnTo>
                  <a:lnTo>
                    <a:pt x="139141" y="0"/>
                  </a:lnTo>
                  <a:close/>
                </a:path>
                <a:path w="638175" h="683895">
                  <a:moveTo>
                    <a:pt x="324675" y="498259"/>
                  </a:moveTo>
                  <a:lnTo>
                    <a:pt x="301485" y="498259"/>
                  </a:lnTo>
                  <a:lnTo>
                    <a:pt x="301485" y="521449"/>
                  </a:lnTo>
                  <a:lnTo>
                    <a:pt x="324675" y="521449"/>
                  </a:lnTo>
                  <a:lnTo>
                    <a:pt x="324675" y="498259"/>
                  </a:lnTo>
                  <a:close/>
                </a:path>
                <a:path w="638175" h="683895">
                  <a:moveTo>
                    <a:pt x="324675" y="266357"/>
                  </a:moveTo>
                  <a:lnTo>
                    <a:pt x="301485" y="266357"/>
                  </a:lnTo>
                  <a:lnTo>
                    <a:pt x="301485" y="289547"/>
                  </a:lnTo>
                  <a:lnTo>
                    <a:pt x="324675" y="289547"/>
                  </a:lnTo>
                  <a:lnTo>
                    <a:pt x="324675" y="266357"/>
                  </a:lnTo>
                  <a:close/>
                </a:path>
                <a:path w="638175" h="683895">
                  <a:moveTo>
                    <a:pt x="324675" y="219976"/>
                  </a:moveTo>
                  <a:lnTo>
                    <a:pt x="301485" y="219976"/>
                  </a:lnTo>
                  <a:lnTo>
                    <a:pt x="301485" y="243166"/>
                  </a:lnTo>
                  <a:lnTo>
                    <a:pt x="324675" y="243166"/>
                  </a:lnTo>
                  <a:lnTo>
                    <a:pt x="324675" y="219976"/>
                  </a:lnTo>
                  <a:close/>
                </a:path>
                <a:path w="638175" h="683895">
                  <a:moveTo>
                    <a:pt x="324675" y="173596"/>
                  </a:moveTo>
                  <a:lnTo>
                    <a:pt x="301485" y="173596"/>
                  </a:lnTo>
                  <a:lnTo>
                    <a:pt x="301485" y="196786"/>
                  </a:lnTo>
                  <a:lnTo>
                    <a:pt x="324675" y="196786"/>
                  </a:lnTo>
                  <a:lnTo>
                    <a:pt x="324675" y="173596"/>
                  </a:lnTo>
                  <a:close/>
                </a:path>
                <a:path w="638175" h="683895">
                  <a:moveTo>
                    <a:pt x="382638" y="556247"/>
                  </a:moveTo>
                  <a:lnTo>
                    <a:pt x="324662" y="556247"/>
                  </a:lnTo>
                  <a:lnTo>
                    <a:pt x="324662" y="544817"/>
                  </a:lnTo>
                  <a:lnTo>
                    <a:pt x="301472" y="544817"/>
                  </a:lnTo>
                  <a:lnTo>
                    <a:pt x="301472" y="556247"/>
                  </a:lnTo>
                  <a:lnTo>
                    <a:pt x="243497" y="556247"/>
                  </a:lnTo>
                  <a:lnTo>
                    <a:pt x="243497" y="579107"/>
                  </a:lnTo>
                  <a:lnTo>
                    <a:pt x="382638" y="579107"/>
                  </a:lnTo>
                  <a:lnTo>
                    <a:pt x="382638" y="556247"/>
                  </a:lnTo>
                  <a:close/>
                </a:path>
                <a:path w="638175" h="683895">
                  <a:moveTo>
                    <a:pt x="382651" y="115951"/>
                  </a:moveTo>
                  <a:lnTo>
                    <a:pt x="243509" y="115951"/>
                  </a:lnTo>
                  <a:lnTo>
                    <a:pt x="243509" y="138811"/>
                  </a:lnTo>
                  <a:lnTo>
                    <a:pt x="301485" y="138811"/>
                  </a:lnTo>
                  <a:lnTo>
                    <a:pt x="301485" y="150241"/>
                  </a:lnTo>
                  <a:lnTo>
                    <a:pt x="324675" y="150241"/>
                  </a:lnTo>
                  <a:lnTo>
                    <a:pt x="324675" y="138811"/>
                  </a:lnTo>
                  <a:lnTo>
                    <a:pt x="382651" y="138811"/>
                  </a:lnTo>
                  <a:lnTo>
                    <a:pt x="382651" y="115951"/>
                  </a:lnTo>
                  <a:close/>
                </a:path>
                <a:path w="638175" h="683895">
                  <a:moveTo>
                    <a:pt x="568172" y="602615"/>
                  </a:moveTo>
                  <a:lnTo>
                    <a:pt x="544982" y="602615"/>
                  </a:lnTo>
                  <a:lnTo>
                    <a:pt x="544982" y="625805"/>
                  </a:lnTo>
                  <a:lnTo>
                    <a:pt x="568172" y="625805"/>
                  </a:lnTo>
                  <a:lnTo>
                    <a:pt x="568172" y="602615"/>
                  </a:lnTo>
                  <a:close/>
                </a:path>
                <a:path w="638175" h="683895">
                  <a:moveTo>
                    <a:pt x="568172" y="556234"/>
                  </a:moveTo>
                  <a:lnTo>
                    <a:pt x="544982" y="556234"/>
                  </a:lnTo>
                  <a:lnTo>
                    <a:pt x="544982" y="579424"/>
                  </a:lnTo>
                  <a:lnTo>
                    <a:pt x="568172" y="579424"/>
                  </a:lnTo>
                  <a:lnTo>
                    <a:pt x="568172" y="556234"/>
                  </a:lnTo>
                  <a:close/>
                </a:path>
                <a:path w="638175" h="683895">
                  <a:moveTo>
                    <a:pt x="568172" y="509854"/>
                  </a:moveTo>
                  <a:lnTo>
                    <a:pt x="544982" y="509854"/>
                  </a:lnTo>
                  <a:lnTo>
                    <a:pt x="544982" y="533044"/>
                  </a:lnTo>
                  <a:lnTo>
                    <a:pt x="568172" y="533044"/>
                  </a:lnTo>
                  <a:lnTo>
                    <a:pt x="568172" y="509854"/>
                  </a:lnTo>
                  <a:close/>
                </a:path>
                <a:path w="638175" h="683895">
                  <a:moveTo>
                    <a:pt x="568172" y="138811"/>
                  </a:moveTo>
                  <a:lnTo>
                    <a:pt x="544982" y="138811"/>
                  </a:lnTo>
                  <a:lnTo>
                    <a:pt x="544982" y="162001"/>
                  </a:lnTo>
                  <a:lnTo>
                    <a:pt x="568172" y="162001"/>
                  </a:lnTo>
                  <a:lnTo>
                    <a:pt x="568172" y="138811"/>
                  </a:lnTo>
                  <a:close/>
                </a:path>
                <a:path w="638175" h="683895">
                  <a:moveTo>
                    <a:pt x="568172" y="92430"/>
                  </a:moveTo>
                  <a:lnTo>
                    <a:pt x="544982" y="92430"/>
                  </a:lnTo>
                  <a:lnTo>
                    <a:pt x="544982" y="115620"/>
                  </a:lnTo>
                  <a:lnTo>
                    <a:pt x="568172" y="115620"/>
                  </a:lnTo>
                  <a:lnTo>
                    <a:pt x="568172" y="92430"/>
                  </a:lnTo>
                  <a:close/>
                </a:path>
                <a:path w="638175" h="683895">
                  <a:moveTo>
                    <a:pt x="626148" y="660603"/>
                  </a:moveTo>
                  <a:lnTo>
                    <a:pt x="568172" y="660603"/>
                  </a:lnTo>
                  <a:lnTo>
                    <a:pt x="568172" y="649173"/>
                  </a:lnTo>
                  <a:lnTo>
                    <a:pt x="544982" y="649173"/>
                  </a:lnTo>
                  <a:lnTo>
                    <a:pt x="544982" y="660603"/>
                  </a:lnTo>
                  <a:lnTo>
                    <a:pt x="487006" y="660603"/>
                  </a:lnTo>
                  <a:lnTo>
                    <a:pt x="487006" y="683463"/>
                  </a:lnTo>
                  <a:lnTo>
                    <a:pt x="626148" y="683463"/>
                  </a:lnTo>
                  <a:lnTo>
                    <a:pt x="626148" y="660603"/>
                  </a:lnTo>
                  <a:close/>
                </a:path>
                <a:path w="638175" h="683895">
                  <a:moveTo>
                    <a:pt x="626148" y="34785"/>
                  </a:moveTo>
                  <a:lnTo>
                    <a:pt x="487006" y="34785"/>
                  </a:lnTo>
                  <a:lnTo>
                    <a:pt x="487006" y="57645"/>
                  </a:lnTo>
                  <a:lnTo>
                    <a:pt x="544982" y="57645"/>
                  </a:lnTo>
                  <a:lnTo>
                    <a:pt x="544982" y="69075"/>
                  </a:lnTo>
                  <a:lnTo>
                    <a:pt x="568172" y="69075"/>
                  </a:lnTo>
                  <a:lnTo>
                    <a:pt x="568172" y="57645"/>
                  </a:lnTo>
                  <a:lnTo>
                    <a:pt x="626148" y="57645"/>
                  </a:lnTo>
                  <a:lnTo>
                    <a:pt x="626148" y="34785"/>
                  </a:lnTo>
                  <a:close/>
                </a:path>
                <a:path w="638175" h="683895">
                  <a:moveTo>
                    <a:pt x="637743" y="189839"/>
                  </a:moveTo>
                  <a:lnTo>
                    <a:pt x="633107" y="185204"/>
                  </a:lnTo>
                  <a:lnTo>
                    <a:pt x="614553" y="185204"/>
                  </a:lnTo>
                  <a:lnTo>
                    <a:pt x="614553" y="208394"/>
                  </a:lnTo>
                  <a:lnTo>
                    <a:pt x="614553" y="266369"/>
                  </a:lnTo>
                  <a:lnTo>
                    <a:pt x="614553" y="289560"/>
                  </a:lnTo>
                  <a:lnTo>
                    <a:pt x="614553" y="463486"/>
                  </a:lnTo>
                  <a:lnTo>
                    <a:pt x="498602" y="463486"/>
                  </a:lnTo>
                  <a:lnTo>
                    <a:pt x="498602" y="289560"/>
                  </a:lnTo>
                  <a:lnTo>
                    <a:pt x="614553" y="289560"/>
                  </a:lnTo>
                  <a:lnTo>
                    <a:pt x="614553" y="266369"/>
                  </a:lnTo>
                  <a:lnTo>
                    <a:pt x="498602" y="266369"/>
                  </a:lnTo>
                  <a:lnTo>
                    <a:pt x="498602" y="208394"/>
                  </a:lnTo>
                  <a:lnTo>
                    <a:pt x="614553" y="208394"/>
                  </a:lnTo>
                  <a:lnTo>
                    <a:pt x="614553" y="185204"/>
                  </a:lnTo>
                  <a:lnTo>
                    <a:pt x="480047" y="185204"/>
                  </a:lnTo>
                  <a:lnTo>
                    <a:pt x="475411" y="189839"/>
                  </a:lnTo>
                  <a:lnTo>
                    <a:pt x="475411" y="482041"/>
                  </a:lnTo>
                  <a:lnTo>
                    <a:pt x="480047" y="486676"/>
                  </a:lnTo>
                  <a:lnTo>
                    <a:pt x="633107" y="486676"/>
                  </a:lnTo>
                  <a:lnTo>
                    <a:pt x="637743" y="482041"/>
                  </a:lnTo>
                  <a:lnTo>
                    <a:pt x="637743" y="463486"/>
                  </a:lnTo>
                  <a:lnTo>
                    <a:pt x="637743" y="289560"/>
                  </a:lnTo>
                  <a:lnTo>
                    <a:pt x="637743" y="266369"/>
                  </a:lnTo>
                  <a:lnTo>
                    <a:pt x="637743" y="208394"/>
                  </a:lnTo>
                  <a:lnTo>
                    <a:pt x="637743" y="189839"/>
                  </a:lnTo>
                  <a:close/>
                </a:path>
              </a:pathLst>
            </a:custGeom>
            <a:solidFill>
              <a:srgbClr val="292929"/>
            </a:solidFill>
          </p:spPr>
          <p:txBody>
            <a:bodyPr wrap="square" lIns="0" tIns="0" rIns="0" bIns="0" rtlCol="0"/>
            <a:lstStyle/>
            <a:p>
              <a:endParaRPr/>
            </a:p>
          </p:txBody>
        </p:sp>
      </p:grpSp>
      <p:grpSp>
        <p:nvGrpSpPr>
          <p:cNvPr id="18" name="object 18"/>
          <p:cNvGrpSpPr/>
          <p:nvPr/>
        </p:nvGrpSpPr>
        <p:grpSpPr>
          <a:xfrm>
            <a:off x="6032450" y="3613471"/>
            <a:ext cx="1064260" cy="4171950"/>
            <a:chOff x="6032450" y="3613471"/>
            <a:chExt cx="1064260" cy="4171950"/>
          </a:xfrm>
        </p:grpSpPr>
        <p:sp>
          <p:nvSpPr>
            <p:cNvPr id="19" name="object 19"/>
            <p:cNvSpPr/>
            <p:nvPr/>
          </p:nvSpPr>
          <p:spPr>
            <a:xfrm>
              <a:off x="6550202" y="3613471"/>
              <a:ext cx="0" cy="4171950"/>
            </a:xfrm>
            <a:custGeom>
              <a:avLst/>
              <a:gdLst/>
              <a:ahLst/>
              <a:cxnLst/>
              <a:rect l="l" t="t" r="r" b="b"/>
              <a:pathLst>
                <a:path h="4171950">
                  <a:moveTo>
                    <a:pt x="0" y="0"/>
                  </a:moveTo>
                  <a:lnTo>
                    <a:pt x="0" y="4171353"/>
                  </a:lnTo>
                </a:path>
              </a:pathLst>
            </a:custGeom>
            <a:ln w="28575">
              <a:solidFill>
                <a:srgbClr val="27DDDF"/>
              </a:solidFill>
            </a:ln>
          </p:spPr>
          <p:txBody>
            <a:bodyPr wrap="square" lIns="0" tIns="0" rIns="0" bIns="0" rtlCol="0"/>
            <a:lstStyle/>
            <a:p>
              <a:endParaRPr/>
            </a:p>
          </p:txBody>
        </p:sp>
        <p:sp>
          <p:nvSpPr>
            <p:cNvPr id="20" name="object 20"/>
            <p:cNvSpPr/>
            <p:nvPr/>
          </p:nvSpPr>
          <p:spPr>
            <a:xfrm>
              <a:off x="6032450" y="3877434"/>
              <a:ext cx="1064260" cy="1064260"/>
            </a:xfrm>
            <a:custGeom>
              <a:avLst/>
              <a:gdLst/>
              <a:ahLst/>
              <a:cxnLst/>
              <a:rect l="l" t="t" r="r" b="b"/>
              <a:pathLst>
                <a:path w="1064259" h="1064260">
                  <a:moveTo>
                    <a:pt x="532091" y="0"/>
                  </a:moveTo>
                  <a:lnTo>
                    <a:pt x="483660" y="2174"/>
                  </a:lnTo>
                  <a:lnTo>
                    <a:pt x="436447" y="8572"/>
                  </a:lnTo>
                  <a:lnTo>
                    <a:pt x="390641" y="19006"/>
                  </a:lnTo>
                  <a:lnTo>
                    <a:pt x="346428" y="33289"/>
                  </a:lnTo>
                  <a:lnTo>
                    <a:pt x="303996" y="51231"/>
                  </a:lnTo>
                  <a:lnTo>
                    <a:pt x="263535" y="72646"/>
                  </a:lnTo>
                  <a:lnTo>
                    <a:pt x="225231" y="97345"/>
                  </a:lnTo>
                  <a:lnTo>
                    <a:pt x="189272" y="125141"/>
                  </a:lnTo>
                  <a:lnTo>
                    <a:pt x="155846" y="155846"/>
                  </a:lnTo>
                  <a:lnTo>
                    <a:pt x="125141" y="189272"/>
                  </a:lnTo>
                  <a:lnTo>
                    <a:pt x="97345" y="225231"/>
                  </a:lnTo>
                  <a:lnTo>
                    <a:pt x="72646" y="263535"/>
                  </a:lnTo>
                  <a:lnTo>
                    <a:pt x="51231" y="303996"/>
                  </a:lnTo>
                  <a:lnTo>
                    <a:pt x="33289" y="346428"/>
                  </a:lnTo>
                  <a:lnTo>
                    <a:pt x="19006" y="390641"/>
                  </a:lnTo>
                  <a:lnTo>
                    <a:pt x="8572" y="436447"/>
                  </a:lnTo>
                  <a:lnTo>
                    <a:pt x="2174" y="483660"/>
                  </a:lnTo>
                  <a:lnTo>
                    <a:pt x="0" y="532091"/>
                  </a:lnTo>
                  <a:lnTo>
                    <a:pt x="2174" y="580522"/>
                  </a:lnTo>
                  <a:lnTo>
                    <a:pt x="8572" y="627735"/>
                  </a:lnTo>
                  <a:lnTo>
                    <a:pt x="19006" y="673541"/>
                  </a:lnTo>
                  <a:lnTo>
                    <a:pt x="33289" y="717754"/>
                  </a:lnTo>
                  <a:lnTo>
                    <a:pt x="51231" y="760184"/>
                  </a:lnTo>
                  <a:lnTo>
                    <a:pt x="72646" y="800645"/>
                  </a:lnTo>
                  <a:lnTo>
                    <a:pt x="97345" y="838948"/>
                  </a:lnTo>
                  <a:lnTo>
                    <a:pt x="125141" y="874906"/>
                  </a:lnTo>
                  <a:lnTo>
                    <a:pt x="155846" y="908330"/>
                  </a:lnTo>
                  <a:lnTo>
                    <a:pt x="189272" y="939034"/>
                  </a:lnTo>
                  <a:lnTo>
                    <a:pt x="225231" y="966829"/>
                  </a:lnTo>
                  <a:lnTo>
                    <a:pt x="263535" y="991528"/>
                  </a:lnTo>
                  <a:lnTo>
                    <a:pt x="303996" y="1012941"/>
                  </a:lnTo>
                  <a:lnTo>
                    <a:pt x="346428" y="1030883"/>
                  </a:lnTo>
                  <a:lnTo>
                    <a:pt x="390641" y="1045165"/>
                  </a:lnTo>
                  <a:lnTo>
                    <a:pt x="436447" y="1055598"/>
                  </a:lnTo>
                  <a:lnTo>
                    <a:pt x="483660" y="1061996"/>
                  </a:lnTo>
                  <a:lnTo>
                    <a:pt x="532091" y="1064171"/>
                  </a:lnTo>
                  <a:lnTo>
                    <a:pt x="580522" y="1061996"/>
                  </a:lnTo>
                  <a:lnTo>
                    <a:pt x="627735" y="1055598"/>
                  </a:lnTo>
                  <a:lnTo>
                    <a:pt x="673541" y="1045165"/>
                  </a:lnTo>
                  <a:lnTo>
                    <a:pt x="717754" y="1030883"/>
                  </a:lnTo>
                  <a:lnTo>
                    <a:pt x="760184" y="1012941"/>
                  </a:lnTo>
                  <a:lnTo>
                    <a:pt x="800645" y="991528"/>
                  </a:lnTo>
                  <a:lnTo>
                    <a:pt x="838948" y="966829"/>
                  </a:lnTo>
                  <a:lnTo>
                    <a:pt x="874906" y="939034"/>
                  </a:lnTo>
                  <a:lnTo>
                    <a:pt x="908330" y="908330"/>
                  </a:lnTo>
                  <a:lnTo>
                    <a:pt x="939034" y="874906"/>
                  </a:lnTo>
                  <a:lnTo>
                    <a:pt x="966829" y="838948"/>
                  </a:lnTo>
                  <a:lnTo>
                    <a:pt x="991528" y="800645"/>
                  </a:lnTo>
                  <a:lnTo>
                    <a:pt x="1012941" y="760184"/>
                  </a:lnTo>
                  <a:lnTo>
                    <a:pt x="1030883" y="717754"/>
                  </a:lnTo>
                  <a:lnTo>
                    <a:pt x="1045165" y="673541"/>
                  </a:lnTo>
                  <a:lnTo>
                    <a:pt x="1055598" y="627735"/>
                  </a:lnTo>
                  <a:lnTo>
                    <a:pt x="1061996" y="580522"/>
                  </a:lnTo>
                  <a:lnTo>
                    <a:pt x="1064171" y="532091"/>
                  </a:lnTo>
                  <a:lnTo>
                    <a:pt x="1061996" y="483660"/>
                  </a:lnTo>
                  <a:lnTo>
                    <a:pt x="1055598" y="436447"/>
                  </a:lnTo>
                  <a:lnTo>
                    <a:pt x="1045165" y="390641"/>
                  </a:lnTo>
                  <a:lnTo>
                    <a:pt x="1030883" y="346428"/>
                  </a:lnTo>
                  <a:lnTo>
                    <a:pt x="1012941" y="303996"/>
                  </a:lnTo>
                  <a:lnTo>
                    <a:pt x="991528" y="263535"/>
                  </a:lnTo>
                  <a:lnTo>
                    <a:pt x="966829" y="225231"/>
                  </a:lnTo>
                  <a:lnTo>
                    <a:pt x="939034" y="189272"/>
                  </a:lnTo>
                  <a:lnTo>
                    <a:pt x="908330" y="155846"/>
                  </a:lnTo>
                  <a:lnTo>
                    <a:pt x="874906" y="125141"/>
                  </a:lnTo>
                  <a:lnTo>
                    <a:pt x="838948" y="97345"/>
                  </a:lnTo>
                  <a:lnTo>
                    <a:pt x="800645" y="72646"/>
                  </a:lnTo>
                  <a:lnTo>
                    <a:pt x="760184" y="51231"/>
                  </a:lnTo>
                  <a:lnTo>
                    <a:pt x="717754" y="33289"/>
                  </a:lnTo>
                  <a:lnTo>
                    <a:pt x="673541" y="19006"/>
                  </a:lnTo>
                  <a:lnTo>
                    <a:pt x="627735" y="8572"/>
                  </a:lnTo>
                  <a:lnTo>
                    <a:pt x="580522" y="2174"/>
                  </a:lnTo>
                  <a:lnTo>
                    <a:pt x="532091" y="0"/>
                  </a:lnTo>
                  <a:close/>
                </a:path>
              </a:pathLst>
            </a:custGeom>
            <a:solidFill>
              <a:srgbClr val="FFFFFF"/>
            </a:solidFill>
          </p:spPr>
          <p:txBody>
            <a:bodyPr wrap="square" lIns="0" tIns="0" rIns="0" bIns="0" rtlCol="0"/>
            <a:lstStyle/>
            <a:p>
              <a:endParaRPr/>
            </a:p>
          </p:txBody>
        </p:sp>
        <p:sp>
          <p:nvSpPr>
            <p:cNvPr id="21" name="object 21"/>
            <p:cNvSpPr/>
            <p:nvPr/>
          </p:nvSpPr>
          <p:spPr>
            <a:xfrm>
              <a:off x="6489938" y="4349263"/>
              <a:ext cx="402590" cy="402590"/>
            </a:xfrm>
            <a:custGeom>
              <a:avLst/>
              <a:gdLst/>
              <a:ahLst/>
              <a:cxnLst/>
              <a:rect l="l" t="t" r="r" b="b"/>
              <a:pathLst>
                <a:path w="402590" h="402589">
                  <a:moveTo>
                    <a:pt x="123596" y="0"/>
                  </a:moveTo>
                  <a:lnTo>
                    <a:pt x="86868" y="15214"/>
                  </a:lnTo>
                  <a:lnTo>
                    <a:pt x="70777" y="31318"/>
                  </a:lnTo>
                  <a:lnTo>
                    <a:pt x="70777" y="38519"/>
                  </a:lnTo>
                  <a:lnTo>
                    <a:pt x="148069" y="115811"/>
                  </a:lnTo>
                  <a:lnTo>
                    <a:pt x="150444" y="121538"/>
                  </a:lnTo>
                  <a:lnTo>
                    <a:pt x="150444" y="133743"/>
                  </a:lnTo>
                  <a:lnTo>
                    <a:pt x="148069" y="139458"/>
                  </a:lnTo>
                  <a:lnTo>
                    <a:pt x="143764" y="143763"/>
                  </a:lnTo>
                  <a:lnTo>
                    <a:pt x="136296" y="148614"/>
                  </a:lnTo>
                  <a:lnTo>
                    <a:pt x="127630" y="150231"/>
                  </a:lnTo>
                  <a:lnTo>
                    <a:pt x="118966" y="148614"/>
                  </a:lnTo>
                  <a:lnTo>
                    <a:pt x="111506" y="143763"/>
                  </a:lnTo>
                  <a:lnTo>
                    <a:pt x="38519" y="70777"/>
                  </a:lnTo>
                  <a:lnTo>
                    <a:pt x="31305" y="70777"/>
                  </a:lnTo>
                  <a:lnTo>
                    <a:pt x="3924" y="103716"/>
                  </a:lnTo>
                  <a:lnTo>
                    <a:pt x="0" y="123609"/>
                  </a:lnTo>
                  <a:lnTo>
                    <a:pt x="996" y="133817"/>
                  </a:lnTo>
                  <a:lnTo>
                    <a:pt x="51041" y="196164"/>
                  </a:lnTo>
                  <a:lnTo>
                    <a:pt x="93853" y="221708"/>
                  </a:lnTo>
                  <a:lnTo>
                    <a:pt x="118421" y="225980"/>
                  </a:lnTo>
                  <a:lnTo>
                    <a:pt x="143560" y="224193"/>
                  </a:lnTo>
                  <a:lnTo>
                    <a:pt x="305028" y="385648"/>
                  </a:lnTo>
                  <a:lnTo>
                    <a:pt x="313961" y="392947"/>
                  </a:lnTo>
                  <a:lnTo>
                    <a:pt x="323873" y="398157"/>
                  </a:lnTo>
                  <a:lnTo>
                    <a:pt x="334441" y="401282"/>
                  </a:lnTo>
                  <a:lnTo>
                    <a:pt x="345338" y="402323"/>
                  </a:lnTo>
                  <a:lnTo>
                    <a:pt x="356237" y="401280"/>
                  </a:lnTo>
                  <a:lnTo>
                    <a:pt x="398162" y="366800"/>
                  </a:lnTo>
                  <a:lnTo>
                    <a:pt x="402329" y="345336"/>
                  </a:lnTo>
                  <a:lnTo>
                    <a:pt x="398162" y="323870"/>
                  </a:lnTo>
                  <a:lnTo>
                    <a:pt x="385660" y="305015"/>
                  </a:lnTo>
                  <a:lnTo>
                    <a:pt x="340309" y="259676"/>
                  </a:lnTo>
                  <a:lnTo>
                    <a:pt x="333108" y="259676"/>
                  </a:lnTo>
                  <a:lnTo>
                    <a:pt x="324192" y="268592"/>
                  </a:lnTo>
                  <a:lnTo>
                    <a:pt x="324192" y="275818"/>
                  </a:lnTo>
                  <a:lnTo>
                    <a:pt x="369531" y="321144"/>
                  </a:lnTo>
                  <a:lnTo>
                    <a:pt x="377032" y="332453"/>
                  </a:lnTo>
                  <a:lnTo>
                    <a:pt x="379533" y="345332"/>
                  </a:lnTo>
                  <a:lnTo>
                    <a:pt x="377032" y="358210"/>
                  </a:lnTo>
                  <a:lnTo>
                    <a:pt x="369531" y="369519"/>
                  </a:lnTo>
                  <a:lnTo>
                    <a:pt x="358222" y="377020"/>
                  </a:lnTo>
                  <a:lnTo>
                    <a:pt x="345344" y="379520"/>
                  </a:lnTo>
                  <a:lnTo>
                    <a:pt x="332466" y="377020"/>
                  </a:lnTo>
                  <a:lnTo>
                    <a:pt x="321157" y="369519"/>
                  </a:lnTo>
                  <a:lnTo>
                    <a:pt x="152361" y="200723"/>
                  </a:lnTo>
                  <a:lnTo>
                    <a:pt x="148158" y="199618"/>
                  </a:lnTo>
                  <a:lnTo>
                    <a:pt x="144233" y="200647"/>
                  </a:lnTo>
                  <a:lnTo>
                    <a:pt x="123409" y="203336"/>
                  </a:lnTo>
                  <a:lnTo>
                    <a:pt x="102903" y="200607"/>
                  </a:lnTo>
                  <a:lnTo>
                    <a:pt x="83799" y="192751"/>
                  </a:lnTo>
                  <a:lnTo>
                    <a:pt x="67183" y="180060"/>
                  </a:lnTo>
                  <a:lnTo>
                    <a:pt x="25831" y="138709"/>
                  </a:lnTo>
                  <a:lnTo>
                    <a:pt x="22796" y="131394"/>
                  </a:lnTo>
                  <a:lnTo>
                    <a:pt x="22796" y="115836"/>
                  </a:lnTo>
                  <a:lnTo>
                    <a:pt x="25831" y="108521"/>
                  </a:lnTo>
                  <a:lnTo>
                    <a:pt x="34925" y="99428"/>
                  </a:lnTo>
                  <a:lnTo>
                    <a:pt x="95389" y="159892"/>
                  </a:lnTo>
                  <a:lnTo>
                    <a:pt x="110315" y="169594"/>
                  </a:lnTo>
                  <a:lnTo>
                    <a:pt x="127641" y="172827"/>
                  </a:lnTo>
                  <a:lnTo>
                    <a:pt x="144967" y="169594"/>
                  </a:lnTo>
                  <a:lnTo>
                    <a:pt x="159893" y="159892"/>
                  </a:lnTo>
                  <a:lnTo>
                    <a:pt x="165618" y="152934"/>
                  </a:lnTo>
                  <a:lnTo>
                    <a:pt x="169806" y="145108"/>
                  </a:lnTo>
                  <a:lnTo>
                    <a:pt x="172378" y="136613"/>
                  </a:lnTo>
                  <a:lnTo>
                    <a:pt x="173253" y="127647"/>
                  </a:lnTo>
                  <a:lnTo>
                    <a:pt x="172378" y="118681"/>
                  </a:lnTo>
                  <a:lnTo>
                    <a:pt x="169806" y="110185"/>
                  </a:lnTo>
                  <a:lnTo>
                    <a:pt x="165618" y="102355"/>
                  </a:lnTo>
                  <a:lnTo>
                    <a:pt x="159893" y="95389"/>
                  </a:lnTo>
                  <a:lnTo>
                    <a:pt x="99428" y="34924"/>
                  </a:lnTo>
                  <a:lnTo>
                    <a:pt x="103009" y="31343"/>
                  </a:lnTo>
                  <a:lnTo>
                    <a:pt x="112543" y="25149"/>
                  </a:lnTo>
                  <a:lnTo>
                    <a:pt x="123609" y="23085"/>
                  </a:lnTo>
                  <a:lnTo>
                    <a:pt x="134674" y="25149"/>
                  </a:lnTo>
                  <a:lnTo>
                    <a:pt x="180047" y="67182"/>
                  </a:lnTo>
                  <a:lnTo>
                    <a:pt x="200610" y="102914"/>
                  </a:lnTo>
                  <a:lnTo>
                    <a:pt x="203338" y="123418"/>
                  </a:lnTo>
                  <a:lnTo>
                    <a:pt x="200647" y="144246"/>
                  </a:lnTo>
                  <a:lnTo>
                    <a:pt x="199593" y="148170"/>
                  </a:lnTo>
                  <a:lnTo>
                    <a:pt x="200723" y="152361"/>
                  </a:lnTo>
                  <a:lnTo>
                    <a:pt x="300837" y="252475"/>
                  </a:lnTo>
                  <a:lnTo>
                    <a:pt x="308038" y="252475"/>
                  </a:lnTo>
                  <a:lnTo>
                    <a:pt x="316966" y="243560"/>
                  </a:lnTo>
                  <a:lnTo>
                    <a:pt x="316966" y="236346"/>
                  </a:lnTo>
                  <a:lnTo>
                    <a:pt x="224193" y="143573"/>
                  </a:lnTo>
                  <a:lnTo>
                    <a:pt x="226001" y="118415"/>
                  </a:lnTo>
                  <a:lnTo>
                    <a:pt x="211679" y="71010"/>
                  </a:lnTo>
                  <a:lnTo>
                    <a:pt x="160324" y="15214"/>
                  </a:lnTo>
                  <a:lnTo>
                    <a:pt x="133812" y="998"/>
                  </a:lnTo>
                  <a:lnTo>
                    <a:pt x="123596" y="0"/>
                  </a:lnTo>
                  <a:close/>
                </a:path>
              </a:pathLst>
            </a:custGeom>
            <a:solidFill>
              <a:srgbClr val="292929"/>
            </a:solidFill>
          </p:spPr>
          <p:txBody>
            <a:bodyPr wrap="square" lIns="0" tIns="0" rIns="0" bIns="0" rtlCol="0"/>
            <a:lstStyle/>
            <a:p>
              <a:endParaRPr/>
            </a:p>
          </p:txBody>
        </p:sp>
        <p:pic>
          <p:nvPicPr>
            <p:cNvPr id="22" name="object 22"/>
            <p:cNvPicPr/>
            <p:nvPr/>
          </p:nvPicPr>
          <p:blipFill>
            <a:blip r:embed="rId4" cstate="print"/>
            <a:stretch>
              <a:fillRect/>
            </a:stretch>
          </p:blipFill>
          <p:spPr>
            <a:xfrm>
              <a:off x="6701828" y="4561145"/>
              <a:ext cx="145973" cy="144856"/>
            </a:xfrm>
            <a:prstGeom prst="rect">
              <a:avLst/>
            </a:prstGeom>
          </p:spPr>
        </p:pic>
        <p:sp>
          <p:nvSpPr>
            <p:cNvPr id="23" name="object 23"/>
            <p:cNvSpPr/>
            <p:nvPr/>
          </p:nvSpPr>
          <p:spPr>
            <a:xfrm>
              <a:off x="6404283" y="4263581"/>
              <a:ext cx="410845" cy="410845"/>
            </a:xfrm>
            <a:custGeom>
              <a:avLst/>
              <a:gdLst/>
              <a:ahLst/>
              <a:cxnLst/>
              <a:rect l="l" t="t" r="r" b="b"/>
              <a:pathLst>
                <a:path w="410845" h="410845">
                  <a:moveTo>
                    <a:pt x="257149" y="0"/>
                  </a:moveTo>
                  <a:lnTo>
                    <a:pt x="153339" y="0"/>
                  </a:lnTo>
                  <a:lnTo>
                    <a:pt x="148234" y="5118"/>
                  </a:lnTo>
                  <a:lnTo>
                    <a:pt x="148234" y="56235"/>
                  </a:lnTo>
                  <a:lnTo>
                    <a:pt x="140157" y="59537"/>
                  </a:lnTo>
                  <a:lnTo>
                    <a:pt x="106349" y="25730"/>
                  </a:lnTo>
                  <a:lnTo>
                    <a:pt x="103454" y="24536"/>
                  </a:lnTo>
                  <a:lnTo>
                    <a:pt x="97409" y="24536"/>
                  </a:lnTo>
                  <a:lnTo>
                    <a:pt x="94500" y="25730"/>
                  </a:lnTo>
                  <a:lnTo>
                    <a:pt x="25717" y="94513"/>
                  </a:lnTo>
                  <a:lnTo>
                    <a:pt x="24523" y="97421"/>
                  </a:lnTo>
                  <a:lnTo>
                    <a:pt x="24523" y="103454"/>
                  </a:lnTo>
                  <a:lnTo>
                    <a:pt x="25717" y="106362"/>
                  </a:lnTo>
                  <a:lnTo>
                    <a:pt x="59524" y="140169"/>
                  </a:lnTo>
                  <a:lnTo>
                    <a:pt x="56222" y="148234"/>
                  </a:lnTo>
                  <a:lnTo>
                    <a:pt x="5105" y="148234"/>
                  </a:lnTo>
                  <a:lnTo>
                    <a:pt x="0" y="153339"/>
                  </a:lnTo>
                  <a:lnTo>
                    <a:pt x="0" y="257149"/>
                  </a:lnTo>
                  <a:lnTo>
                    <a:pt x="5105" y="262255"/>
                  </a:lnTo>
                  <a:lnTo>
                    <a:pt x="56222" y="262255"/>
                  </a:lnTo>
                  <a:lnTo>
                    <a:pt x="59537" y="270332"/>
                  </a:lnTo>
                  <a:lnTo>
                    <a:pt x="25717" y="304139"/>
                  </a:lnTo>
                  <a:lnTo>
                    <a:pt x="24523" y="307035"/>
                  </a:lnTo>
                  <a:lnTo>
                    <a:pt x="24523" y="313080"/>
                  </a:lnTo>
                  <a:lnTo>
                    <a:pt x="25717" y="315988"/>
                  </a:lnTo>
                  <a:lnTo>
                    <a:pt x="96824" y="387083"/>
                  </a:lnTo>
                  <a:lnTo>
                    <a:pt x="104038" y="387083"/>
                  </a:lnTo>
                  <a:lnTo>
                    <a:pt x="140157" y="350964"/>
                  </a:lnTo>
                  <a:lnTo>
                    <a:pt x="148234" y="354266"/>
                  </a:lnTo>
                  <a:lnTo>
                    <a:pt x="148234" y="405384"/>
                  </a:lnTo>
                  <a:lnTo>
                    <a:pt x="153339" y="410489"/>
                  </a:lnTo>
                  <a:lnTo>
                    <a:pt x="257149" y="410489"/>
                  </a:lnTo>
                  <a:lnTo>
                    <a:pt x="262255" y="405384"/>
                  </a:lnTo>
                  <a:lnTo>
                    <a:pt x="262255" y="374103"/>
                  </a:lnTo>
                  <a:lnTo>
                    <a:pt x="257149" y="368998"/>
                  </a:lnTo>
                  <a:lnTo>
                    <a:pt x="250850" y="368998"/>
                  </a:lnTo>
                  <a:lnTo>
                    <a:pt x="244551" y="368998"/>
                  </a:lnTo>
                  <a:lnTo>
                    <a:pt x="239445" y="374103"/>
                  </a:lnTo>
                  <a:lnTo>
                    <a:pt x="239445" y="387692"/>
                  </a:lnTo>
                  <a:lnTo>
                    <a:pt x="171030" y="387692"/>
                  </a:lnTo>
                  <a:lnTo>
                    <a:pt x="171030" y="341249"/>
                  </a:lnTo>
                  <a:lnTo>
                    <a:pt x="167843" y="336867"/>
                  </a:lnTo>
                  <a:lnTo>
                    <a:pt x="156006" y="333032"/>
                  </a:lnTo>
                  <a:lnTo>
                    <a:pt x="149237" y="330250"/>
                  </a:lnTo>
                  <a:lnTo>
                    <a:pt x="138544" y="324802"/>
                  </a:lnTo>
                  <a:lnTo>
                    <a:pt x="133210" y="325653"/>
                  </a:lnTo>
                  <a:lnTo>
                    <a:pt x="100431" y="358444"/>
                  </a:lnTo>
                  <a:lnTo>
                    <a:pt x="52044" y="310070"/>
                  </a:lnTo>
                  <a:lnTo>
                    <a:pt x="84848" y="277279"/>
                  </a:lnTo>
                  <a:lnTo>
                    <a:pt x="85699" y="271932"/>
                  </a:lnTo>
                  <a:lnTo>
                    <a:pt x="80251" y="261264"/>
                  </a:lnTo>
                  <a:lnTo>
                    <a:pt x="77470" y="254482"/>
                  </a:lnTo>
                  <a:lnTo>
                    <a:pt x="73647" y="242646"/>
                  </a:lnTo>
                  <a:lnTo>
                    <a:pt x="69253" y="239458"/>
                  </a:lnTo>
                  <a:lnTo>
                    <a:pt x="22796" y="239458"/>
                  </a:lnTo>
                  <a:lnTo>
                    <a:pt x="22796" y="171043"/>
                  </a:lnTo>
                  <a:lnTo>
                    <a:pt x="69253" y="171043"/>
                  </a:lnTo>
                  <a:lnTo>
                    <a:pt x="73634" y="167843"/>
                  </a:lnTo>
                  <a:lnTo>
                    <a:pt x="77470" y="156006"/>
                  </a:lnTo>
                  <a:lnTo>
                    <a:pt x="80251" y="149225"/>
                  </a:lnTo>
                  <a:lnTo>
                    <a:pt x="85699" y="138595"/>
                  </a:lnTo>
                  <a:lnTo>
                    <a:pt x="84848" y="133235"/>
                  </a:lnTo>
                  <a:lnTo>
                    <a:pt x="52044" y="100431"/>
                  </a:lnTo>
                  <a:lnTo>
                    <a:pt x="100431" y="52057"/>
                  </a:lnTo>
                  <a:lnTo>
                    <a:pt x="133210" y="84848"/>
                  </a:lnTo>
                  <a:lnTo>
                    <a:pt x="138557" y="85699"/>
                  </a:lnTo>
                  <a:lnTo>
                    <a:pt x="149225" y="80251"/>
                  </a:lnTo>
                  <a:lnTo>
                    <a:pt x="156006" y="77470"/>
                  </a:lnTo>
                  <a:lnTo>
                    <a:pt x="167843" y="73647"/>
                  </a:lnTo>
                  <a:lnTo>
                    <a:pt x="171030" y="69265"/>
                  </a:lnTo>
                  <a:lnTo>
                    <a:pt x="171030" y="22809"/>
                  </a:lnTo>
                  <a:lnTo>
                    <a:pt x="239445" y="22809"/>
                  </a:lnTo>
                  <a:lnTo>
                    <a:pt x="239445" y="69265"/>
                  </a:lnTo>
                  <a:lnTo>
                    <a:pt x="242646" y="73647"/>
                  </a:lnTo>
                  <a:lnTo>
                    <a:pt x="254469" y="77470"/>
                  </a:lnTo>
                  <a:lnTo>
                    <a:pt x="261264" y="80251"/>
                  </a:lnTo>
                  <a:lnTo>
                    <a:pt x="271919" y="85699"/>
                  </a:lnTo>
                  <a:lnTo>
                    <a:pt x="277253" y="84848"/>
                  </a:lnTo>
                  <a:lnTo>
                    <a:pt x="310057" y="52057"/>
                  </a:lnTo>
                  <a:lnTo>
                    <a:pt x="358444" y="100431"/>
                  </a:lnTo>
                  <a:lnTo>
                    <a:pt x="325653" y="133235"/>
                  </a:lnTo>
                  <a:lnTo>
                    <a:pt x="324802" y="138582"/>
                  </a:lnTo>
                  <a:lnTo>
                    <a:pt x="330250" y="149212"/>
                  </a:lnTo>
                  <a:lnTo>
                    <a:pt x="333032" y="155994"/>
                  </a:lnTo>
                  <a:lnTo>
                    <a:pt x="336854" y="167843"/>
                  </a:lnTo>
                  <a:lnTo>
                    <a:pt x="341249" y="171043"/>
                  </a:lnTo>
                  <a:lnTo>
                    <a:pt x="387705" y="171043"/>
                  </a:lnTo>
                  <a:lnTo>
                    <a:pt x="387705" y="239458"/>
                  </a:lnTo>
                  <a:lnTo>
                    <a:pt x="374116" y="239458"/>
                  </a:lnTo>
                  <a:lnTo>
                    <a:pt x="368998" y="244563"/>
                  </a:lnTo>
                  <a:lnTo>
                    <a:pt x="368998" y="257149"/>
                  </a:lnTo>
                  <a:lnTo>
                    <a:pt x="374116" y="262255"/>
                  </a:lnTo>
                  <a:lnTo>
                    <a:pt x="405396" y="262255"/>
                  </a:lnTo>
                  <a:lnTo>
                    <a:pt x="410502" y="257149"/>
                  </a:lnTo>
                  <a:lnTo>
                    <a:pt x="410502" y="153339"/>
                  </a:lnTo>
                  <a:lnTo>
                    <a:pt x="405396" y="148234"/>
                  </a:lnTo>
                  <a:lnTo>
                    <a:pt x="354253" y="148234"/>
                  </a:lnTo>
                  <a:lnTo>
                    <a:pt x="350951" y="140169"/>
                  </a:lnTo>
                  <a:lnTo>
                    <a:pt x="387070" y="104038"/>
                  </a:lnTo>
                  <a:lnTo>
                    <a:pt x="387070" y="96837"/>
                  </a:lnTo>
                  <a:lnTo>
                    <a:pt x="313842" y="23596"/>
                  </a:lnTo>
                  <a:lnTo>
                    <a:pt x="306260" y="23596"/>
                  </a:lnTo>
                  <a:lnTo>
                    <a:pt x="270319" y="59550"/>
                  </a:lnTo>
                  <a:lnTo>
                    <a:pt x="262255" y="56235"/>
                  </a:lnTo>
                  <a:lnTo>
                    <a:pt x="262255" y="5118"/>
                  </a:lnTo>
                  <a:lnTo>
                    <a:pt x="257149" y="0"/>
                  </a:lnTo>
                  <a:close/>
                </a:path>
              </a:pathLst>
            </a:custGeom>
            <a:solidFill>
              <a:srgbClr val="292929"/>
            </a:solidFill>
          </p:spPr>
          <p:txBody>
            <a:bodyPr wrap="square" lIns="0" tIns="0" rIns="0" bIns="0" rtlCol="0"/>
            <a:lstStyle/>
            <a:p>
              <a:endParaRPr/>
            </a:p>
          </p:txBody>
        </p:sp>
        <p:pic>
          <p:nvPicPr>
            <p:cNvPr id="24" name="object 24"/>
            <p:cNvPicPr/>
            <p:nvPr/>
          </p:nvPicPr>
          <p:blipFill>
            <a:blip r:embed="rId5" cstate="print"/>
            <a:stretch>
              <a:fillRect/>
            </a:stretch>
          </p:blipFill>
          <p:spPr>
            <a:xfrm>
              <a:off x="6698449" y="4170083"/>
              <a:ext cx="114020" cy="114033"/>
            </a:xfrm>
            <a:prstGeom prst="rect">
              <a:avLst/>
            </a:prstGeom>
          </p:spPr>
        </p:pic>
        <p:sp>
          <p:nvSpPr>
            <p:cNvPr id="25" name="object 25"/>
            <p:cNvSpPr/>
            <p:nvPr/>
          </p:nvSpPr>
          <p:spPr>
            <a:xfrm>
              <a:off x="6208141" y="4067466"/>
              <a:ext cx="456565" cy="650240"/>
            </a:xfrm>
            <a:custGeom>
              <a:avLst/>
              <a:gdLst/>
              <a:ahLst/>
              <a:cxnLst/>
              <a:rect l="l" t="t" r="r" b="b"/>
              <a:pathLst>
                <a:path w="456565" h="650239">
                  <a:moveTo>
                    <a:pt x="170561" y="379399"/>
                  </a:moveTo>
                  <a:lnTo>
                    <a:pt x="165938" y="373862"/>
                  </a:lnTo>
                  <a:lnTo>
                    <a:pt x="131191" y="370154"/>
                  </a:lnTo>
                  <a:lnTo>
                    <a:pt x="104965" y="365963"/>
                  </a:lnTo>
                  <a:lnTo>
                    <a:pt x="81343" y="360819"/>
                  </a:lnTo>
                  <a:lnTo>
                    <a:pt x="60667" y="354774"/>
                  </a:lnTo>
                  <a:lnTo>
                    <a:pt x="54698" y="352755"/>
                  </a:lnTo>
                  <a:lnTo>
                    <a:pt x="48221" y="355955"/>
                  </a:lnTo>
                  <a:lnTo>
                    <a:pt x="44196" y="367880"/>
                  </a:lnTo>
                  <a:lnTo>
                    <a:pt x="47396" y="374357"/>
                  </a:lnTo>
                  <a:lnTo>
                    <a:pt x="53352" y="376364"/>
                  </a:lnTo>
                  <a:lnTo>
                    <a:pt x="75311" y="382803"/>
                  </a:lnTo>
                  <a:lnTo>
                    <a:pt x="100253" y="388264"/>
                  </a:lnTo>
                  <a:lnTo>
                    <a:pt x="127825" y="392696"/>
                  </a:lnTo>
                  <a:lnTo>
                    <a:pt x="158661" y="396062"/>
                  </a:lnTo>
                  <a:lnTo>
                    <a:pt x="164503" y="396062"/>
                  </a:lnTo>
                  <a:lnTo>
                    <a:pt x="169481" y="391604"/>
                  </a:lnTo>
                  <a:lnTo>
                    <a:pt x="170561" y="379399"/>
                  </a:lnTo>
                  <a:close/>
                </a:path>
                <a:path w="456565" h="650239">
                  <a:moveTo>
                    <a:pt x="194183" y="540397"/>
                  </a:moveTo>
                  <a:lnTo>
                    <a:pt x="189382" y="535000"/>
                  </a:lnTo>
                  <a:lnTo>
                    <a:pt x="183083" y="534644"/>
                  </a:lnTo>
                  <a:lnTo>
                    <a:pt x="147764" y="531774"/>
                  </a:lnTo>
                  <a:lnTo>
                    <a:pt x="115100" y="527367"/>
                  </a:lnTo>
                  <a:lnTo>
                    <a:pt x="85813" y="521538"/>
                  </a:lnTo>
                  <a:lnTo>
                    <a:pt x="60680" y="514413"/>
                  </a:lnTo>
                  <a:lnTo>
                    <a:pt x="54698" y="512406"/>
                  </a:lnTo>
                  <a:lnTo>
                    <a:pt x="48234" y="515607"/>
                  </a:lnTo>
                  <a:lnTo>
                    <a:pt x="44196" y="527507"/>
                  </a:lnTo>
                  <a:lnTo>
                    <a:pt x="47409" y="533996"/>
                  </a:lnTo>
                  <a:lnTo>
                    <a:pt x="53352" y="536016"/>
                  </a:lnTo>
                  <a:lnTo>
                    <a:pt x="79946" y="543572"/>
                  </a:lnTo>
                  <a:lnTo>
                    <a:pt x="110756" y="549744"/>
                  </a:lnTo>
                  <a:lnTo>
                    <a:pt x="144957" y="554393"/>
                  </a:lnTo>
                  <a:lnTo>
                    <a:pt x="182460" y="557415"/>
                  </a:lnTo>
                  <a:lnTo>
                    <a:pt x="188455" y="557415"/>
                  </a:lnTo>
                  <a:lnTo>
                    <a:pt x="193484" y="552716"/>
                  </a:lnTo>
                  <a:lnTo>
                    <a:pt x="194183" y="540397"/>
                  </a:lnTo>
                  <a:close/>
                </a:path>
                <a:path w="456565" h="650239">
                  <a:moveTo>
                    <a:pt x="194183" y="209689"/>
                  </a:moveTo>
                  <a:lnTo>
                    <a:pt x="189369" y="204317"/>
                  </a:lnTo>
                  <a:lnTo>
                    <a:pt x="147777" y="201091"/>
                  </a:lnTo>
                  <a:lnTo>
                    <a:pt x="115100" y="196697"/>
                  </a:lnTo>
                  <a:lnTo>
                    <a:pt x="85813" y="190868"/>
                  </a:lnTo>
                  <a:lnTo>
                    <a:pt x="60667" y="183743"/>
                  </a:lnTo>
                  <a:lnTo>
                    <a:pt x="54698" y="181724"/>
                  </a:lnTo>
                  <a:lnTo>
                    <a:pt x="48221" y="184924"/>
                  </a:lnTo>
                  <a:lnTo>
                    <a:pt x="44196" y="196837"/>
                  </a:lnTo>
                  <a:lnTo>
                    <a:pt x="47396" y="203327"/>
                  </a:lnTo>
                  <a:lnTo>
                    <a:pt x="53352" y="205333"/>
                  </a:lnTo>
                  <a:lnTo>
                    <a:pt x="79959" y="212890"/>
                  </a:lnTo>
                  <a:lnTo>
                    <a:pt x="110756" y="219062"/>
                  </a:lnTo>
                  <a:lnTo>
                    <a:pt x="144970" y="223723"/>
                  </a:lnTo>
                  <a:lnTo>
                    <a:pt x="182448" y="226745"/>
                  </a:lnTo>
                  <a:lnTo>
                    <a:pt x="188442" y="226745"/>
                  </a:lnTo>
                  <a:lnTo>
                    <a:pt x="193471" y="222046"/>
                  </a:lnTo>
                  <a:lnTo>
                    <a:pt x="194183" y="209689"/>
                  </a:lnTo>
                  <a:close/>
                </a:path>
                <a:path w="456565" h="650239">
                  <a:moveTo>
                    <a:pt x="266763" y="222059"/>
                  </a:moveTo>
                  <a:lnTo>
                    <a:pt x="266357" y="209473"/>
                  </a:lnTo>
                  <a:lnTo>
                    <a:pt x="261150" y="204546"/>
                  </a:lnTo>
                  <a:lnTo>
                    <a:pt x="244513" y="205028"/>
                  </a:lnTo>
                  <a:lnTo>
                    <a:pt x="239293" y="205105"/>
                  </a:lnTo>
                  <a:lnTo>
                    <a:pt x="232994" y="205193"/>
                  </a:lnTo>
                  <a:lnTo>
                    <a:pt x="227965" y="210362"/>
                  </a:lnTo>
                  <a:lnTo>
                    <a:pt x="228142" y="222897"/>
                  </a:lnTo>
                  <a:lnTo>
                    <a:pt x="233222" y="227901"/>
                  </a:lnTo>
                  <a:lnTo>
                    <a:pt x="239610" y="227901"/>
                  </a:lnTo>
                  <a:lnTo>
                    <a:pt x="250291" y="227698"/>
                  </a:lnTo>
                  <a:lnTo>
                    <a:pt x="261823" y="227330"/>
                  </a:lnTo>
                  <a:lnTo>
                    <a:pt x="266763" y="222059"/>
                  </a:lnTo>
                  <a:close/>
                </a:path>
                <a:path w="456565" h="650239">
                  <a:moveTo>
                    <a:pt x="456095" y="68414"/>
                  </a:moveTo>
                  <a:lnTo>
                    <a:pt x="408470" y="24930"/>
                  </a:lnTo>
                  <a:lnTo>
                    <a:pt x="357276" y="11150"/>
                  </a:lnTo>
                  <a:lnTo>
                    <a:pt x="295287" y="2806"/>
                  </a:lnTo>
                  <a:lnTo>
                    <a:pt x="228041" y="0"/>
                  </a:lnTo>
                  <a:lnTo>
                    <a:pt x="201396" y="419"/>
                  </a:lnTo>
                  <a:lnTo>
                    <a:pt x="175412" y="1676"/>
                  </a:lnTo>
                  <a:lnTo>
                    <a:pt x="150190" y="3759"/>
                  </a:lnTo>
                  <a:lnTo>
                    <a:pt x="119570" y="7531"/>
                  </a:lnTo>
                  <a:lnTo>
                    <a:pt x="115214" y="13284"/>
                  </a:lnTo>
                  <a:lnTo>
                    <a:pt x="116928" y="25768"/>
                  </a:lnTo>
                  <a:lnTo>
                    <a:pt x="122732" y="30073"/>
                  </a:lnTo>
                  <a:lnTo>
                    <a:pt x="152425" y="26466"/>
                  </a:lnTo>
                  <a:lnTo>
                    <a:pt x="176999" y="24447"/>
                  </a:lnTo>
                  <a:lnTo>
                    <a:pt x="202323" y="23228"/>
                  </a:lnTo>
                  <a:lnTo>
                    <a:pt x="228041" y="22809"/>
                  </a:lnTo>
                  <a:lnTo>
                    <a:pt x="316141" y="27762"/>
                  </a:lnTo>
                  <a:lnTo>
                    <a:pt x="380466" y="39814"/>
                  </a:lnTo>
                  <a:lnTo>
                    <a:pt x="419900" y="54762"/>
                  </a:lnTo>
                  <a:lnTo>
                    <a:pt x="433285" y="68414"/>
                  </a:lnTo>
                  <a:lnTo>
                    <a:pt x="419900" y="82080"/>
                  </a:lnTo>
                  <a:lnTo>
                    <a:pt x="380466" y="97028"/>
                  </a:lnTo>
                  <a:lnTo>
                    <a:pt x="316141" y="109080"/>
                  </a:lnTo>
                  <a:lnTo>
                    <a:pt x="228041" y="114033"/>
                  </a:lnTo>
                  <a:lnTo>
                    <a:pt x="139954" y="109080"/>
                  </a:lnTo>
                  <a:lnTo>
                    <a:pt x="75628" y="97028"/>
                  </a:lnTo>
                  <a:lnTo>
                    <a:pt x="36195" y="82080"/>
                  </a:lnTo>
                  <a:lnTo>
                    <a:pt x="22796" y="68414"/>
                  </a:lnTo>
                  <a:lnTo>
                    <a:pt x="26111" y="62369"/>
                  </a:lnTo>
                  <a:lnTo>
                    <a:pt x="36830" y="54559"/>
                  </a:lnTo>
                  <a:lnTo>
                    <a:pt x="56121" y="45923"/>
                  </a:lnTo>
                  <a:lnTo>
                    <a:pt x="85166" y="37363"/>
                  </a:lnTo>
                  <a:lnTo>
                    <a:pt x="91287" y="35902"/>
                  </a:lnTo>
                  <a:lnTo>
                    <a:pt x="95059" y="29743"/>
                  </a:lnTo>
                  <a:lnTo>
                    <a:pt x="92125" y="17487"/>
                  </a:lnTo>
                  <a:lnTo>
                    <a:pt x="86017" y="13716"/>
                  </a:lnTo>
                  <a:lnTo>
                    <a:pt x="79844" y="15163"/>
                  </a:lnTo>
                  <a:lnTo>
                    <a:pt x="45021" y="25654"/>
                  </a:lnTo>
                  <a:lnTo>
                    <a:pt x="20053" y="38061"/>
                  </a:lnTo>
                  <a:lnTo>
                    <a:pt x="5029" y="52324"/>
                  </a:lnTo>
                  <a:lnTo>
                    <a:pt x="0" y="68414"/>
                  </a:lnTo>
                  <a:lnTo>
                    <a:pt x="0" y="581533"/>
                  </a:lnTo>
                  <a:lnTo>
                    <a:pt x="47637" y="625017"/>
                  </a:lnTo>
                  <a:lnTo>
                    <a:pt x="98818" y="638797"/>
                  </a:lnTo>
                  <a:lnTo>
                    <a:pt x="160820" y="647128"/>
                  </a:lnTo>
                  <a:lnTo>
                    <a:pt x="228041" y="649935"/>
                  </a:lnTo>
                  <a:lnTo>
                    <a:pt x="255003" y="649503"/>
                  </a:lnTo>
                  <a:lnTo>
                    <a:pt x="281482" y="648208"/>
                  </a:lnTo>
                  <a:lnTo>
                    <a:pt x="307136" y="646074"/>
                  </a:lnTo>
                  <a:lnTo>
                    <a:pt x="337820" y="642239"/>
                  </a:lnTo>
                  <a:lnTo>
                    <a:pt x="342163" y="636473"/>
                  </a:lnTo>
                  <a:lnTo>
                    <a:pt x="340398" y="624001"/>
                  </a:lnTo>
                  <a:lnTo>
                    <a:pt x="334568" y="619620"/>
                  </a:lnTo>
                  <a:lnTo>
                    <a:pt x="328396" y="620534"/>
                  </a:lnTo>
                  <a:lnTo>
                    <a:pt x="304736" y="623392"/>
                  </a:lnTo>
                  <a:lnTo>
                    <a:pt x="279895" y="625462"/>
                  </a:lnTo>
                  <a:lnTo>
                    <a:pt x="254215" y="626719"/>
                  </a:lnTo>
                  <a:lnTo>
                    <a:pt x="228041" y="627138"/>
                  </a:lnTo>
                  <a:lnTo>
                    <a:pt x="139954" y="622185"/>
                  </a:lnTo>
                  <a:lnTo>
                    <a:pt x="75628" y="610133"/>
                  </a:lnTo>
                  <a:lnTo>
                    <a:pt x="36195" y="595185"/>
                  </a:lnTo>
                  <a:lnTo>
                    <a:pt x="22796" y="581533"/>
                  </a:lnTo>
                  <a:lnTo>
                    <a:pt x="22796" y="442506"/>
                  </a:lnTo>
                  <a:lnTo>
                    <a:pt x="55829" y="456996"/>
                  </a:lnTo>
                  <a:lnTo>
                    <a:pt x="94449" y="466839"/>
                  </a:lnTo>
                  <a:lnTo>
                    <a:pt x="131191" y="472871"/>
                  </a:lnTo>
                  <a:lnTo>
                    <a:pt x="164884" y="476529"/>
                  </a:lnTo>
                  <a:lnTo>
                    <a:pt x="170446" y="471817"/>
                  </a:lnTo>
                  <a:lnTo>
                    <a:pt x="171538" y="459257"/>
                  </a:lnTo>
                  <a:lnTo>
                    <a:pt x="166903" y="453732"/>
                  </a:lnTo>
                  <a:lnTo>
                    <a:pt x="160616" y="453186"/>
                  </a:lnTo>
                  <a:lnTo>
                    <a:pt x="97993" y="444411"/>
                  </a:lnTo>
                  <a:lnTo>
                    <a:pt x="55194" y="432638"/>
                  </a:lnTo>
                  <a:lnTo>
                    <a:pt x="30645" y="420458"/>
                  </a:lnTo>
                  <a:lnTo>
                    <a:pt x="22796" y="410489"/>
                  </a:lnTo>
                  <a:lnTo>
                    <a:pt x="22796" y="271284"/>
                  </a:lnTo>
                  <a:lnTo>
                    <a:pt x="55473" y="285826"/>
                  </a:lnTo>
                  <a:lnTo>
                    <a:pt x="97485" y="296468"/>
                  </a:lnTo>
                  <a:lnTo>
                    <a:pt x="144805" y="303479"/>
                  </a:lnTo>
                  <a:lnTo>
                    <a:pt x="193840" y="307098"/>
                  </a:lnTo>
                  <a:lnTo>
                    <a:pt x="199910" y="307098"/>
                  </a:lnTo>
                  <a:lnTo>
                    <a:pt x="204965" y="302310"/>
                  </a:lnTo>
                  <a:lnTo>
                    <a:pt x="205486" y="289877"/>
                  </a:lnTo>
                  <a:lnTo>
                    <a:pt x="200609" y="284568"/>
                  </a:lnTo>
                  <a:lnTo>
                    <a:pt x="194310" y="284302"/>
                  </a:lnTo>
                  <a:lnTo>
                    <a:pt x="119341" y="277177"/>
                  </a:lnTo>
                  <a:lnTo>
                    <a:pt x="65735" y="265163"/>
                  </a:lnTo>
                  <a:lnTo>
                    <a:pt x="33540" y="251498"/>
                  </a:lnTo>
                  <a:lnTo>
                    <a:pt x="22796" y="239458"/>
                  </a:lnTo>
                  <a:lnTo>
                    <a:pt x="22796" y="100076"/>
                  </a:lnTo>
                  <a:lnTo>
                    <a:pt x="54876" y="114439"/>
                  </a:lnTo>
                  <a:lnTo>
                    <a:pt x="97104" y="125209"/>
                  </a:lnTo>
                  <a:lnTo>
                    <a:pt x="146583" y="132384"/>
                  </a:lnTo>
                  <a:lnTo>
                    <a:pt x="200406" y="135978"/>
                  </a:lnTo>
                  <a:lnTo>
                    <a:pt x="255689" y="135978"/>
                  </a:lnTo>
                  <a:lnTo>
                    <a:pt x="309511" y="132384"/>
                  </a:lnTo>
                  <a:lnTo>
                    <a:pt x="358990" y="125209"/>
                  </a:lnTo>
                  <a:lnTo>
                    <a:pt x="401218" y="114439"/>
                  </a:lnTo>
                  <a:lnTo>
                    <a:pt x="433285" y="100076"/>
                  </a:lnTo>
                  <a:lnTo>
                    <a:pt x="433285" y="168224"/>
                  </a:lnTo>
                  <a:lnTo>
                    <a:pt x="438391" y="173329"/>
                  </a:lnTo>
                  <a:lnTo>
                    <a:pt x="450989" y="173329"/>
                  </a:lnTo>
                  <a:lnTo>
                    <a:pt x="456095" y="168224"/>
                  </a:lnTo>
                  <a:lnTo>
                    <a:pt x="456095" y="68414"/>
                  </a:lnTo>
                  <a:close/>
                </a:path>
              </a:pathLst>
            </a:custGeom>
            <a:solidFill>
              <a:srgbClr val="292929"/>
            </a:solidFill>
          </p:spPr>
          <p:txBody>
            <a:bodyPr wrap="square" lIns="0" tIns="0" rIns="0" bIns="0" rtlCol="0"/>
            <a:lstStyle/>
            <a:p>
              <a:endParaRPr/>
            </a:p>
          </p:txBody>
        </p:sp>
      </p:grpSp>
      <p:grpSp>
        <p:nvGrpSpPr>
          <p:cNvPr id="26" name="object 26"/>
          <p:cNvGrpSpPr/>
          <p:nvPr/>
        </p:nvGrpSpPr>
        <p:grpSpPr>
          <a:xfrm>
            <a:off x="382339" y="3613467"/>
            <a:ext cx="1064260" cy="4171950"/>
            <a:chOff x="382339" y="3613467"/>
            <a:chExt cx="1064260" cy="4171950"/>
          </a:xfrm>
        </p:grpSpPr>
        <p:sp>
          <p:nvSpPr>
            <p:cNvPr id="27" name="object 27"/>
            <p:cNvSpPr/>
            <p:nvPr/>
          </p:nvSpPr>
          <p:spPr>
            <a:xfrm>
              <a:off x="900075" y="3613467"/>
              <a:ext cx="0" cy="4171950"/>
            </a:xfrm>
            <a:custGeom>
              <a:avLst/>
              <a:gdLst/>
              <a:ahLst/>
              <a:cxnLst/>
              <a:rect l="l" t="t" r="r" b="b"/>
              <a:pathLst>
                <a:path h="4171950">
                  <a:moveTo>
                    <a:pt x="0" y="0"/>
                  </a:moveTo>
                  <a:lnTo>
                    <a:pt x="0" y="4171353"/>
                  </a:lnTo>
                </a:path>
              </a:pathLst>
            </a:custGeom>
            <a:ln w="28575">
              <a:solidFill>
                <a:srgbClr val="27DDDF"/>
              </a:solidFill>
            </a:ln>
          </p:spPr>
          <p:txBody>
            <a:bodyPr wrap="square" lIns="0" tIns="0" rIns="0" bIns="0" rtlCol="0"/>
            <a:lstStyle/>
            <a:p>
              <a:endParaRPr/>
            </a:p>
          </p:txBody>
        </p:sp>
        <p:sp>
          <p:nvSpPr>
            <p:cNvPr id="28" name="object 28"/>
            <p:cNvSpPr/>
            <p:nvPr/>
          </p:nvSpPr>
          <p:spPr>
            <a:xfrm>
              <a:off x="382339" y="3877434"/>
              <a:ext cx="1064260" cy="1064260"/>
            </a:xfrm>
            <a:custGeom>
              <a:avLst/>
              <a:gdLst/>
              <a:ahLst/>
              <a:cxnLst/>
              <a:rect l="l" t="t" r="r" b="b"/>
              <a:pathLst>
                <a:path w="1064260" h="1064260">
                  <a:moveTo>
                    <a:pt x="532091" y="0"/>
                  </a:moveTo>
                  <a:lnTo>
                    <a:pt x="483660" y="2174"/>
                  </a:lnTo>
                  <a:lnTo>
                    <a:pt x="436447" y="8572"/>
                  </a:lnTo>
                  <a:lnTo>
                    <a:pt x="390641" y="19006"/>
                  </a:lnTo>
                  <a:lnTo>
                    <a:pt x="346428" y="33289"/>
                  </a:lnTo>
                  <a:lnTo>
                    <a:pt x="303996" y="51231"/>
                  </a:lnTo>
                  <a:lnTo>
                    <a:pt x="263535" y="72646"/>
                  </a:lnTo>
                  <a:lnTo>
                    <a:pt x="225231" y="97345"/>
                  </a:lnTo>
                  <a:lnTo>
                    <a:pt x="189272" y="125141"/>
                  </a:lnTo>
                  <a:lnTo>
                    <a:pt x="155846" y="155846"/>
                  </a:lnTo>
                  <a:lnTo>
                    <a:pt x="125141" y="189272"/>
                  </a:lnTo>
                  <a:lnTo>
                    <a:pt x="97345" y="225231"/>
                  </a:lnTo>
                  <a:lnTo>
                    <a:pt x="72646" y="263535"/>
                  </a:lnTo>
                  <a:lnTo>
                    <a:pt x="51231" y="303996"/>
                  </a:lnTo>
                  <a:lnTo>
                    <a:pt x="33289" y="346428"/>
                  </a:lnTo>
                  <a:lnTo>
                    <a:pt x="19006" y="390641"/>
                  </a:lnTo>
                  <a:lnTo>
                    <a:pt x="8572" y="436447"/>
                  </a:lnTo>
                  <a:lnTo>
                    <a:pt x="2174" y="483660"/>
                  </a:lnTo>
                  <a:lnTo>
                    <a:pt x="0" y="532091"/>
                  </a:lnTo>
                  <a:lnTo>
                    <a:pt x="2174" y="580522"/>
                  </a:lnTo>
                  <a:lnTo>
                    <a:pt x="8572" y="627735"/>
                  </a:lnTo>
                  <a:lnTo>
                    <a:pt x="19006" y="673541"/>
                  </a:lnTo>
                  <a:lnTo>
                    <a:pt x="33289" y="717754"/>
                  </a:lnTo>
                  <a:lnTo>
                    <a:pt x="51231" y="760184"/>
                  </a:lnTo>
                  <a:lnTo>
                    <a:pt x="72646" y="800645"/>
                  </a:lnTo>
                  <a:lnTo>
                    <a:pt x="97345" y="838948"/>
                  </a:lnTo>
                  <a:lnTo>
                    <a:pt x="125141" y="874906"/>
                  </a:lnTo>
                  <a:lnTo>
                    <a:pt x="155846" y="908330"/>
                  </a:lnTo>
                  <a:lnTo>
                    <a:pt x="189272" y="939034"/>
                  </a:lnTo>
                  <a:lnTo>
                    <a:pt x="225231" y="966829"/>
                  </a:lnTo>
                  <a:lnTo>
                    <a:pt x="263535" y="991528"/>
                  </a:lnTo>
                  <a:lnTo>
                    <a:pt x="303996" y="1012941"/>
                  </a:lnTo>
                  <a:lnTo>
                    <a:pt x="346428" y="1030883"/>
                  </a:lnTo>
                  <a:lnTo>
                    <a:pt x="390641" y="1045165"/>
                  </a:lnTo>
                  <a:lnTo>
                    <a:pt x="436447" y="1055598"/>
                  </a:lnTo>
                  <a:lnTo>
                    <a:pt x="483660" y="1061996"/>
                  </a:lnTo>
                  <a:lnTo>
                    <a:pt x="532091" y="1064171"/>
                  </a:lnTo>
                  <a:lnTo>
                    <a:pt x="580522" y="1061996"/>
                  </a:lnTo>
                  <a:lnTo>
                    <a:pt x="627735" y="1055598"/>
                  </a:lnTo>
                  <a:lnTo>
                    <a:pt x="673541" y="1045165"/>
                  </a:lnTo>
                  <a:lnTo>
                    <a:pt x="717754" y="1030883"/>
                  </a:lnTo>
                  <a:lnTo>
                    <a:pt x="760184" y="1012941"/>
                  </a:lnTo>
                  <a:lnTo>
                    <a:pt x="800645" y="991528"/>
                  </a:lnTo>
                  <a:lnTo>
                    <a:pt x="838948" y="966829"/>
                  </a:lnTo>
                  <a:lnTo>
                    <a:pt x="874906" y="939034"/>
                  </a:lnTo>
                  <a:lnTo>
                    <a:pt x="908330" y="908330"/>
                  </a:lnTo>
                  <a:lnTo>
                    <a:pt x="939034" y="874906"/>
                  </a:lnTo>
                  <a:lnTo>
                    <a:pt x="966829" y="838948"/>
                  </a:lnTo>
                  <a:lnTo>
                    <a:pt x="991528" y="800645"/>
                  </a:lnTo>
                  <a:lnTo>
                    <a:pt x="1012941" y="760184"/>
                  </a:lnTo>
                  <a:lnTo>
                    <a:pt x="1030883" y="717754"/>
                  </a:lnTo>
                  <a:lnTo>
                    <a:pt x="1045165" y="673541"/>
                  </a:lnTo>
                  <a:lnTo>
                    <a:pt x="1055598" y="627735"/>
                  </a:lnTo>
                  <a:lnTo>
                    <a:pt x="1061996" y="580522"/>
                  </a:lnTo>
                  <a:lnTo>
                    <a:pt x="1064171" y="532091"/>
                  </a:lnTo>
                  <a:lnTo>
                    <a:pt x="1061996" y="483660"/>
                  </a:lnTo>
                  <a:lnTo>
                    <a:pt x="1055598" y="436447"/>
                  </a:lnTo>
                  <a:lnTo>
                    <a:pt x="1045165" y="390641"/>
                  </a:lnTo>
                  <a:lnTo>
                    <a:pt x="1030883" y="346428"/>
                  </a:lnTo>
                  <a:lnTo>
                    <a:pt x="1012941" y="303996"/>
                  </a:lnTo>
                  <a:lnTo>
                    <a:pt x="991528" y="263535"/>
                  </a:lnTo>
                  <a:lnTo>
                    <a:pt x="966829" y="225231"/>
                  </a:lnTo>
                  <a:lnTo>
                    <a:pt x="939034" y="189272"/>
                  </a:lnTo>
                  <a:lnTo>
                    <a:pt x="908330" y="155846"/>
                  </a:lnTo>
                  <a:lnTo>
                    <a:pt x="874906" y="125141"/>
                  </a:lnTo>
                  <a:lnTo>
                    <a:pt x="838948" y="97345"/>
                  </a:lnTo>
                  <a:lnTo>
                    <a:pt x="800645" y="72646"/>
                  </a:lnTo>
                  <a:lnTo>
                    <a:pt x="760184" y="51231"/>
                  </a:lnTo>
                  <a:lnTo>
                    <a:pt x="717754" y="33289"/>
                  </a:lnTo>
                  <a:lnTo>
                    <a:pt x="673541" y="19006"/>
                  </a:lnTo>
                  <a:lnTo>
                    <a:pt x="627735" y="8572"/>
                  </a:lnTo>
                  <a:lnTo>
                    <a:pt x="580522" y="2174"/>
                  </a:lnTo>
                  <a:lnTo>
                    <a:pt x="532091" y="0"/>
                  </a:lnTo>
                  <a:close/>
                </a:path>
              </a:pathLst>
            </a:custGeom>
            <a:solidFill>
              <a:srgbClr val="FFFFFF"/>
            </a:solidFill>
          </p:spPr>
          <p:txBody>
            <a:bodyPr wrap="square" lIns="0" tIns="0" rIns="0" bIns="0" rtlCol="0"/>
            <a:lstStyle/>
            <a:p>
              <a:endParaRPr/>
            </a:p>
          </p:txBody>
        </p:sp>
        <p:sp>
          <p:nvSpPr>
            <p:cNvPr id="29" name="object 29"/>
            <p:cNvSpPr/>
            <p:nvPr/>
          </p:nvSpPr>
          <p:spPr>
            <a:xfrm>
              <a:off x="561282" y="4269605"/>
              <a:ext cx="271780" cy="482600"/>
            </a:xfrm>
            <a:custGeom>
              <a:avLst/>
              <a:gdLst/>
              <a:ahLst/>
              <a:cxnLst/>
              <a:rect l="l" t="t" r="r" b="b"/>
              <a:pathLst>
                <a:path w="271780" h="482600">
                  <a:moveTo>
                    <a:pt x="271449" y="295859"/>
                  </a:moveTo>
                  <a:lnTo>
                    <a:pt x="254762" y="295859"/>
                  </a:lnTo>
                  <a:lnTo>
                    <a:pt x="254762" y="372224"/>
                  </a:lnTo>
                  <a:lnTo>
                    <a:pt x="3759" y="372224"/>
                  </a:lnTo>
                  <a:lnTo>
                    <a:pt x="0" y="375983"/>
                  </a:lnTo>
                  <a:lnTo>
                    <a:pt x="0" y="478218"/>
                  </a:lnTo>
                  <a:lnTo>
                    <a:pt x="3759" y="481977"/>
                  </a:lnTo>
                  <a:lnTo>
                    <a:pt x="267690" y="481977"/>
                  </a:lnTo>
                  <a:lnTo>
                    <a:pt x="271449" y="478218"/>
                  </a:lnTo>
                  <a:lnTo>
                    <a:pt x="271449" y="465289"/>
                  </a:lnTo>
                  <a:lnTo>
                    <a:pt x="16687" y="465289"/>
                  </a:lnTo>
                  <a:lnTo>
                    <a:pt x="16687" y="388924"/>
                  </a:lnTo>
                  <a:lnTo>
                    <a:pt x="271449" y="388924"/>
                  </a:lnTo>
                  <a:lnTo>
                    <a:pt x="271449" y="295859"/>
                  </a:lnTo>
                  <a:close/>
                </a:path>
                <a:path w="271780" h="482600">
                  <a:moveTo>
                    <a:pt x="271449" y="388924"/>
                  </a:moveTo>
                  <a:lnTo>
                    <a:pt x="254762" y="388924"/>
                  </a:lnTo>
                  <a:lnTo>
                    <a:pt x="254762" y="465289"/>
                  </a:lnTo>
                  <a:lnTo>
                    <a:pt x="271449" y="465289"/>
                  </a:lnTo>
                  <a:lnTo>
                    <a:pt x="271449" y="388924"/>
                  </a:lnTo>
                  <a:close/>
                </a:path>
                <a:path w="271780" h="482600">
                  <a:moveTo>
                    <a:pt x="240982" y="0"/>
                  </a:moveTo>
                  <a:lnTo>
                    <a:pt x="30467" y="0"/>
                  </a:lnTo>
                  <a:lnTo>
                    <a:pt x="18618" y="2411"/>
                  </a:lnTo>
                  <a:lnTo>
                    <a:pt x="8919" y="8969"/>
                  </a:lnTo>
                  <a:lnTo>
                    <a:pt x="3825" y="16484"/>
                  </a:lnTo>
                  <a:lnTo>
                    <a:pt x="2394" y="18655"/>
                  </a:lnTo>
                  <a:lnTo>
                    <a:pt x="0" y="30454"/>
                  </a:lnTo>
                  <a:lnTo>
                    <a:pt x="0" y="352412"/>
                  </a:lnTo>
                  <a:lnTo>
                    <a:pt x="3759" y="356158"/>
                  </a:lnTo>
                  <a:lnTo>
                    <a:pt x="12928" y="356158"/>
                  </a:lnTo>
                  <a:lnTo>
                    <a:pt x="16687" y="352412"/>
                  </a:lnTo>
                  <a:lnTo>
                    <a:pt x="16687" y="295859"/>
                  </a:lnTo>
                  <a:lnTo>
                    <a:pt x="271449" y="295859"/>
                  </a:lnTo>
                  <a:lnTo>
                    <a:pt x="271449" y="279171"/>
                  </a:lnTo>
                  <a:lnTo>
                    <a:pt x="16687" y="279171"/>
                  </a:lnTo>
                  <a:lnTo>
                    <a:pt x="16687" y="202806"/>
                  </a:lnTo>
                  <a:lnTo>
                    <a:pt x="271449" y="202806"/>
                  </a:lnTo>
                  <a:lnTo>
                    <a:pt x="271449" y="189865"/>
                  </a:lnTo>
                  <a:lnTo>
                    <a:pt x="267690" y="186105"/>
                  </a:lnTo>
                  <a:lnTo>
                    <a:pt x="16687" y="186105"/>
                  </a:lnTo>
                  <a:lnTo>
                    <a:pt x="16687" y="109740"/>
                  </a:lnTo>
                  <a:lnTo>
                    <a:pt x="271449" y="109740"/>
                  </a:lnTo>
                  <a:lnTo>
                    <a:pt x="271449" y="92849"/>
                  </a:lnTo>
                  <a:lnTo>
                    <a:pt x="16687" y="92849"/>
                  </a:lnTo>
                  <a:lnTo>
                    <a:pt x="16687" y="22733"/>
                  </a:lnTo>
                  <a:lnTo>
                    <a:pt x="22745" y="16484"/>
                  </a:lnTo>
                  <a:lnTo>
                    <a:pt x="267606" y="16484"/>
                  </a:lnTo>
                  <a:lnTo>
                    <a:pt x="262555" y="8969"/>
                  </a:lnTo>
                  <a:lnTo>
                    <a:pt x="252874" y="2411"/>
                  </a:lnTo>
                  <a:lnTo>
                    <a:pt x="240982" y="0"/>
                  </a:lnTo>
                  <a:close/>
                </a:path>
                <a:path w="271780" h="482600">
                  <a:moveTo>
                    <a:pt x="271449" y="202806"/>
                  </a:moveTo>
                  <a:lnTo>
                    <a:pt x="254762" y="202806"/>
                  </a:lnTo>
                  <a:lnTo>
                    <a:pt x="254762" y="279171"/>
                  </a:lnTo>
                  <a:lnTo>
                    <a:pt x="271449" y="279171"/>
                  </a:lnTo>
                  <a:lnTo>
                    <a:pt x="271449" y="202806"/>
                  </a:lnTo>
                  <a:close/>
                </a:path>
                <a:path w="271780" h="482600">
                  <a:moveTo>
                    <a:pt x="271449" y="109740"/>
                  </a:moveTo>
                  <a:lnTo>
                    <a:pt x="254762" y="109740"/>
                  </a:lnTo>
                  <a:lnTo>
                    <a:pt x="254762" y="165874"/>
                  </a:lnTo>
                  <a:lnTo>
                    <a:pt x="258521" y="169633"/>
                  </a:lnTo>
                  <a:lnTo>
                    <a:pt x="267690" y="169633"/>
                  </a:lnTo>
                  <a:lnTo>
                    <a:pt x="271449" y="165874"/>
                  </a:lnTo>
                  <a:lnTo>
                    <a:pt x="271449" y="109740"/>
                  </a:lnTo>
                  <a:close/>
                </a:path>
                <a:path w="271780" h="482600">
                  <a:moveTo>
                    <a:pt x="267606" y="16484"/>
                  </a:moveTo>
                  <a:lnTo>
                    <a:pt x="248500" y="16484"/>
                  </a:lnTo>
                  <a:lnTo>
                    <a:pt x="254762" y="22733"/>
                  </a:lnTo>
                  <a:lnTo>
                    <a:pt x="254762" y="92849"/>
                  </a:lnTo>
                  <a:lnTo>
                    <a:pt x="271449" y="92849"/>
                  </a:lnTo>
                  <a:lnTo>
                    <a:pt x="271449" y="30454"/>
                  </a:lnTo>
                  <a:lnTo>
                    <a:pt x="269066" y="18655"/>
                  </a:lnTo>
                  <a:lnTo>
                    <a:pt x="267606" y="16484"/>
                  </a:lnTo>
                  <a:close/>
                </a:path>
              </a:pathLst>
            </a:custGeom>
            <a:solidFill>
              <a:srgbClr val="292929"/>
            </a:solidFill>
          </p:spPr>
          <p:txBody>
            <a:bodyPr wrap="square" lIns="0" tIns="0" rIns="0" bIns="0" rtlCol="0"/>
            <a:lstStyle/>
            <a:p>
              <a:endParaRPr/>
            </a:p>
          </p:txBody>
        </p:sp>
        <p:pic>
          <p:nvPicPr>
            <p:cNvPr id="30" name="object 30"/>
            <p:cNvPicPr/>
            <p:nvPr/>
          </p:nvPicPr>
          <p:blipFill>
            <a:blip r:embed="rId6" cstate="print"/>
            <a:stretch>
              <a:fillRect/>
            </a:stretch>
          </p:blipFill>
          <p:spPr>
            <a:xfrm>
              <a:off x="841287" y="4067625"/>
              <a:ext cx="124358" cy="144805"/>
            </a:xfrm>
            <a:prstGeom prst="rect">
              <a:avLst/>
            </a:prstGeom>
          </p:spPr>
        </p:pic>
        <p:sp>
          <p:nvSpPr>
            <p:cNvPr id="31" name="object 31"/>
            <p:cNvSpPr/>
            <p:nvPr/>
          </p:nvSpPr>
          <p:spPr>
            <a:xfrm>
              <a:off x="616153" y="4122914"/>
              <a:ext cx="622935" cy="629285"/>
            </a:xfrm>
            <a:custGeom>
              <a:avLst/>
              <a:gdLst/>
              <a:ahLst/>
              <a:cxnLst/>
              <a:rect l="l" t="t" r="r" b="b"/>
              <a:pathLst>
                <a:path w="622935" h="629285">
                  <a:moveTo>
                    <a:pt x="16891" y="572757"/>
                  </a:moveTo>
                  <a:lnTo>
                    <a:pt x="16687" y="572135"/>
                  </a:lnTo>
                  <a:lnTo>
                    <a:pt x="16687" y="571715"/>
                  </a:lnTo>
                  <a:lnTo>
                    <a:pt x="16471" y="571093"/>
                  </a:lnTo>
                  <a:lnTo>
                    <a:pt x="16268" y="570674"/>
                  </a:lnTo>
                  <a:lnTo>
                    <a:pt x="16065" y="570052"/>
                  </a:lnTo>
                  <a:lnTo>
                    <a:pt x="15849" y="569633"/>
                  </a:lnTo>
                  <a:lnTo>
                    <a:pt x="15430" y="569214"/>
                  </a:lnTo>
                  <a:lnTo>
                    <a:pt x="15227" y="568794"/>
                  </a:lnTo>
                  <a:lnTo>
                    <a:pt x="13550" y="567131"/>
                  </a:lnTo>
                  <a:lnTo>
                    <a:pt x="12725" y="566712"/>
                  </a:lnTo>
                  <a:lnTo>
                    <a:pt x="12090" y="566293"/>
                  </a:lnTo>
                  <a:lnTo>
                    <a:pt x="11264" y="565873"/>
                  </a:lnTo>
                  <a:lnTo>
                    <a:pt x="10629" y="565670"/>
                  </a:lnTo>
                  <a:lnTo>
                    <a:pt x="10007" y="565670"/>
                  </a:lnTo>
                  <a:lnTo>
                    <a:pt x="7302" y="565035"/>
                  </a:lnTo>
                  <a:lnTo>
                    <a:pt x="4381" y="566089"/>
                  </a:lnTo>
                  <a:lnTo>
                    <a:pt x="2082" y="568375"/>
                  </a:lnTo>
                  <a:lnTo>
                    <a:pt x="1866" y="568794"/>
                  </a:lnTo>
                  <a:lnTo>
                    <a:pt x="1460" y="569214"/>
                  </a:lnTo>
                  <a:lnTo>
                    <a:pt x="1244" y="569633"/>
                  </a:lnTo>
                  <a:lnTo>
                    <a:pt x="825" y="570255"/>
                  </a:lnTo>
                  <a:lnTo>
                    <a:pt x="406" y="571093"/>
                  </a:lnTo>
                  <a:lnTo>
                    <a:pt x="203" y="571715"/>
                  </a:lnTo>
                  <a:lnTo>
                    <a:pt x="203" y="572757"/>
                  </a:lnTo>
                  <a:lnTo>
                    <a:pt x="0" y="573176"/>
                  </a:lnTo>
                  <a:lnTo>
                    <a:pt x="0" y="576097"/>
                  </a:lnTo>
                  <a:lnTo>
                    <a:pt x="825" y="578180"/>
                  </a:lnTo>
                  <a:lnTo>
                    <a:pt x="2501" y="579640"/>
                  </a:lnTo>
                  <a:lnTo>
                    <a:pt x="4165" y="581317"/>
                  </a:lnTo>
                  <a:lnTo>
                    <a:pt x="6248" y="582155"/>
                  </a:lnTo>
                  <a:lnTo>
                    <a:pt x="9385" y="582155"/>
                  </a:lnTo>
                  <a:lnTo>
                    <a:pt x="10629" y="581736"/>
                  </a:lnTo>
                  <a:lnTo>
                    <a:pt x="11049" y="581736"/>
                  </a:lnTo>
                  <a:lnTo>
                    <a:pt x="11684" y="581520"/>
                  </a:lnTo>
                  <a:lnTo>
                    <a:pt x="12090" y="581317"/>
                  </a:lnTo>
                  <a:lnTo>
                    <a:pt x="12725" y="581101"/>
                  </a:lnTo>
                  <a:lnTo>
                    <a:pt x="13550" y="580275"/>
                  </a:lnTo>
                  <a:lnTo>
                    <a:pt x="13970" y="580059"/>
                  </a:lnTo>
                  <a:lnTo>
                    <a:pt x="15849" y="578180"/>
                  </a:lnTo>
                  <a:lnTo>
                    <a:pt x="16891" y="575894"/>
                  </a:lnTo>
                  <a:lnTo>
                    <a:pt x="16891" y="572757"/>
                  </a:lnTo>
                  <a:close/>
                </a:path>
                <a:path w="622935" h="629285">
                  <a:moveTo>
                    <a:pt x="16891" y="386638"/>
                  </a:moveTo>
                  <a:lnTo>
                    <a:pt x="16687" y="386003"/>
                  </a:lnTo>
                  <a:lnTo>
                    <a:pt x="16687" y="385381"/>
                  </a:lnTo>
                  <a:lnTo>
                    <a:pt x="16471" y="384962"/>
                  </a:lnTo>
                  <a:lnTo>
                    <a:pt x="16268" y="384340"/>
                  </a:lnTo>
                  <a:lnTo>
                    <a:pt x="16065" y="383921"/>
                  </a:lnTo>
                  <a:lnTo>
                    <a:pt x="15849" y="383298"/>
                  </a:lnTo>
                  <a:lnTo>
                    <a:pt x="15430" y="382879"/>
                  </a:lnTo>
                  <a:lnTo>
                    <a:pt x="15227" y="382460"/>
                  </a:lnTo>
                  <a:lnTo>
                    <a:pt x="14389" y="381622"/>
                  </a:lnTo>
                  <a:lnTo>
                    <a:pt x="12725" y="380161"/>
                  </a:lnTo>
                  <a:lnTo>
                    <a:pt x="10629" y="379120"/>
                  </a:lnTo>
                  <a:lnTo>
                    <a:pt x="6464" y="379120"/>
                  </a:lnTo>
                  <a:lnTo>
                    <a:pt x="4165" y="379958"/>
                  </a:lnTo>
                  <a:lnTo>
                    <a:pt x="2705" y="381622"/>
                  </a:lnTo>
                  <a:lnTo>
                    <a:pt x="2286" y="382041"/>
                  </a:lnTo>
                  <a:lnTo>
                    <a:pt x="2082" y="382460"/>
                  </a:lnTo>
                  <a:lnTo>
                    <a:pt x="1663" y="382879"/>
                  </a:lnTo>
                  <a:lnTo>
                    <a:pt x="1460" y="383298"/>
                  </a:lnTo>
                  <a:lnTo>
                    <a:pt x="1041" y="383717"/>
                  </a:lnTo>
                  <a:lnTo>
                    <a:pt x="825" y="384340"/>
                  </a:lnTo>
                  <a:lnTo>
                    <a:pt x="622" y="384759"/>
                  </a:lnTo>
                  <a:lnTo>
                    <a:pt x="406" y="385381"/>
                  </a:lnTo>
                  <a:lnTo>
                    <a:pt x="406" y="386638"/>
                  </a:lnTo>
                  <a:lnTo>
                    <a:pt x="203" y="387057"/>
                  </a:lnTo>
                  <a:lnTo>
                    <a:pt x="203" y="388721"/>
                  </a:lnTo>
                  <a:lnTo>
                    <a:pt x="406" y="389343"/>
                  </a:lnTo>
                  <a:lnTo>
                    <a:pt x="406" y="389978"/>
                  </a:lnTo>
                  <a:lnTo>
                    <a:pt x="622" y="390385"/>
                  </a:lnTo>
                  <a:lnTo>
                    <a:pt x="825" y="391020"/>
                  </a:lnTo>
                  <a:lnTo>
                    <a:pt x="1041" y="391439"/>
                  </a:lnTo>
                  <a:lnTo>
                    <a:pt x="1244" y="392061"/>
                  </a:lnTo>
                  <a:lnTo>
                    <a:pt x="2082" y="392899"/>
                  </a:lnTo>
                  <a:lnTo>
                    <a:pt x="2286" y="393306"/>
                  </a:lnTo>
                  <a:lnTo>
                    <a:pt x="2705" y="393725"/>
                  </a:lnTo>
                  <a:lnTo>
                    <a:pt x="4381" y="395185"/>
                  </a:lnTo>
                  <a:lnTo>
                    <a:pt x="6464" y="396227"/>
                  </a:lnTo>
                  <a:lnTo>
                    <a:pt x="10845" y="396227"/>
                  </a:lnTo>
                  <a:lnTo>
                    <a:pt x="12928" y="395401"/>
                  </a:lnTo>
                  <a:lnTo>
                    <a:pt x="14389" y="393725"/>
                  </a:lnTo>
                  <a:lnTo>
                    <a:pt x="15227" y="392899"/>
                  </a:lnTo>
                  <a:lnTo>
                    <a:pt x="15646" y="392061"/>
                  </a:lnTo>
                  <a:lnTo>
                    <a:pt x="16065" y="391439"/>
                  </a:lnTo>
                  <a:lnTo>
                    <a:pt x="16471" y="390601"/>
                  </a:lnTo>
                  <a:lnTo>
                    <a:pt x="16687" y="389978"/>
                  </a:lnTo>
                  <a:lnTo>
                    <a:pt x="16687" y="389343"/>
                  </a:lnTo>
                  <a:lnTo>
                    <a:pt x="16891" y="388721"/>
                  </a:lnTo>
                  <a:lnTo>
                    <a:pt x="16891" y="386638"/>
                  </a:lnTo>
                  <a:close/>
                </a:path>
                <a:path w="622935" h="629285">
                  <a:moveTo>
                    <a:pt x="17106" y="479691"/>
                  </a:moveTo>
                  <a:lnTo>
                    <a:pt x="16903" y="479069"/>
                  </a:lnTo>
                  <a:lnTo>
                    <a:pt x="16903" y="478447"/>
                  </a:lnTo>
                  <a:lnTo>
                    <a:pt x="16687" y="478028"/>
                  </a:lnTo>
                  <a:lnTo>
                    <a:pt x="16484" y="477393"/>
                  </a:lnTo>
                  <a:lnTo>
                    <a:pt x="16268" y="476986"/>
                  </a:lnTo>
                  <a:lnTo>
                    <a:pt x="16065" y="476351"/>
                  </a:lnTo>
                  <a:lnTo>
                    <a:pt x="15646" y="475932"/>
                  </a:lnTo>
                  <a:lnTo>
                    <a:pt x="15443" y="475526"/>
                  </a:lnTo>
                  <a:lnTo>
                    <a:pt x="13766" y="473849"/>
                  </a:lnTo>
                  <a:lnTo>
                    <a:pt x="12941" y="473430"/>
                  </a:lnTo>
                  <a:lnTo>
                    <a:pt x="12306" y="473011"/>
                  </a:lnTo>
                  <a:lnTo>
                    <a:pt x="11480" y="472605"/>
                  </a:lnTo>
                  <a:lnTo>
                    <a:pt x="10845" y="472389"/>
                  </a:lnTo>
                  <a:lnTo>
                    <a:pt x="10223" y="472389"/>
                  </a:lnTo>
                  <a:lnTo>
                    <a:pt x="7505" y="471766"/>
                  </a:lnTo>
                  <a:lnTo>
                    <a:pt x="4584" y="472808"/>
                  </a:lnTo>
                  <a:lnTo>
                    <a:pt x="2298" y="475107"/>
                  </a:lnTo>
                  <a:lnTo>
                    <a:pt x="2082" y="475526"/>
                  </a:lnTo>
                  <a:lnTo>
                    <a:pt x="1663" y="475932"/>
                  </a:lnTo>
                  <a:lnTo>
                    <a:pt x="1460" y="476351"/>
                  </a:lnTo>
                  <a:lnTo>
                    <a:pt x="1041" y="476986"/>
                  </a:lnTo>
                  <a:lnTo>
                    <a:pt x="622" y="477812"/>
                  </a:lnTo>
                  <a:lnTo>
                    <a:pt x="419" y="478447"/>
                  </a:lnTo>
                  <a:lnTo>
                    <a:pt x="419" y="479691"/>
                  </a:lnTo>
                  <a:lnTo>
                    <a:pt x="203" y="480110"/>
                  </a:lnTo>
                  <a:lnTo>
                    <a:pt x="203" y="482828"/>
                  </a:lnTo>
                  <a:lnTo>
                    <a:pt x="1041" y="485114"/>
                  </a:lnTo>
                  <a:lnTo>
                    <a:pt x="4381" y="488035"/>
                  </a:lnTo>
                  <a:lnTo>
                    <a:pt x="6464" y="489077"/>
                  </a:lnTo>
                  <a:lnTo>
                    <a:pt x="9804" y="489077"/>
                  </a:lnTo>
                  <a:lnTo>
                    <a:pt x="10223" y="488873"/>
                  </a:lnTo>
                  <a:lnTo>
                    <a:pt x="10845" y="488670"/>
                  </a:lnTo>
                  <a:lnTo>
                    <a:pt x="11264" y="488670"/>
                  </a:lnTo>
                  <a:lnTo>
                    <a:pt x="11887" y="488454"/>
                  </a:lnTo>
                  <a:lnTo>
                    <a:pt x="12306" y="488251"/>
                  </a:lnTo>
                  <a:lnTo>
                    <a:pt x="12941" y="488035"/>
                  </a:lnTo>
                  <a:lnTo>
                    <a:pt x="13347" y="487616"/>
                  </a:lnTo>
                  <a:lnTo>
                    <a:pt x="13766" y="487413"/>
                  </a:lnTo>
                  <a:lnTo>
                    <a:pt x="16065" y="485114"/>
                  </a:lnTo>
                  <a:lnTo>
                    <a:pt x="17106" y="482828"/>
                  </a:lnTo>
                  <a:lnTo>
                    <a:pt x="17106" y="479691"/>
                  </a:lnTo>
                  <a:close/>
                </a:path>
                <a:path w="622935" h="629285">
                  <a:moveTo>
                    <a:pt x="17310" y="293370"/>
                  </a:moveTo>
                  <a:lnTo>
                    <a:pt x="17106" y="292747"/>
                  </a:lnTo>
                  <a:lnTo>
                    <a:pt x="17106" y="292125"/>
                  </a:lnTo>
                  <a:lnTo>
                    <a:pt x="16687" y="291287"/>
                  </a:lnTo>
                  <a:lnTo>
                    <a:pt x="16065" y="290868"/>
                  </a:lnTo>
                  <a:lnTo>
                    <a:pt x="15849" y="290449"/>
                  </a:lnTo>
                  <a:lnTo>
                    <a:pt x="15646" y="289826"/>
                  </a:lnTo>
                  <a:lnTo>
                    <a:pt x="15443" y="289407"/>
                  </a:lnTo>
                  <a:lnTo>
                    <a:pt x="12928" y="286905"/>
                  </a:lnTo>
                  <a:lnTo>
                    <a:pt x="10845" y="286067"/>
                  </a:lnTo>
                  <a:lnTo>
                    <a:pt x="6680" y="286067"/>
                  </a:lnTo>
                  <a:lnTo>
                    <a:pt x="4381" y="286905"/>
                  </a:lnTo>
                  <a:lnTo>
                    <a:pt x="2921" y="288569"/>
                  </a:lnTo>
                  <a:lnTo>
                    <a:pt x="2501" y="288988"/>
                  </a:lnTo>
                  <a:lnTo>
                    <a:pt x="2298" y="289407"/>
                  </a:lnTo>
                  <a:lnTo>
                    <a:pt x="1879" y="289826"/>
                  </a:lnTo>
                  <a:lnTo>
                    <a:pt x="1663" y="290245"/>
                  </a:lnTo>
                  <a:lnTo>
                    <a:pt x="1244" y="290868"/>
                  </a:lnTo>
                  <a:lnTo>
                    <a:pt x="838" y="291706"/>
                  </a:lnTo>
                  <a:lnTo>
                    <a:pt x="622" y="292328"/>
                  </a:lnTo>
                  <a:lnTo>
                    <a:pt x="622" y="293370"/>
                  </a:lnTo>
                  <a:lnTo>
                    <a:pt x="419" y="293789"/>
                  </a:lnTo>
                  <a:lnTo>
                    <a:pt x="419" y="295465"/>
                  </a:lnTo>
                  <a:lnTo>
                    <a:pt x="622" y="296087"/>
                  </a:lnTo>
                  <a:lnTo>
                    <a:pt x="622" y="296710"/>
                  </a:lnTo>
                  <a:lnTo>
                    <a:pt x="838" y="297129"/>
                  </a:lnTo>
                  <a:lnTo>
                    <a:pt x="1041" y="297751"/>
                  </a:lnTo>
                  <a:lnTo>
                    <a:pt x="1244" y="298170"/>
                  </a:lnTo>
                  <a:lnTo>
                    <a:pt x="1460" y="298792"/>
                  </a:lnTo>
                  <a:lnTo>
                    <a:pt x="2298" y="299631"/>
                  </a:lnTo>
                  <a:lnTo>
                    <a:pt x="2501" y="300050"/>
                  </a:lnTo>
                  <a:lnTo>
                    <a:pt x="4584" y="302133"/>
                  </a:lnTo>
                  <a:lnTo>
                    <a:pt x="6680" y="302971"/>
                  </a:lnTo>
                  <a:lnTo>
                    <a:pt x="9804" y="302971"/>
                  </a:lnTo>
                  <a:lnTo>
                    <a:pt x="10426" y="302768"/>
                  </a:lnTo>
                  <a:lnTo>
                    <a:pt x="11061" y="302768"/>
                  </a:lnTo>
                  <a:lnTo>
                    <a:pt x="11468" y="302552"/>
                  </a:lnTo>
                  <a:lnTo>
                    <a:pt x="12725" y="302133"/>
                  </a:lnTo>
                  <a:lnTo>
                    <a:pt x="13144" y="301929"/>
                  </a:lnTo>
                  <a:lnTo>
                    <a:pt x="13563" y="301510"/>
                  </a:lnTo>
                  <a:lnTo>
                    <a:pt x="13982" y="301307"/>
                  </a:lnTo>
                  <a:lnTo>
                    <a:pt x="15646" y="299631"/>
                  </a:lnTo>
                  <a:lnTo>
                    <a:pt x="16065" y="298792"/>
                  </a:lnTo>
                  <a:lnTo>
                    <a:pt x="16484" y="298170"/>
                  </a:lnTo>
                  <a:lnTo>
                    <a:pt x="16687" y="297751"/>
                  </a:lnTo>
                  <a:lnTo>
                    <a:pt x="16903" y="297129"/>
                  </a:lnTo>
                  <a:lnTo>
                    <a:pt x="17106" y="296710"/>
                  </a:lnTo>
                  <a:lnTo>
                    <a:pt x="17106" y="296087"/>
                  </a:lnTo>
                  <a:lnTo>
                    <a:pt x="17310" y="295465"/>
                  </a:lnTo>
                  <a:lnTo>
                    <a:pt x="17310" y="293370"/>
                  </a:lnTo>
                  <a:close/>
                </a:path>
                <a:path w="622935" h="629285">
                  <a:moveTo>
                    <a:pt x="17310" y="200317"/>
                  </a:moveTo>
                  <a:lnTo>
                    <a:pt x="17106" y="199694"/>
                  </a:lnTo>
                  <a:lnTo>
                    <a:pt x="17106" y="199059"/>
                  </a:lnTo>
                  <a:lnTo>
                    <a:pt x="16903" y="198653"/>
                  </a:lnTo>
                  <a:lnTo>
                    <a:pt x="16687" y="198018"/>
                  </a:lnTo>
                  <a:lnTo>
                    <a:pt x="16484" y="197599"/>
                  </a:lnTo>
                  <a:lnTo>
                    <a:pt x="16268" y="196977"/>
                  </a:lnTo>
                  <a:lnTo>
                    <a:pt x="15849" y="196557"/>
                  </a:lnTo>
                  <a:lnTo>
                    <a:pt x="15646" y="196138"/>
                  </a:lnTo>
                  <a:lnTo>
                    <a:pt x="13982" y="194475"/>
                  </a:lnTo>
                  <a:lnTo>
                    <a:pt x="13144" y="194056"/>
                  </a:lnTo>
                  <a:lnTo>
                    <a:pt x="12522" y="193636"/>
                  </a:lnTo>
                  <a:lnTo>
                    <a:pt x="11684" y="193217"/>
                  </a:lnTo>
                  <a:lnTo>
                    <a:pt x="11061" y="193014"/>
                  </a:lnTo>
                  <a:lnTo>
                    <a:pt x="10426" y="193014"/>
                  </a:lnTo>
                  <a:lnTo>
                    <a:pt x="7721" y="192392"/>
                  </a:lnTo>
                  <a:lnTo>
                    <a:pt x="4800" y="193433"/>
                  </a:lnTo>
                  <a:lnTo>
                    <a:pt x="2501" y="195732"/>
                  </a:lnTo>
                  <a:lnTo>
                    <a:pt x="2298" y="196138"/>
                  </a:lnTo>
                  <a:lnTo>
                    <a:pt x="1879" y="196557"/>
                  </a:lnTo>
                  <a:lnTo>
                    <a:pt x="1663" y="196977"/>
                  </a:lnTo>
                  <a:lnTo>
                    <a:pt x="1244" y="197396"/>
                  </a:lnTo>
                  <a:lnTo>
                    <a:pt x="838" y="198653"/>
                  </a:lnTo>
                  <a:lnTo>
                    <a:pt x="622" y="199059"/>
                  </a:lnTo>
                  <a:lnTo>
                    <a:pt x="622" y="200317"/>
                  </a:lnTo>
                  <a:lnTo>
                    <a:pt x="419" y="200736"/>
                  </a:lnTo>
                  <a:lnTo>
                    <a:pt x="419" y="202399"/>
                  </a:lnTo>
                  <a:lnTo>
                    <a:pt x="622" y="203034"/>
                  </a:lnTo>
                  <a:lnTo>
                    <a:pt x="622" y="203657"/>
                  </a:lnTo>
                  <a:lnTo>
                    <a:pt x="838" y="204076"/>
                  </a:lnTo>
                  <a:lnTo>
                    <a:pt x="1041" y="204698"/>
                  </a:lnTo>
                  <a:lnTo>
                    <a:pt x="1244" y="205117"/>
                  </a:lnTo>
                  <a:lnTo>
                    <a:pt x="1460" y="205740"/>
                  </a:lnTo>
                  <a:lnTo>
                    <a:pt x="2298" y="206578"/>
                  </a:lnTo>
                  <a:lnTo>
                    <a:pt x="2501" y="206997"/>
                  </a:lnTo>
                  <a:lnTo>
                    <a:pt x="4584" y="209080"/>
                  </a:lnTo>
                  <a:lnTo>
                    <a:pt x="6680" y="209918"/>
                  </a:lnTo>
                  <a:lnTo>
                    <a:pt x="9804" y="209918"/>
                  </a:lnTo>
                  <a:lnTo>
                    <a:pt x="11061" y="209499"/>
                  </a:lnTo>
                  <a:lnTo>
                    <a:pt x="11468" y="209499"/>
                  </a:lnTo>
                  <a:lnTo>
                    <a:pt x="12725" y="209080"/>
                  </a:lnTo>
                  <a:lnTo>
                    <a:pt x="13144" y="208876"/>
                  </a:lnTo>
                  <a:lnTo>
                    <a:pt x="13563" y="208457"/>
                  </a:lnTo>
                  <a:lnTo>
                    <a:pt x="13982" y="208241"/>
                  </a:lnTo>
                  <a:lnTo>
                    <a:pt x="15646" y="206578"/>
                  </a:lnTo>
                  <a:lnTo>
                    <a:pt x="16065" y="205740"/>
                  </a:lnTo>
                  <a:lnTo>
                    <a:pt x="16484" y="205117"/>
                  </a:lnTo>
                  <a:lnTo>
                    <a:pt x="16903" y="204279"/>
                  </a:lnTo>
                  <a:lnTo>
                    <a:pt x="17106" y="203657"/>
                  </a:lnTo>
                  <a:lnTo>
                    <a:pt x="17106" y="203034"/>
                  </a:lnTo>
                  <a:lnTo>
                    <a:pt x="17310" y="202399"/>
                  </a:lnTo>
                  <a:lnTo>
                    <a:pt x="17310" y="200317"/>
                  </a:lnTo>
                  <a:close/>
                </a:path>
                <a:path w="622935" h="629285">
                  <a:moveTo>
                    <a:pt x="49860" y="479691"/>
                  </a:moveTo>
                  <a:lnTo>
                    <a:pt x="49657" y="479069"/>
                  </a:lnTo>
                  <a:lnTo>
                    <a:pt x="49657" y="478447"/>
                  </a:lnTo>
                  <a:lnTo>
                    <a:pt x="49441" y="478028"/>
                  </a:lnTo>
                  <a:lnTo>
                    <a:pt x="49237" y="477393"/>
                  </a:lnTo>
                  <a:lnTo>
                    <a:pt x="49022" y="476986"/>
                  </a:lnTo>
                  <a:lnTo>
                    <a:pt x="48818" y="476351"/>
                  </a:lnTo>
                  <a:lnTo>
                    <a:pt x="48399" y="475932"/>
                  </a:lnTo>
                  <a:lnTo>
                    <a:pt x="48196" y="475526"/>
                  </a:lnTo>
                  <a:lnTo>
                    <a:pt x="46520" y="473849"/>
                  </a:lnTo>
                  <a:lnTo>
                    <a:pt x="45694" y="473430"/>
                  </a:lnTo>
                  <a:lnTo>
                    <a:pt x="45275" y="473011"/>
                  </a:lnTo>
                  <a:lnTo>
                    <a:pt x="44640" y="472808"/>
                  </a:lnTo>
                  <a:lnTo>
                    <a:pt x="44234" y="472605"/>
                  </a:lnTo>
                  <a:lnTo>
                    <a:pt x="43599" y="472389"/>
                  </a:lnTo>
                  <a:lnTo>
                    <a:pt x="42976" y="472389"/>
                  </a:lnTo>
                  <a:lnTo>
                    <a:pt x="40259" y="471766"/>
                  </a:lnTo>
                  <a:lnTo>
                    <a:pt x="37338" y="472808"/>
                  </a:lnTo>
                  <a:lnTo>
                    <a:pt x="35052" y="475107"/>
                  </a:lnTo>
                  <a:lnTo>
                    <a:pt x="34836" y="475526"/>
                  </a:lnTo>
                  <a:lnTo>
                    <a:pt x="34417" y="475932"/>
                  </a:lnTo>
                  <a:lnTo>
                    <a:pt x="34213" y="476351"/>
                  </a:lnTo>
                  <a:lnTo>
                    <a:pt x="33794" y="476986"/>
                  </a:lnTo>
                  <a:lnTo>
                    <a:pt x="33375" y="477812"/>
                  </a:lnTo>
                  <a:lnTo>
                    <a:pt x="33172" y="478447"/>
                  </a:lnTo>
                  <a:lnTo>
                    <a:pt x="33172" y="479069"/>
                  </a:lnTo>
                  <a:lnTo>
                    <a:pt x="32956" y="479691"/>
                  </a:lnTo>
                  <a:lnTo>
                    <a:pt x="32956" y="482828"/>
                  </a:lnTo>
                  <a:lnTo>
                    <a:pt x="33794" y="485114"/>
                  </a:lnTo>
                  <a:lnTo>
                    <a:pt x="35471" y="486575"/>
                  </a:lnTo>
                  <a:lnTo>
                    <a:pt x="36931" y="488035"/>
                  </a:lnTo>
                  <a:lnTo>
                    <a:pt x="39217" y="489077"/>
                  </a:lnTo>
                  <a:lnTo>
                    <a:pt x="42557" y="489077"/>
                  </a:lnTo>
                  <a:lnTo>
                    <a:pt x="42976" y="488873"/>
                  </a:lnTo>
                  <a:lnTo>
                    <a:pt x="43599" y="488670"/>
                  </a:lnTo>
                  <a:lnTo>
                    <a:pt x="44018" y="488670"/>
                  </a:lnTo>
                  <a:lnTo>
                    <a:pt x="44640" y="488454"/>
                  </a:lnTo>
                  <a:lnTo>
                    <a:pt x="45059" y="488251"/>
                  </a:lnTo>
                  <a:lnTo>
                    <a:pt x="45694" y="488035"/>
                  </a:lnTo>
                  <a:lnTo>
                    <a:pt x="46101" y="487616"/>
                  </a:lnTo>
                  <a:lnTo>
                    <a:pt x="46520" y="487413"/>
                  </a:lnTo>
                  <a:lnTo>
                    <a:pt x="47358" y="486575"/>
                  </a:lnTo>
                  <a:lnTo>
                    <a:pt x="48818" y="484911"/>
                  </a:lnTo>
                  <a:lnTo>
                    <a:pt x="49860" y="482828"/>
                  </a:lnTo>
                  <a:lnTo>
                    <a:pt x="49860" y="479691"/>
                  </a:lnTo>
                  <a:close/>
                </a:path>
                <a:path w="622935" h="629285">
                  <a:moveTo>
                    <a:pt x="49872" y="571500"/>
                  </a:moveTo>
                  <a:lnTo>
                    <a:pt x="49034" y="569417"/>
                  </a:lnTo>
                  <a:lnTo>
                    <a:pt x="47358" y="567956"/>
                  </a:lnTo>
                  <a:lnTo>
                    <a:pt x="45491" y="565861"/>
                  </a:lnTo>
                  <a:lnTo>
                    <a:pt x="42570" y="565035"/>
                  </a:lnTo>
                  <a:lnTo>
                    <a:pt x="39852" y="565658"/>
                  </a:lnTo>
                  <a:lnTo>
                    <a:pt x="39230" y="565658"/>
                  </a:lnTo>
                  <a:lnTo>
                    <a:pt x="38811" y="565861"/>
                  </a:lnTo>
                  <a:lnTo>
                    <a:pt x="38188" y="566077"/>
                  </a:lnTo>
                  <a:lnTo>
                    <a:pt x="37769" y="566280"/>
                  </a:lnTo>
                  <a:lnTo>
                    <a:pt x="37134" y="566496"/>
                  </a:lnTo>
                  <a:lnTo>
                    <a:pt x="36728" y="566915"/>
                  </a:lnTo>
                  <a:lnTo>
                    <a:pt x="36309" y="567118"/>
                  </a:lnTo>
                  <a:lnTo>
                    <a:pt x="34010" y="569417"/>
                  </a:lnTo>
                  <a:lnTo>
                    <a:pt x="32969" y="571703"/>
                  </a:lnTo>
                  <a:lnTo>
                    <a:pt x="32969" y="576084"/>
                  </a:lnTo>
                  <a:lnTo>
                    <a:pt x="33807" y="578180"/>
                  </a:lnTo>
                  <a:lnTo>
                    <a:pt x="35471" y="579640"/>
                  </a:lnTo>
                  <a:lnTo>
                    <a:pt x="36931" y="581304"/>
                  </a:lnTo>
                  <a:lnTo>
                    <a:pt x="39230" y="582142"/>
                  </a:lnTo>
                  <a:lnTo>
                    <a:pt x="42354" y="582142"/>
                  </a:lnTo>
                  <a:lnTo>
                    <a:pt x="42976" y="581926"/>
                  </a:lnTo>
                  <a:lnTo>
                    <a:pt x="43611" y="581926"/>
                  </a:lnTo>
                  <a:lnTo>
                    <a:pt x="44030" y="581723"/>
                  </a:lnTo>
                  <a:lnTo>
                    <a:pt x="44653" y="581520"/>
                  </a:lnTo>
                  <a:lnTo>
                    <a:pt x="45072" y="581304"/>
                  </a:lnTo>
                  <a:lnTo>
                    <a:pt x="45694" y="581101"/>
                  </a:lnTo>
                  <a:lnTo>
                    <a:pt x="46532" y="580263"/>
                  </a:lnTo>
                  <a:lnTo>
                    <a:pt x="46951" y="580059"/>
                  </a:lnTo>
                  <a:lnTo>
                    <a:pt x="48818" y="578180"/>
                  </a:lnTo>
                  <a:lnTo>
                    <a:pt x="49872" y="575881"/>
                  </a:lnTo>
                  <a:lnTo>
                    <a:pt x="49872" y="571500"/>
                  </a:lnTo>
                  <a:close/>
                </a:path>
                <a:path w="622935" h="629285">
                  <a:moveTo>
                    <a:pt x="49872" y="385584"/>
                  </a:moveTo>
                  <a:lnTo>
                    <a:pt x="49034" y="383298"/>
                  </a:lnTo>
                  <a:lnTo>
                    <a:pt x="47358" y="381838"/>
                  </a:lnTo>
                  <a:lnTo>
                    <a:pt x="45491" y="379742"/>
                  </a:lnTo>
                  <a:lnTo>
                    <a:pt x="42570" y="378917"/>
                  </a:lnTo>
                  <a:lnTo>
                    <a:pt x="39852" y="379539"/>
                  </a:lnTo>
                  <a:lnTo>
                    <a:pt x="39230" y="379539"/>
                  </a:lnTo>
                  <a:lnTo>
                    <a:pt x="38811" y="379742"/>
                  </a:lnTo>
                  <a:lnTo>
                    <a:pt x="38188" y="379958"/>
                  </a:lnTo>
                  <a:lnTo>
                    <a:pt x="37769" y="380161"/>
                  </a:lnTo>
                  <a:lnTo>
                    <a:pt x="37134" y="380377"/>
                  </a:lnTo>
                  <a:lnTo>
                    <a:pt x="36309" y="381203"/>
                  </a:lnTo>
                  <a:lnTo>
                    <a:pt x="35890" y="381419"/>
                  </a:lnTo>
                  <a:lnTo>
                    <a:pt x="35471" y="381838"/>
                  </a:lnTo>
                  <a:lnTo>
                    <a:pt x="34010" y="383501"/>
                  </a:lnTo>
                  <a:lnTo>
                    <a:pt x="32969" y="385584"/>
                  </a:lnTo>
                  <a:lnTo>
                    <a:pt x="32969" y="389966"/>
                  </a:lnTo>
                  <a:lnTo>
                    <a:pt x="33807" y="392061"/>
                  </a:lnTo>
                  <a:lnTo>
                    <a:pt x="35471" y="393522"/>
                  </a:lnTo>
                  <a:lnTo>
                    <a:pt x="36931" y="394982"/>
                  </a:lnTo>
                  <a:lnTo>
                    <a:pt x="39230" y="396024"/>
                  </a:lnTo>
                  <a:lnTo>
                    <a:pt x="42354" y="396024"/>
                  </a:lnTo>
                  <a:lnTo>
                    <a:pt x="42976" y="395808"/>
                  </a:lnTo>
                  <a:lnTo>
                    <a:pt x="43611" y="395808"/>
                  </a:lnTo>
                  <a:lnTo>
                    <a:pt x="44030" y="395605"/>
                  </a:lnTo>
                  <a:lnTo>
                    <a:pt x="44653" y="395401"/>
                  </a:lnTo>
                  <a:lnTo>
                    <a:pt x="45072" y="395185"/>
                  </a:lnTo>
                  <a:lnTo>
                    <a:pt x="45694" y="394982"/>
                  </a:lnTo>
                  <a:lnTo>
                    <a:pt x="46113" y="394563"/>
                  </a:lnTo>
                  <a:lnTo>
                    <a:pt x="46532" y="394347"/>
                  </a:lnTo>
                  <a:lnTo>
                    <a:pt x="47358" y="393522"/>
                  </a:lnTo>
                  <a:lnTo>
                    <a:pt x="48818" y="391845"/>
                  </a:lnTo>
                  <a:lnTo>
                    <a:pt x="49872" y="389763"/>
                  </a:lnTo>
                  <a:lnTo>
                    <a:pt x="49872" y="385584"/>
                  </a:lnTo>
                  <a:close/>
                </a:path>
                <a:path w="622935" h="629285">
                  <a:moveTo>
                    <a:pt x="49872" y="292328"/>
                  </a:moveTo>
                  <a:lnTo>
                    <a:pt x="49034" y="290245"/>
                  </a:lnTo>
                  <a:lnTo>
                    <a:pt x="47371" y="288785"/>
                  </a:lnTo>
                  <a:lnTo>
                    <a:pt x="46532" y="287947"/>
                  </a:lnTo>
                  <a:lnTo>
                    <a:pt x="46113" y="287743"/>
                  </a:lnTo>
                  <a:lnTo>
                    <a:pt x="45694" y="287324"/>
                  </a:lnTo>
                  <a:lnTo>
                    <a:pt x="45072" y="287108"/>
                  </a:lnTo>
                  <a:lnTo>
                    <a:pt x="44653" y="286905"/>
                  </a:lnTo>
                  <a:lnTo>
                    <a:pt x="44234" y="286702"/>
                  </a:lnTo>
                  <a:lnTo>
                    <a:pt x="43611" y="286486"/>
                  </a:lnTo>
                  <a:lnTo>
                    <a:pt x="42989" y="286486"/>
                  </a:lnTo>
                  <a:lnTo>
                    <a:pt x="40271" y="285864"/>
                  </a:lnTo>
                  <a:lnTo>
                    <a:pt x="37350" y="286905"/>
                  </a:lnTo>
                  <a:lnTo>
                    <a:pt x="34010" y="290245"/>
                  </a:lnTo>
                  <a:lnTo>
                    <a:pt x="32969" y="292544"/>
                  </a:lnTo>
                  <a:lnTo>
                    <a:pt x="32969" y="296710"/>
                  </a:lnTo>
                  <a:lnTo>
                    <a:pt x="33807" y="299008"/>
                  </a:lnTo>
                  <a:lnTo>
                    <a:pt x="35471" y="300469"/>
                  </a:lnTo>
                  <a:lnTo>
                    <a:pt x="36931" y="302133"/>
                  </a:lnTo>
                  <a:lnTo>
                    <a:pt x="39230" y="302971"/>
                  </a:lnTo>
                  <a:lnTo>
                    <a:pt x="42354" y="302971"/>
                  </a:lnTo>
                  <a:lnTo>
                    <a:pt x="42989" y="302768"/>
                  </a:lnTo>
                  <a:lnTo>
                    <a:pt x="43611" y="302768"/>
                  </a:lnTo>
                  <a:lnTo>
                    <a:pt x="44030" y="302552"/>
                  </a:lnTo>
                  <a:lnTo>
                    <a:pt x="45275" y="302133"/>
                  </a:lnTo>
                  <a:lnTo>
                    <a:pt x="45694" y="301929"/>
                  </a:lnTo>
                  <a:lnTo>
                    <a:pt x="46113" y="301510"/>
                  </a:lnTo>
                  <a:lnTo>
                    <a:pt x="46532" y="301307"/>
                  </a:lnTo>
                  <a:lnTo>
                    <a:pt x="48831" y="299008"/>
                  </a:lnTo>
                  <a:lnTo>
                    <a:pt x="49872" y="296710"/>
                  </a:lnTo>
                  <a:lnTo>
                    <a:pt x="49872" y="292328"/>
                  </a:lnTo>
                  <a:close/>
                </a:path>
                <a:path w="622935" h="629285">
                  <a:moveTo>
                    <a:pt x="50076" y="200317"/>
                  </a:moveTo>
                  <a:lnTo>
                    <a:pt x="49860" y="199682"/>
                  </a:lnTo>
                  <a:lnTo>
                    <a:pt x="49860" y="199059"/>
                  </a:lnTo>
                  <a:lnTo>
                    <a:pt x="49657" y="198640"/>
                  </a:lnTo>
                  <a:lnTo>
                    <a:pt x="49441" y="198018"/>
                  </a:lnTo>
                  <a:lnTo>
                    <a:pt x="49237" y="197599"/>
                  </a:lnTo>
                  <a:lnTo>
                    <a:pt x="49022" y="196977"/>
                  </a:lnTo>
                  <a:lnTo>
                    <a:pt x="48615" y="196557"/>
                  </a:lnTo>
                  <a:lnTo>
                    <a:pt x="48399" y="196138"/>
                  </a:lnTo>
                  <a:lnTo>
                    <a:pt x="46736" y="194475"/>
                  </a:lnTo>
                  <a:lnTo>
                    <a:pt x="45897" y="194056"/>
                  </a:lnTo>
                  <a:lnTo>
                    <a:pt x="45478" y="193636"/>
                  </a:lnTo>
                  <a:lnTo>
                    <a:pt x="44234" y="193217"/>
                  </a:lnTo>
                  <a:lnTo>
                    <a:pt x="43815" y="193014"/>
                  </a:lnTo>
                  <a:lnTo>
                    <a:pt x="43180" y="193014"/>
                  </a:lnTo>
                  <a:lnTo>
                    <a:pt x="40474" y="192379"/>
                  </a:lnTo>
                  <a:lnTo>
                    <a:pt x="37553" y="193433"/>
                  </a:lnTo>
                  <a:lnTo>
                    <a:pt x="35255" y="195719"/>
                  </a:lnTo>
                  <a:lnTo>
                    <a:pt x="35052" y="196138"/>
                  </a:lnTo>
                  <a:lnTo>
                    <a:pt x="34632" y="196557"/>
                  </a:lnTo>
                  <a:lnTo>
                    <a:pt x="34417" y="196977"/>
                  </a:lnTo>
                  <a:lnTo>
                    <a:pt x="34010" y="197396"/>
                  </a:lnTo>
                  <a:lnTo>
                    <a:pt x="33591" y="198640"/>
                  </a:lnTo>
                  <a:lnTo>
                    <a:pt x="33375" y="199059"/>
                  </a:lnTo>
                  <a:lnTo>
                    <a:pt x="33375" y="199682"/>
                  </a:lnTo>
                  <a:lnTo>
                    <a:pt x="33172" y="200317"/>
                  </a:lnTo>
                  <a:lnTo>
                    <a:pt x="33172" y="203657"/>
                  </a:lnTo>
                  <a:lnTo>
                    <a:pt x="34010" y="205740"/>
                  </a:lnTo>
                  <a:lnTo>
                    <a:pt x="35674" y="207200"/>
                  </a:lnTo>
                  <a:lnTo>
                    <a:pt x="37134" y="208864"/>
                  </a:lnTo>
                  <a:lnTo>
                    <a:pt x="39217" y="209702"/>
                  </a:lnTo>
                  <a:lnTo>
                    <a:pt x="41516" y="209702"/>
                  </a:lnTo>
                  <a:lnTo>
                    <a:pt x="42557" y="209702"/>
                  </a:lnTo>
                  <a:lnTo>
                    <a:pt x="43815" y="209283"/>
                  </a:lnTo>
                  <a:lnTo>
                    <a:pt x="44234" y="209283"/>
                  </a:lnTo>
                  <a:lnTo>
                    <a:pt x="45478" y="208864"/>
                  </a:lnTo>
                  <a:lnTo>
                    <a:pt x="45897" y="208661"/>
                  </a:lnTo>
                  <a:lnTo>
                    <a:pt x="46316" y="208241"/>
                  </a:lnTo>
                  <a:lnTo>
                    <a:pt x="46736" y="208038"/>
                  </a:lnTo>
                  <a:lnTo>
                    <a:pt x="49022" y="205740"/>
                  </a:lnTo>
                  <a:lnTo>
                    <a:pt x="50076" y="203441"/>
                  </a:lnTo>
                  <a:lnTo>
                    <a:pt x="50076" y="200317"/>
                  </a:lnTo>
                  <a:close/>
                </a:path>
                <a:path w="622935" h="629285">
                  <a:moveTo>
                    <a:pt x="82410" y="572757"/>
                  </a:moveTo>
                  <a:lnTo>
                    <a:pt x="82207" y="572135"/>
                  </a:lnTo>
                  <a:lnTo>
                    <a:pt x="82207" y="571715"/>
                  </a:lnTo>
                  <a:lnTo>
                    <a:pt x="81991" y="571093"/>
                  </a:lnTo>
                  <a:lnTo>
                    <a:pt x="81788" y="570674"/>
                  </a:lnTo>
                  <a:lnTo>
                    <a:pt x="81584" y="570255"/>
                  </a:lnTo>
                  <a:lnTo>
                    <a:pt x="81368" y="569633"/>
                  </a:lnTo>
                  <a:lnTo>
                    <a:pt x="80530" y="568794"/>
                  </a:lnTo>
                  <a:lnTo>
                    <a:pt x="80327" y="568375"/>
                  </a:lnTo>
                  <a:lnTo>
                    <a:pt x="79070" y="567131"/>
                  </a:lnTo>
                  <a:lnTo>
                    <a:pt x="78244" y="566712"/>
                  </a:lnTo>
                  <a:lnTo>
                    <a:pt x="77825" y="566293"/>
                  </a:lnTo>
                  <a:lnTo>
                    <a:pt x="77203" y="566089"/>
                  </a:lnTo>
                  <a:lnTo>
                    <a:pt x="76784" y="565873"/>
                  </a:lnTo>
                  <a:lnTo>
                    <a:pt x="76149" y="565670"/>
                  </a:lnTo>
                  <a:lnTo>
                    <a:pt x="75742" y="565670"/>
                  </a:lnTo>
                  <a:lnTo>
                    <a:pt x="73025" y="565035"/>
                  </a:lnTo>
                  <a:lnTo>
                    <a:pt x="70104" y="566089"/>
                  </a:lnTo>
                  <a:lnTo>
                    <a:pt x="68224" y="567956"/>
                  </a:lnTo>
                  <a:lnTo>
                    <a:pt x="66560" y="569417"/>
                  </a:lnTo>
                  <a:lnTo>
                    <a:pt x="65722" y="571715"/>
                  </a:lnTo>
                  <a:lnTo>
                    <a:pt x="65722" y="574852"/>
                  </a:lnTo>
                  <a:lnTo>
                    <a:pt x="65925" y="575475"/>
                  </a:lnTo>
                  <a:lnTo>
                    <a:pt x="65925" y="576097"/>
                  </a:lnTo>
                  <a:lnTo>
                    <a:pt x="66141" y="576516"/>
                  </a:lnTo>
                  <a:lnTo>
                    <a:pt x="66344" y="577138"/>
                  </a:lnTo>
                  <a:lnTo>
                    <a:pt x="66560" y="577557"/>
                  </a:lnTo>
                  <a:lnTo>
                    <a:pt x="66763" y="578180"/>
                  </a:lnTo>
                  <a:lnTo>
                    <a:pt x="67183" y="578599"/>
                  </a:lnTo>
                  <a:lnTo>
                    <a:pt x="67386" y="579018"/>
                  </a:lnTo>
                  <a:lnTo>
                    <a:pt x="68224" y="579856"/>
                  </a:lnTo>
                  <a:lnTo>
                    <a:pt x="69684" y="581520"/>
                  </a:lnTo>
                  <a:lnTo>
                    <a:pt x="71983" y="582358"/>
                  </a:lnTo>
                  <a:lnTo>
                    <a:pt x="75107" y="582358"/>
                  </a:lnTo>
                  <a:lnTo>
                    <a:pt x="75742" y="582155"/>
                  </a:lnTo>
                  <a:lnTo>
                    <a:pt x="76365" y="582155"/>
                  </a:lnTo>
                  <a:lnTo>
                    <a:pt x="77203" y="581736"/>
                  </a:lnTo>
                  <a:lnTo>
                    <a:pt x="77825" y="581520"/>
                  </a:lnTo>
                  <a:lnTo>
                    <a:pt x="78244" y="581317"/>
                  </a:lnTo>
                  <a:lnTo>
                    <a:pt x="79070" y="580478"/>
                  </a:lnTo>
                  <a:lnTo>
                    <a:pt x="79489" y="580275"/>
                  </a:lnTo>
                  <a:lnTo>
                    <a:pt x="80327" y="579437"/>
                  </a:lnTo>
                  <a:lnTo>
                    <a:pt x="80530" y="579018"/>
                  </a:lnTo>
                  <a:lnTo>
                    <a:pt x="80949" y="578599"/>
                  </a:lnTo>
                  <a:lnTo>
                    <a:pt x="81165" y="578180"/>
                  </a:lnTo>
                  <a:lnTo>
                    <a:pt x="81584" y="577773"/>
                  </a:lnTo>
                  <a:lnTo>
                    <a:pt x="81788" y="577138"/>
                  </a:lnTo>
                  <a:lnTo>
                    <a:pt x="81991" y="576719"/>
                  </a:lnTo>
                  <a:lnTo>
                    <a:pt x="82207" y="576097"/>
                  </a:lnTo>
                  <a:lnTo>
                    <a:pt x="82207" y="574852"/>
                  </a:lnTo>
                  <a:lnTo>
                    <a:pt x="82410" y="574433"/>
                  </a:lnTo>
                  <a:lnTo>
                    <a:pt x="82410" y="572757"/>
                  </a:lnTo>
                  <a:close/>
                </a:path>
                <a:path w="622935" h="629285">
                  <a:moveTo>
                    <a:pt x="82410" y="386638"/>
                  </a:moveTo>
                  <a:lnTo>
                    <a:pt x="82207" y="386003"/>
                  </a:lnTo>
                  <a:lnTo>
                    <a:pt x="82207" y="385381"/>
                  </a:lnTo>
                  <a:lnTo>
                    <a:pt x="81991" y="384962"/>
                  </a:lnTo>
                  <a:lnTo>
                    <a:pt x="81788" y="384340"/>
                  </a:lnTo>
                  <a:lnTo>
                    <a:pt x="81584" y="383921"/>
                  </a:lnTo>
                  <a:lnTo>
                    <a:pt x="81368" y="383298"/>
                  </a:lnTo>
                  <a:lnTo>
                    <a:pt x="80530" y="382460"/>
                  </a:lnTo>
                  <a:lnTo>
                    <a:pt x="80327" y="382041"/>
                  </a:lnTo>
                  <a:lnTo>
                    <a:pt x="79489" y="381215"/>
                  </a:lnTo>
                  <a:lnTo>
                    <a:pt x="79070" y="381000"/>
                  </a:lnTo>
                  <a:lnTo>
                    <a:pt x="78663" y="380580"/>
                  </a:lnTo>
                  <a:lnTo>
                    <a:pt x="78244" y="380377"/>
                  </a:lnTo>
                  <a:lnTo>
                    <a:pt x="77825" y="379958"/>
                  </a:lnTo>
                  <a:lnTo>
                    <a:pt x="77203" y="379755"/>
                  </a:lnTo>
                  <a:lnTo>
                    <a:pt x="76784" y="379539"/>
                  </a:lnTo>
                  <a:lnTo>
                    <a:pt x="76149" y="379336"/>
                  </a:lnTo>
                  <a:lnTo>
                    <a:pt x="75742" y="379336"/>
                  </a:lnTo>
                  <a:lnTo>
                    <a:pt x="73025" y="378701"/>
                  </a:lnTo>
                  <a:lnTo>
                    <a:pt x="70104" y="379755"/>
                  </a:lnTo>
                  <a:lnTo>
                    <a:pt x="67386" y="382460"/>
                  </a:lnTo>
                  <a:lnTo>
                    <a:pt x="67183" y="382879"/>
                  </a:lnTo>
                  <a:lnTo>
                    <a:pt x="66763" y="383298"/>
                  </a:lnTo>
                  <a:lnTo>
                    <a:pt x="66560" y="383717"/>
                  </a:lnTo>
                  <a:lnTo>
                    <a:pt x="66344" y="384340"/>
                  </a:lnTo>
                  <a:lnTo>
                    <a:pt x="66141" y="384759"/>
                  </a:lnTo>
                  <a:lnTo>
                    <a:pt x="65925" y="385381"/>
                  </a:lnTo>
                  <a:lnTo>
                    <a:pt x="65925" y="386003"/>
                  </a:lnTo>
                  <a:lnTo>
                    <a:pt x="65722" y="386638"/>
                  </a:lnTo>
                  <a:lnTo>
                    <a:pt x="65722" y="388721"/>
                  </a:lnTo>
                  <a:lnTo>
                    <a:pt x="65925" y="389343"/>
                  </a:lnTo>
                  <a:lnTo>
                    <a:pt x="65925" y="389978"/>
                  </a:lnTo>
                  <a:lnTo>
                    <a:pt x="66141" y="390385"/>
                  </a:lnTo>
                  <a:lnTo>
                    <a:pt x="66344" y="391020"/>
                  </a:lnTo>
                  <a:lnTo>
                    <a:pt x="66560" y="391439"/>
                  </a:lnTo>
                  <a:lnTo>
                    <a:pt x="66763" y="392061"/>
                  </a:lnTo>
                  <a:lnTo>
                    <a:pt x="67183" y="392480"/>
                  </a:lnTo>
                  <a:lnTo>
                    <a:pt x="67386" y="392899"/>
                  </a:lnTo>
                  <a:lnTo>
                    <a:pt x="69684" y="395185"/>
                  </a:lnTo>
                  <a:lnTo>
                    <a:pt x="71983" y="396227"/>
                  </a:lnTo>
                  <a:lnTo>
                    <a:pt x="75107" y="396227"/>
                  </a:lnTo>
                  <a:lnTo>
                    <a:pt x="75742" y="396024"/>
                  </a:lnTo>
                  <a:lnTo>
                    <a:pt x="76365" y="396024"/>
                  </a:lnTo>
                  <a:lnTo>
                    <a:pt x="77203" y="395605"/>
                  </a:lnTo>
                  <a:lnTo>
                    <a:pt x="77825" y="395401"/>
                  </a:lnTo>
                  <a:lnTo>
                    <a:pt x="78244" y="395185"/>
                  </a:lnTo>
                  <a:lnTo>
                    <a:pt x="78663" y="394766"/>
                  </a:lnTo>
                  <a:lnTo>
                    <a:pt x="79070" y="394563"/>
                  </a:lnTo>
                  <a:lnTo>
                    <a:pt x="80327" y="393306"/>
                  </a:lnTo>
                  <a:lnTo>
                    <a:pt x="80530" y="392899"/>
                  </a:lnTo>
                  <a:lnTo>
                    <a:pt x="80949" y="392480"/>
                  </a:lnTo>
                  <a:lnTo>
                    <a:pt x="81165" y="392061"/>
                  </a:lnTo>
                  <a:lnTo>
                    <a:pt x="81584" y="391439"/>
                  </a:lnTo>
                  <a:lnTo>
                    <a:pt x="81991" y="390601"/>
                  </a:lnTo>
                  <a:lnTo>
                    <a:pt x="82207" y="389978"/>
                  </a:lnTo>
                  <a:lnTo>
                    <a:pt x="82207" y="388721"/>
                  </a:lnTo>
                  <a:lnTo>
                    <a:pt x="82410" y="388302"/>
                  </a:lnTo>
                  <a:lnTo>
                    <a:pt x="82410" y="386638"/>
                  </a:lnTo>
                  <a:close/>
                </a:path>
                <a:path w="622935" h="629285">
                  <a:moveTo>
                    <a:pt x="82423" y="479488"/>
                  </a:moveTo>
                  <a:lnTo>
                    <a:pt x="82003" y="478231"/>
                  </a:lnTo>
                  <a:lnTo>
                    <a:pt x="82003" y="477812"/>
                  </a:lnTo>
                  <a:lnTo>
                    <a:pt x="81788" y="477189"/>
                  </a:lnTo>
                  <a:lnTo>
                    <a:pt x="81584" y="476770"/>
                  </a:lnTo>
                  <a:lnTo>
                    <a:pt x="81381" y="476148"/>
                  </a:lnTo>
                  <a:lnTo>
                    <a:pt x="80543" y="475310"/>
                  </a:lnTo>
                  <a:lnTo>
                    <a:pt x="80327" y="474891"/>
                  </a:lnTo>
                  <a:lnTo>
                    <a:pt x="79082" y="473646"/>
                  </a:lnTo>
                  <a:lnTo>
                    <a:pt x="78244" y="473227"/>
                  </a:lnTo>
                  <a:lnTo>
                    <a:pt x="77825" y="472808"/>
                  </a:lnTo>
                  <a:lnTo>
                    <a:pt x="77203" y="472605"/>
                  </a:lnTo>
                  <a:lnTo>
                    <a:pt x="76784" y="472389"/>
                  </a:lnTo>
                  <a:lnTo>
                    <a:pt x="76161" y="472186"/>
                  </a:lnTo>
                  <a:lnTo>
                    <a:pt x="75742" y="472186"/>
                  </a:lnTo>
                  <a:lnTo>
                    <a:pt x="73025" y="471551"/>
                  </a:lnTo>
                  <a:lnTo>
                    <a:pt x="70104" y="472605"/>
                  </a:lnTo>
                  <a:lnTo>
                    <a:pt x="67398" y="475310"/>
                  </a:lnTo>
                  <a:lnTo>
                    <a:pt x="67183" y="475729"/>
                  </a:lnTo>
                  <a:lnTo>
                    <a:pt x="66776" y="476148"/>
                  </a:lnTo>
                  <a:lnTo>
                    <a:pt x="66560" y="476770"/>
                  </a:lnTo>
                  <a:lnTo>
                    <a:pt x="66141" y="477608"/>
                  </a:lnTo>
                  <a:lnTo>
                    <a:pt x="65938" y="478231"/>
                  </a:lnTo>
                  <a:lnTo>
                    <a:pt x="65938" y="478853"/>
                  </a:lnTo>
                  <a:lnTo>
                    <a:pt x="65722" y="479488"/>
                  </a:lnTo>
                  <a:lnTo>
                    <a:pt x="65722" y="482828"/>
                  </a:lnTo>
                  <a:lnTo>
                    <a:pt x="66560" y="484911"/>
                  </a:lnTo>
                  <a:lnTo>
                    <a:pt x="68237" y="486371"/>
                  </a:lnTo>
                  <a:lnTo>
                    <a:pt x="69697" y="487832"/>
                  </a:lnTo>
                  <a:lnTo>
                    <a:pt x="71983" y="488873"/>
                  </a:lnTo>
                  <a:lnTo>
                    <a:pt x="74079" y="488873"/>
                  </a:lnTo>
                  <a:lnTo>
                    <a:pt x="74701" y="489077"/>
                  </a:lnTo>
                  <a:lnTo>
                    <a:pt x="75323" y="489077"/>
                  </a:lnTo>
                  <a:lnTo>
                    <a:pt x="75742" y="488873"/>
                  </a:lnTo>
                  <a:lnTo>
                    <a:pt x="76365" y="488670"/>
                  </a:lnTo>
                  <a:lnTo>
                    <a:pt x="76784" y="488670"/>
                  </a:lnTo>
                  <a:lnTo>
                    <a:pt x="77203" y="488454"/>
                  </a:lnTo>
                  <a:lnTo>
                    <a:pt x="77825" y="488251"/>
                  </a:lnTo>
                  <a:lnTo>
                    <a:pt x="78244" y="488035"/>
                  </a:lnTo>
                  <a:lnTo>
                    <a:pt x="78663" y="487616"/>
                  </a:lnTo>
                  <a:lnTo>
                    <a:pt x="79082" y="487413"/>
                  </a:lnTo>
                  <a:lnTo>
                    <a:pt x="80327" y="486156"/>
                  </a:lnTo>
                  <a:lnTo>
                    <a:pt x="80543" y="485749"/>
                  </a:lnTo>
                  <a:lnTo>
                    <a:pt x="80962" y="485330"/>
                  </a:lnTo>
                  <a:lnTo>
                    <a:pt x="81165" y="484911"/>
                  </a:lnTo>
                  <a:lnTo>
                    <a:pt x="81584" y="484289"/>
                  </a:lnTo>
                  <a:lnTo>
                    <a:pt x="82003" y="483450"/>
                  </a:lnTo>
                  <a:lnTo>
                    <a:pt x="82207" y="482828"/>
                  </a:lnTo>
                  <a:lnTo>
                    <a:pt x="82207" y="481571"/>
                  </a:lnTo>
                  <a:lnTo>
                    <a:pt x="82423" y="481152"/>
                  </a:lnTo>
                  <a:lnTo>
                    <a:pt x="82423" y="479488"/>
                  </a:lnTo>
                  <a:close/>
                </a:path>
                <a:path w="622935" h="629285">
                  <a:moveTo>
                    <a:pt x="82626" y="293370"/>
                  </a:moveTo>
                  <a:lnTo>
                    <a:pt x="82207" y="292125"/>
                  </a:lnTo>
                  <a:lnTo>
                    <a:pt x="82207" y="291706"/>
                  </a:lnTo>
                  <a:lnTo>
                    <a:pt x="82003" y="291287"/>
                  </a:lnTo>
                  <a:lnTo>
                    <a:pt x="81584" y="290868"/>
                  </a:lnTo>
                  <a:lnTo>
                    <a:pt x="81368" y="290449"/>
                  </a:lnTo>
                  <a:lnTo>
                    <a:pt x="81165" y="289826"/>
                  </a:lnTo>
                  <a:lnTo>
                    <a:pt x="80746" y="289407"/>
                  </a:lnTo>
                  <a:lnTo>
                    <a:pt x="80543" y="288988"/>
                  </a:lnTo>
                  <a:lnTo>
                    <a:pt x="79286" y="287743"/>
                  </a:lnTo>
                  <a:lnTo>
                    <a:pt x="78447" y="287324"/>
                  </a:lnTo>
                  <a:lnTo>
                    <a:pt x="78041" y="286905"/>
                  </a:lnTo>
                  <a:lnTo>
                    <a:pt x="77406" y="286702"/>
                  </a:lnTo>
                  <a:lnTo>
                    <a:pt x="76987" y="286486"/>
                  </a:lnTo>
                  <a:lnTo>
                    <a:pt x="76365" y="286283"/>
                  </a:lnTo>
                  <a:lnTo>
                    <a:pt x="75946" y="286283"/>
                  </a:lnTo>
                  <a:lnTo>
                    <a:pt x="73240" y="285648"/>
                  </a:lnTo>
                  <a:lnTo>
                    <a:pt x="70319" y="286702"/>
                  </a:lnTo>
                  <a:lnTo>
                    <a:pt x="68440" y="288569"/>
                  </a:lnTo>
                  <a:lnTo>
                    <a:pt x="66763" y="290029"/>
                  </a:lnTo>
                  <a:lnTo>
                    <a:pt x="65938" y="292328"/>
                  </a:lnTo>
                  <a:lnTo>
                    <a:pt x="65938" y="295465"/>
                  </a:lnTo>
                  <a:lnTo>
                    <a:pt x="66141" y="296087"/>
                  </a:lnTo>
                  <a:lnTo>
                    <a:pt x="66141" y="296710"/>
                  </a:lnTo>
                  <a:lnTo>
                    <a:pt x="66357" y="297129"/>
                  </a:lnTo>
                  <a:lnTo>
                    <a:pt x="66560" y="297751"/>
                  </a:lnTo>
                  <a:lnTo>
                    <a:pt x="66763" y="298170"/>
                  </a:lnTo>
                  <a:lnTo>
                    <a:pt x="66979" y="298792"/>
                  </a:lnTo>
                  <a:lnTo>
                    <a:pt x="67398" y="299212"/>
                  </a:lnTo>
                  <a:lnTo>
                    <a:pt x="67602" y="299631"/>
                  </a:lnTo>
                  <a:lnTo>
                    <a:pt x="68440" y="300469"/>
                  </a:lnTo>
                  <a:lnTo>
                    <a:pt x="69900" y="302133"/>
                  </a:lnTo>
                  <a:lnTo>
                    <a:pt x="72199" y="302971"/>
                  </a:lnTo>
                  <a:lnTo>
                    <a:pt x="76365" y="302971"/>
                  </a:lnTo>
                  <a:lnTo>
                    <a:pt x="78663" y="302133"/>
                  </a:lnTo>
                  <a:lnTo>
                    <a:pt x="80124" y="300469"/>
                  </a:lnTo>
                  <a:lnTo>
                    <a:pt x="80543" y="300050"/>
                  </a:lnTo>
                  <a:lnTo>
                    <a:pt x="80746" y="299631"/>
                  </a:lnTo>
                  <a:lnTo>
                    <a:pt x="81165" y="299212"/>
                  </a:lnTo>
                  <a:lnTo>
                    <a:pt x="81368" y="298792"/>
                  </a:lnTo>
                  <a:lnTo>
                    <a:pt x="81788" y="298170"/>
                  </a:lnTo>
                  <a:lnTo>
                    <a:pt x="82003" y="297751"/>
                  </a:lnTo>
                  <a:lnTo>
                    <a:pt x="82207" y="297129"/>
                  </a:lnTo>
                  <a:lnTo>
                    <a:pt x="82423" y="296710"/>
                  </a:lnTo>
                  <a:lnTo>
                    <a:pt x="82423" y="295465"/>
                  </a:lnTo>
                  <a:lnTo>
                    <a:pt x="82626" y="295046"/>
                  </a:lnTo>
                  <a:lnTo>
                    <a:pt x="82626" y="293370"/>
                  </a:lnTo>
                  <a:close/>
                </a:path>
                <a:path w="622935" h="629285">
                  <a:moveTo>
                    <a:pt x="82626" y="200317"/>
                  </a:moveTo>
                  <a:lnTo>
                    <a:pt x="82207" y="199059"/>
                  </a:lnTo>
                  <a:lnTo>
                    <a:pt x="82207" y="198653"/>
                  </a:lnTo>
                  <a:lnTo>
                    <a:pt x="82003" y="198018"/>
                  </a:lnTo>
                  <a:lnTo>
                    <a:pt x="81788" y="197599"/>
                  </a:lnTo>
                  <a:lnTo>
                    <a:pt x="81584" y="196977"/>
                  </a:lnTo>
                  <a:lnTo>
                    <a:pt x="80746" y="196138"/>
                  </a:lnTo>
                  <a:lnTo>
                    <a:pt x="80543" y="195732"/>
                  </a:lnTo>
                  <a:lnTo>
                    <a:pt x="79286" y="194475"/>
                  </a:lnTo>
                  <a:lnTo>
                    <a:pt x="78447" y="194056"/>
                  </a:lnTo>
                  <a:lnTo>
                    <a:pt x="78041" y="193636"/>
                  </a:lnTo>
                  <a:lnTo>
                    <a:pt x="77406" y="193433"/>
                  </a:lnTo>
                  <a:lnTo>
                    <a:pt x="76987" y="193217"/>
                  </a:lnTo>
                  <a:lnTo>
                    <a:pt x="76365" y="193014"/>
                  </a:lnTo>
                  <a:lnTo>
                    <a:pt x="75946" y="193014"/>
                  </a:lnTo>
                  <a:lnTo>
                    <a:pt x="73240" y="192392"/>
                  </a:lnTo>
                  <a:lnTo>
                    <a:pt x="70319" y="193433"/>
                  </a:lnTo>
                  <a:lnTo>
                    <a:pt x="67602" y="196138"/>
                  </a:lnTo>
                  <a:lnTo>
                    <a:pt x="67398" y="196557"/>
                  </a:lnTo>
                  <a:lnTo>
                    <a:pt x="66979" y="196977"/>
                  </a:lnTo>
                  <a:lnTo>
                    <a:pt x="66763" y="197396"/>
                  </a:lnTo>
                  <a:lnTo>
                    <a:pt x="66560" y="198018"/>
                  </a:lnTo>
                  <a:lnTo>
                    <a:pt x="66357" y="198437"/>
                  </a:lnTo>
                  <a:lnTo>
                    <a:pt x="66141" y="199059"/>
                  </a:lnTo>
                  <a:lnTo>
                    <a:pt x="66141" y="199694"/>
                  </a:lnTo>
                  <a:lnTo>
                    <a:pt x="65938" y="200317"/>
                  </a:lnTo>
                  <a:lnTo>
                    <a:pt x="65938" y="202399"/>
                  </a:lnTo>
                  <a:lnTo>
                    <a:pt x="66141" y="203034"/>
                  </a:lnTo>
                  <a:lnTo>
                    <a:pt x="66141" y="203657"/>
                  </a:lnTo>
                  <a:lnTo>
                    <a:pt x="66357" y="204076"/>
                  </a:lnTo>
                  <a:lnTo>
                    <a:pt x="66560" y="204698"/>
                  </a:lnTo>
                  <a:lnTo>
                    <a:pt x="66763" y="205117"/>
                  </a:lnTo>
                  <a:lnTo>
                    <a:pt x="66979" y="205740"/>
                  </a:lnTo>
                  <a:lnTo>
                    <a:pt x="67398" y="206159"/>
                  </a:lnTo>
                  <a:lnTo>
                    <a:pt x="67602" y="206578"/>
                  </a:lnTo>
                  <a:lnTo>
                    <a:pt x="68440" y="207416"/>
                  </a:lnTo>
                  <a:lnTo>
                    <a:pt x="69900" y="209080"/>
                  </a:lnTo>
                  <a:lnTo>
                    <a:pt x="72199" y="209918"/>
                  </a:lnTo>
                  <a:lnTo>
                    <a:pt x="76365" y="209918"/>
                  </a:lnTo>
                  <a:lnTo>
                    <a:pt x="78663" y="209080"/>
                  </a:lnTo>
                  <a:lnTo>
                    <a:pt x="80124" y="207416"/>
                  </a:lnTo>
                  <a:lnTo>
                    <a:pt x="80543" y="206997"/>
                  </a:lnTo>
                  <a:lnTo>
                    <a:pt x="80746" y="206578"/>
                  </a:lnTo>
                  <a:lnTo>
                    <a:pt x="81165" y="206159"/>
                  </a:lnTo>
                  <a:lnTo>
                    <a:pt x="81368" y="205740"/>
                  </a:lnTo>
                  <a:lnTo>
                    <a:pt x="81788" y="205117"/>
                  </a:lnTo>
                  <a:lnTo>
                    <a:pt x="82207" y="204279"/>
                  </a:lnTo>
                  <a:lnTo>
                    <a:pt x="82423" y="203657"/>
                  </a:lnTo>
                  <a:lnTo>
                    <a:pt x="82423" y="202399"/>
                  </a:lnTo>
                  <a:lnTo>
                    <a:pt x="82626" y="201980"/>
                  </a:lnTo>
                  <a:lnTo>
                    <a:pt x="82626" y="200317"/>
                  </a:lnTo>
                  <a:close/>
                </a:path>
                <a:path w="622935" h="629285">
                  <a:moveTo>
                    <a:pt x="179222" y="569214"/>
                  </a:moveTo>
                  <a:lnTo>
                    <a:pt x="175463" y="565454"/>
                  </a:lnTo>
                  <a:lnTo>
                    <a:pt x="170878" y="565454"/>
                  </a:lnTo>
                  <a:lnTo>
                    <a:pt x="118922" y="565454"/>
                  </a:lnTo>
                  <a:lnTo>
                    <a:pt x="115163" y="569214"/>
                  </a:lnTo>
                  <a:lnTo>
                    <a:pt x="115163" y="578396"/>
                  </a:lnTo>
                  <a:lnTo>
                    <a:pt x="118922" y="582142"/>
                  </a:lnTo>
                  <a:lnTo>
                    <a:pt x="175463" y="582142"/>
                  </a:lnTo>
                  <a:lnTo>
                    <a:pt x="179222" y="578396"/>
                  </a:lnTo>
                  <a:lnTo>
                    <a:pt x="179222" y="569214"/>
                  </a:lnTo>
                  <a:close/>
                </a:path>
                <a:path w="622935" h="629285">
                  <a:moveTo>
                    <a:pt x="179222" y="476148"/>
                  </a:moveTo>
                  <a:lnTo>
                    <a:pt x="175463" y="472401"/>
                  </a:lnTo>
                  <a:lnTo>
                    <a:pt x="118922" y="472401"/>
                  </a:lnTo>
                  <a:lnTo>
                    <a:pt x="115163" y="476148"/>
                  </a:lnTo>
                  <a:lnTo>
                    <a:pt x="115163" y="485330"/>
                  </a:lnTo>
                  <a:lnTo>
                    <a:pt x="118922" y="489089"/>
                  </a:lnTo>
                  <a:lnTo>
                    <a:pt x="170878" y="489089"/>
                  </a:lnTo>
                  <a:lnTo>
                    <a:pt x="175463" y="489089"/>
                  </a:lnTo>
                  <a:lnTo>
                    <a:pt x="179222" y="485330"/>
                  </a:lnTo>
                  <a:lnTo>
                    <a:pt x="179222" y="476148"/>
                  </a:lnTo>
                  <a:close/>
                </a:path>
                <a:path w="622935" h="629285">
                  <a:moveTo>
                    <a:pt x="179222" y="383095"/>
                  </a:moveTo>
                  <a:lnTo>
                    <a:pt x="175463" y="379336"/>
                  </a:lnTo>
                  <a:lnTo>
                    <a:pt x="170878" y="379336"/>
                  </a:lnTo>
                  <a:lnTo>
                    <a:pt x="118922" y="379336"/>
                  </a:lnTo>
                  <a:lnTo>
                    <a:pt x="115163" y="383095"/>
                  </a:lnTo>
                  <a:lnTo>
                    <a:pt x="115163" y="392277"/>
                  </a:lnTo>
                  <a:lnTo>
                    <a:pt x="118922" y="396024"/>
                  </a:lnTo>
                  <a:lnTo>
                    <a:pt x="175463" y="396024"/>
                  </a:lnTo>
                  <a:lnTo>
                    <a:pt x="179222" y="392277"/>
                  </a:lnTo>
                  <a:lnTo>
                    <a:pt x="179222" y="383095"/>
                  </a:lnTo>
                  <a:close/>
                </a:path>
                <a:path w="622935" h="629285">
                  <a:moveTo>
                    <a:pt x="179235" y="290042"/>
                  </a:moveTo>
                  <a:lnTo>
                    <a:pt x="175475" y="286283"/>
                  </a:lnTo>
                  <a:lnTo>
                    <a:pt x="123520" y="286283"/>
                  </a:lnTo>
                  <a:lnTo>
                    <a:pt x="118935" y="286283"/>
                  </a:lnTo>
                  <a:lnTo>
                    <a:pt x="115176" y="290042"/>
                  </a:lnTo>
                  <a:lnTo>
                    <a:pt x="115176" y="299224"/>
                  </a:lnTo>
                  <a:lnTo>
                    <a:pt x="118935" y="302971"/>
                  </a:lnTo>
                  <a:lnTo>
                    <a:pt x="175475" y="302971"/>
                  </a:lnTo>
                  <a:lnTo>
                    <a:pt x="179235" y="299224"/>
                  </a:lnTo>
                  <a:lnTo>
                    <a:pt x="179235" y="290042"/>
                  </a:lnTo>
                  <a:close/>
                </a:path>
                <a:path w="622935" h="629285">
                  <a:moveTo>
                    <a:pt x="179235" y="196761"/>
                  </a:moveTo>
                  <a:lnTo>
                    <a:pt x="175475" y="193014"/>
                  </a:lnTo>
                  <a:lnTo>
                    <a:pt x="118935" y="193014"/>
                  </a:lnTo>
                  <a:lnTo>
                    <a:pt x="115176" y="196761"/>
                  </a:lnTo>
                  <a:lnTo>
                    <a:pt x="115176" y="205943"/>
                  </a:lnTo>
                  <a:lnTo>
                    <a:pt x="118935" y="209702"/>
                  </a:lnTo>
                  <a:lnTo>
                    <a:pt x="123520" y="209702"/>
                  </a:lnTo>
                  <a:lnTo>
                    <a:pt x="175475" y="209702"/>
                  </a:lnTo>
                  <a:lnTo>
                    <a:pt x="179235" y="205943"/>
                  </a:lnTo>
                  <a:lnTo>
                    <a:pt x="179235" y="196761"/>
                  </a:lnTo>
                  <a:close/>
                </a:path>
                <a:path w="622935" h="629285">
                  <a:moveTo>
                    <a:pt x="276872" y="6261"/>
                  </a:moveTo>
                  <a:lnTo>
                    <a:pt x="276034" y="3975"/>
                  </a:lnTo>
                  <a:lnTo>
                    <a:pt x="274370" y="2514"/>
                  </a:lnTo>
                  <a:lnTo>
                    <a:pt x="272910" y="1054"/>
                  </a:lnTo>
                  <a:lnTo>
                    <a:pt x="270611" y="0"/>
                  </a:lnTo>
                  <a:lnTo>
                    <a:pt x="266433" y="0"/>
                  </a:lnTo>
                  <a:lnTo>
                    <a:pt x="264147" y="838"/>
                  </a:lnTo>
                  <a:lnTo>
                    <a:pt x="262686" y="2514"/>
                  </a:lnTo>
                  <a:lnTo>
                    <a:pt x="261848" y="3340"/>
                  </a:lnTo>
                  <a:lnTo>
                    <a:pt x="261645" y="3759"/>
                  </a:lnTo>
                  <a:lnTo>
                    <a:pt x="261226" y="4178"/>
                  </a:lnTo>
                  <a:lnTo>
                    <a:pt x="261010" y="4597"/>
                  </a:lnTo>
                  <a:lnTo>
                    <a:pt x="260807" y="5219"/>
                  </a:lnTo>
                  <a:lnTo>
                    <a:pt x="260591" y="5638"/>
                  </a:lnTo>
                  <a:lnTo>
                    <a:pt x="260388" y="6261"/>
                  </a:lnTo>
                  <a:lnTo>
                    <a:pt x="260388" y="6896"/>
                  </a:lnTo>
                  <a:lnTo>
                    <a:pt x="260184" y="7518"/>
                  </a:lnTo>
                  <a:lnTo>
                    <a:pt x="260184" y="9601"/>
                  </a:lnTo>
                  <a:lnTo>
                    <a:pt x="260388" y="10223"/>
                  </a:lnTo>
                  <a:lnTo>
                    <a:pt x="259969" y="10439"/>
                  </a:lnTo>
                  <a:lnTo>
                    <a:pt x="260184" y="10858"/>
                  </a:lnTo>
                  <a:lnTo>
                    <a:pt x="260388" y="11480"/>
                  </a:lnTo>
                  <a:lnTo>
                    <a:pt x="260591" y="11899"/>
                  </a:lnTo>
                  <a:lnTo>
                    <a:pt x="260807" y="12522"/>
                  </a:lnTo>
                  <a:lnTo>
                    <a:pt x="261226" y="12941"/>
                  </a:lnTo>
                  <a:lnTo>
                    <a:pt x="261429" y="13360"/>
                  </a:lnTo>
                  <a:lnTo>
                    <a:pt x="263105" y="15024"/>
                  </a:lnTo>
                  <a:lnTo>
                    <a:pt x="263931" y="15443"/>
                  </a:lnTo>
                  <a:lnTo>
                    <a:pt x="264566" y="15862"/>
                  </a:lnTo>
                  <a:lnTo>
                    <a:pt x="265391" y="16281"/>
                  </a:lnTo>
                  <a:lnTo>
                    <a:pt x="266026" y="16484"/>
                  </a:lnTo>
                  <a:lnTo>
                    <a:pt x="267271" y="16484"/>
                  </a:lnTo>
                  <a:lnTo>
                    <a:pt x="267690" y="16700"/>
                  </a:lnTo>
                  <a:lnTo>
                    <a:pt x="269354" y="16700"/>
                  </a:lnTo>
                  <a:lnTo>
                    <a:pt x="270611" y="16281"/>
                  </a:lnTo>
                  <a:lnTo>
                    <a:pt x="271030" y="16281"/>
                  </a:lnTo>
                  <a:lnTo>
                    <a:pt x="271653" y="16065"/>
                  </a:lnTo>
                  <a:lnTo>
                    <a:pt x="272072" y="15862"/>
                  </a:lnTo>
                  <a:lnTo>
                    <a:pt x="272694" y="15659"/>
                  </a:lnTo>
                  <a:lnTo>
                    <a:pt x="273113" y="15240"/>
                  </a:lnTo>
                  <a:lnTo>
                    <a:pt x="273532" y="15024"/>
                  </a:lnTo>
                  <a:lnTo>
                    <a:pt x="276034" y="12522"/>
                  </a:lnTo>
                  <a:lnTo>
                    <a:pt x="276872" y="10439"/>
                  </a:lnTo>
                  <a:lnTo>
                    <a:pt x="276872" y="6261"/>
                  </a:lnTo>
                  <a:close/>
                </a:path>
                <a:path w="622935" h="629285">
                  <a:moveTo>
                    <a:pt x="315048" y="6273"/>
                  </a:moveTo>
                  <a:lnTo>
                    <a:pt x="314223" y="3975"/>
                  </a:lnTo>
                  <a:lnTo>
                    <a:pt x="312547" y="2514"/>
                  </a:lnTo>
                  <a:lnTo>
                    <a:pt x="311721" y="1676"/>
                  </a:lnTo>
                  <a:lnTo>
                    <a:pt x="310883" y="1257"/>
                  </a:lnTo>
                  <a:lnTo>
                    <a:pt x="310261" y="838"/>
                  </a:lnTo>
                  <a:lnTo>
                    <a:pt x="309422" y="431"/>
                  </a:lnTo>
                  <a:lnTo>
                    <a:pt x="308800" y="215"/>
                  </a:lnTo>
                  <a:lnTo>
                    <a:pt x="308165" y="215"/>
                  </a:lnTo>
                  <a:lnTo>
                    <a:pt x="307124" y="12"/>
                  </a:lnTo>
                  <a:lnTo>
                    <a:pt x="305879" y="12"/>
                  </a:lnTo>
                  <a:lnTo>
                    <a:pt x="304825" y="215"/>
                  </a:lnTo>
                  <a:lnTo>
                    <a:pt x="304203" y="431"/>
                  </a:lnTo>
                  <a:lnTo>
                    <a:pt x="303784" y="431"/>
                  </a:lnTo>
                  <a:lnTo>
                    <a:pt x="302539" y="838"/>
                  </a:lnTo>
                  <a:lnTo>
                    <a:pt x="302120" y="1054"/>
                  </a:lnTo>
                  <a:lnTo>
                    <a:pt x="301701" y="1473"/>
                  </a:lnTo>
                  <a:lnTo>
                    <a:pt x="301282" y="1676"/>
                  </a:lnTo>
                  <a:lnTo>
                    <a:pt x="298780" y="4178"/>
                  </a:lnTo>
                  <a:lnTo>
                    <a:pt x="297942" y="6273"/>
                  </a:lnTo>
                  <a:lnTo>
                    <a:pt x="297942" y="10655"/>
                  </a:lnTo>
                  <a:lnTo>
                    <a:pt x="298780" y="12738"/>
                  </a:lnTo>
                  <a:lnTo>
                    <a:pt x="300443" y="14198"/>
                  </a:lnTo>
                  <a:lnTo>
                    <a:pt x="300863" y="14617"/>
                  </a:lnTo>
                  <a:lnTo>
                    <a:pt x="301282" y="14820"/>
                  </a:lnTo>
                  <a:lnTo>
                    <a:pt x="301701" y="15240"/>
                  </a:lnTo>
                  <a:lnTo>
                    <a:pt x="302120" y="15443"/>
                  </a:lnTo>
                  <a:lnTo>
                    <a:pt x="302539" y="15862"/>
                  </a:lnTo>
                  <a:lnTo>
                    <a:pt x="303161" y="16078"/>
                  </a:lnTo>
                  <a:lnTo>
                    <a:pt x="303580" y="16281"/>
                  </a:lnTo>
                  <a:lnTo>
                    <a:pt x="304203" y="16497"/>
                  </a:lnTo>
                  <a:lnTo>
                    <a:pt x="305460" y="16497"/>
                  </a:lnTo>
                  <a:lnTo>
                    <a:pt x="305879" y="16700"/>
                  </a:lnTo>
                  <a:lnTo>
                    <a:pt x="307543" y="16700"/>
                  </a:lnTo>
                  <a:lnTo>
                    <a:pt x="308800" y="16281"/>
                  </a:lnTo>
                  <a:lnTo>
                    <a:pt x="309206" y="16281"/>
                  </a:lnTo>
                  <a:lnTo>
                    <a:pt x="309841" y="16078"/>
                  </a:lnTo>
                  <a:lnTo>
                    <a:pt x="310261" y="15862"/>
                  </a:lnTo>
                  <a:lnTo>
                    <a:pt x="310883" y="15659"/>
                  </a:lnTo>
                  <a:lnTo>
                    <a:pt x="311302" y="15240"/>
                  </a:lnTo>
                  <a:lnTo>
                    <a:pt x="311721" y="15036"/>
                  </a:lnTo>
                  <a:lnTo>
                    <a:pt x="312547" y="14198"/>
                  </a:lnTo>
                  <a:lnTo>
                    <a:pt x="314007" y="12522"/>
                  </a:lnTo>
                  <a:lnTo>
                    <a:pt x="315048" y="10439"/>
                  </a:lnTo>
                  <a:lnTo>
                    <a:pt x="315048" y="6273"/>
                  </a:lnTo>
                  <a:close/>
                </a:path>
                <a:path w="622935" h="629285">
                  <a:moveTo>
                    <a:pt x="423341" y="386638"/>
                  </a:moveTo>
                  <a:lnTo>
                    <a:pt x="423138" y="386003"/>
                  </a:lnTo>
                  <a:lnTo>
                    <a:pt x="423138" y="385381"/>
                  </a:lnTo>
                  <a:lnTo>
                    <a:pt x="422922" y="384962"/>
                  </a:lnTo>
                  <a:lnTo>
                    <a:pt x="422719" y="384340"/>
                  </a:lnTo>
                  <a:lnTo>
                    <a:pt x="422516" y="383921"/>
                  </a:lnTo>
                  <a:lnTo>
                    <a:pt x="422300" y="383298"/>
                  </a:lnTo>
                  <a:lnTo>
                    <a:pt x="421881" y="382879"/>
                  </a:lnTo>
                  <a:lnTo>
                    <a:pt x="421678" y="382460"/>
                  </a:lnTo>
                  <a:lnTo>
                    <a:pt x="418960" y="379755"/>
                  </a:lnTo>
                  <a:lnTo>
                    <a:pt x="416039" y="378917"/>
                  </a:lnTo>
                  <a:lnTo>
                    <a:pt x="413334" y="379336"/>
                  </a:lnTo>
                  <a:lnTo>
                    <a:pt x="412699" y="379336"/>
                  </a:lnTo>
                  <a:lnTo>
                    <a:pt x="412292" y="379539"/>
                  </a:lnTo>
                  <a:lnTo>
                    <a:pt x="411035" y="379958"/>
                  </a:lnTo>
                  <a:lnTo>
                    <a:pt x="410616" y="380161"/>
                  </a:lnTo>
                  <a:lnTo>
                    <a:pt x="409778" y="381000"/>
                  </a:lnTo>
                  <a:lnTo>
                    <a:pt x="409371" y="381215"/>
                  </a:lnTo>
                  <a:lnTo>
                    <a:pt x="408114" y="382460"/>
                  </a:lnTo>
                  <a:lnTo>
                    <a:pt x="407695" y="383298"/>
                  </a:lnTo>
                  <a:lnTo>
                    <a:pt x="407276" y="383717"/>
                  </a:lnTo>
                  <a:lnTo>
                    <a:pt x="407073" y="384340"/>
                  </a:lnTo>
                  <a:lnTo>
                    <a:pt x="406857" y="384759"/>
                  </a:lnTo>
                  <a:lnTo>
                    <a:pt x="406654" y="385381"/>
                  </a:lnTo>
                  <a:lnTo>
                    <a:pt x="406654" y="386003"/>
                  </a:lnTo>
                  <a:lnTo>
                    <a:pt x="406450" y="386638"/>
                  </a:lnTo>
                  <a:lnTo>
                    <a:pt x="406450" y="389978"/>
                  </a:lnTo>
                  <a:lnTo>
                    <a:pt x="407276" y="392061"/>
                  </a:lnTo>
                  <a:lnTo>
                    <a:pt x="408952" y="393522"/>
                  </a:lnTo>
                  <a:lnTo>
                    <a:pt x="409778" y="394360"/>
                  </a:lnTo>
                  <a:lnTo>
                    <a:pt x="410616" y="394766"/>
                  </a:lnTo>
                  <a:lnTo>
                    <a:pt x="411238" y="395185"/>
                  </a:lnTo>
                  <a:lnTo>
                    <a:pt x="412076" y="395605"/>
                  </a:lnTo>
                  <a:lnTo>
                    <a:pt x="412699" y="395820"/>
                  </a:lnTo>
                  <a:lnTo>
                    <a:pt x="413334" y="395820"/>
                  </a:lnTo>
                  <a:lnTo>
                    <a:pt x="413956" y="396024"/>
                  </a:lnTo>
                  <a:lnTo>
                    <a:pt x="417080" y="396024"/>
                  </a:lnTo>
                  <a:lnTo>
                    <a:pt x="419379" y="395185"/>
                  </a:lnTo>
                  <a:lnTo>
                    <a:pt x="422300" y="391845"/>
                  </a:lnTo>
                  <a:lnTo>
                    <a:pt x="423341" y="389763"/>
                  </a:lnTo>
                  <a:lnTo>
                    <a:pt x="423341" y="386638"/>
                  </a:lnTo>
                  <a:close/>
                </a:path>
                <a:path w="622935" h="629285">
                  <a:moveTo>
                    <a:pt x="423354" y="571500"/>
                  </a:moveTo>
                  <a:lnTo>
                    <a:pt x="422516" y="569417"/>
                  </a:lnTo>
                  <a:lnTo>
                    <a:pt x="420839" y="567956"/>
                  </a:lnTo>
                  <a:lnTo>
                    <a:pt x="418973" y="565861"/>
                  </a:lnTo>
                  <a:lnTo>
                    <a:pt x="416052" y="565035"/>
                  </a:lnTo>
                  <a:lnTo>
                    <a:pt x="413334" y="565658"/>
                  </a:lnTo>
                  <a:lnTo>
                    <a:pt x="412711" y="565658"/>
                  </a:lnTo>
                  <a:lnTo>
                    <a:pt x="412292" y="565861"/>
                  </a:lnTo>
                  <a:lnTo>
                    <a:pt x="411670" y="566077"/>
                  </a:lnTo>
                  <a:lnTo>
                    <a:pt x="411251" y="566280"/>
                  </a:lnTo>
                  <a:lnTo>
                    <a:pt x="410616" y="566496"/>
                  </a:lnTo>
                  <a:lnTo>
                    <a:pt x="410210" y="566915"/>
                  </a:lnTo>
                  <a:lnTo>
                    <a:pt x="409790" y="567118"/>
                  </a:lnTo>
                  <a:lnTo>
                    <a:pt x="407492" y="569417"/>
                  </a:lnTo>
                  <a:lnTo>
                    <a:pt x="406450" y="571703"/>
                  </a:lnTo>
                  <a:lnTo>
                    <a:pt x="406450" y="576084"/>
                  </a:lnTo>
                  <a:lnTo>
                    <a:pt x="407289" y="578180"/>
                  </a:lnTo>
                  <a:lnTo>
                    <a:pt x="408952" y="579640"/>
                  </a:lnTo>
                  <a:lnTo>
                    <a:pt x="409371" y="580059"/>
                  </a:lnTo>
                  <a:lnTo>
                    <a:pt x="409790" y="580263"/>
                  </a:lnTo>
                  <a:lnTo>
                    <a:pt x="410210" y="580682"/>
                  </a:lnTo>
                  <a:lnTo>
                    <a:pt x="410616" y="580885"/>
                  </a:lnTo>
                  <a:lnTo>
                    <a:pt x="411251" y="581304"/>
                  </a:lnTo>
                  <a:lnTo>
                    <a:pt x="412076" y="581723"/>
                  </a:lnTo>
                  <a:lnTo>
                    <a:pt x="412711" y="581926"/>
                  </a:lnTo>
                  <a:lnTo>
                    <a:pt x="413334" y="581926"/>
                  </a:lnTo>
                  <a:lnTo>
                    <a:pt x="413956" y="582142"/>
                  </a:lnTo>
                  <a:lnTo>
                    <a:pt x="417093" y="582142"/>
                  </a:lnTo>
                  <a:lnTo>
                    <a:pt x="419379" y="581304"/>
                  </a:lnTo>
                  <a:lnTo>
                    <a:pt x="420839" y="579640"/>
                  </a:lnTo>
                  <a:lnTo>
                    <a:pt x="422300" y="578180"/>
                  </a:lnTo>
                  <a:lnTo>
                    <a:pt x="423354" y="575881"/>
                  </a:lnTo>
                  <a:lnTo>
                    <a:pt x="423354" y="571500"/>
                  </a:lnTo>
                  <a:close/>
                </a:path>
                <a:path w="622935" h="629285">
                  <a:moveTo>
                    <a:pt x="423354" y="292125"/>
                  </a:moveTo>
                  <a:lnTo>
                    <a:pt x="422516" y="290042"/>
                  </a:lnTo>
                  <a:lnTo>
                    <a:pt x="420839" y="288582"/>
                  </a:lnTo>
                  <a:lnTo>
                    <a:pt x="418973" y="286702"/>
                  </a:lnTo>
                  <a:lnTo>
                    <a:pt x="416052" y="285864"/>
                  </a:lnTo>
                  <a:lnTo>
                    <a:pt x="413334" y="286283"/>
                  </a:lnTo>
                  <a:lnTo>
                    <a:pt x="412711" y="286486"/>
                  </a:lnTo>
                  <a:lnTo>
                    <a:pt x="412292" y="286486"/>
                  </a:lnTo>
                  <a:lnTo>
                    <a:pt x="411670" y="286702"/>
                  </a:lnTo>
                  <a:lnTo>
                    <a:pt x="411251" y="286905"/>
                  </a:lnTo>
                  <a:lnTo>
                    <a:pt x="410616" y="287121"/>
                  </a:lnTo>
                  <a:lnTo>
                    <a:pt x="410210" y="287540"/>
                  </a:lnTo>
                  <a:lnTo>
                    <a:pt x="409790" y="287743"/>
                  </a:lnTo>
                  <a:lnTo>
                    <a:pt x="407492" y="290042"/>
                  </a:lnTo>
                  <a:lnTo>
                    <a:pt x="406450" y="292328"/>
                  </a:lnTo>
                  <a:lnTo>
                    <a:pt x="406450" y="295465"/>
                  </a:lnTo>
                  <a:lnTo>
                    <a:pt x="406869" y="296710"/>
                  </a:lnTo>
                  <a:lnTo>
                    <a:pt x="406869" y="297129"/>
                  </a:lnTo>
                  <a:lnTo>
                    <a:pt x="407073" y="297764"/>
                  </a:lnTo>
                  <a:lnTo>
                    <a:pt x="407289" y="298170"/>
                  </a:lnTo>
                  <a:lnTo>
                    <a:pt x="407492" y="298805"/>
                  </a:lnTo>
                  <a:lnTo>
                    <a:pt x="407911" y="299224"/>
                  </a:lnTo>
                  <a:lnTo>
                    <a:pt x="408114" y="299631"/>
                  </a:lnTo>
                  <a:lnTo>
                    <a:pt x="409790" y="301307"/>
                  </a:lnTo>
                  <a:lnTo>
                    <a:pt x="410616" y="301726"/>
                  </a:lnTo>
                  <a:lnTo>
                    <a:pt x="411251" y="302145"/>
                  </a:lnTo>
                  <a:lnTo>
                    <a:pt x="412076" y="302552"/>
                  </a:lnTo>
                  <a:lnTo>
                    <a:pt x="412711" y="302768"/>
                  </a:lnTo>
                  <a:lnTo>
                    <a:pt x="413334" y="302768"/>
                  </a:lnTo>
                  <a:lnTo>
                    <a:pt x="413956" y="302971"/>
                  </a:lnTo>
                  <a:lnTo>
                    <a:pt x="417093" y="302971"/>
                  </a:lnTo>
                  <a:lnTo>
                    <a:pt x="419379" y="302145"/>
                  </a:lnTo>
                  <a:lnTo>
                    <a:pt x="420839" y="300469"/>
                  </a:lnTo>
                  <a:lnTo>
                    <a:pt x="421678" y="299631"/>
                  </a:lnTo>
                  <a:lnTo>
                    <a:pt x="421894" y="299224"/>
                  </a:lnTo>
                  <a:lnTo>
                    <a:pt x="422300" y="298805"/>
                  </a:lnTo>
                  <a:lnTo>
                    <a:pt x="422516" y="298170"/>
                  </a:lnTo>
                  <a:lnTo>
                    <a:pt x="422719" y="297764"/>
                  </a:lnTo>
                  <a:lnTo>
                    <a:pt x="422935" y="297129"/>
                  </a:lnTo>
                  <a:lnTo>
                    <a:pt x="423138" y="296710"/>
                  </a:lnTo>
                  <a:lnTo>
                    <a:pt x="423138" y="295465"/>
                  </a:lnTo>
                  <a:lnTo>
                    <a:pt x="423354" y="295046"/>
                  </a:lnTo>
                  <a:lnTo>
                    <a:pt x="423354" y="292125"/>
                  </a:lnTo>
                  <a:close/>
                </a:path>
                <a:path w="622935" h="629285">
                  <a:moveTo>
                    <a:pt x="423557" y="479691"/>
                  </a:moveTo>
                  <a:lnTo>
                    <a:pt x="423138" y="478434"/>
                  </a:lnTo>
                  <a:lnTo>
                    <a:pt x="423138" y="478028"/>
                  </a:lnTo>
                  <a:lnTo>
                    <a:pt x="422935" y="477393"/>
                  </a:lnTo>
                  <a:lnTo>
                    <a:pt x="422719" y="476973"/>
                  </a:lnTo>
                  <a:lnTo>
                    <a:pt x="422516" y="476351"/>
                  </a:lnTo>
                  <a:lnTo>
                    <a:pt x="422097" y="475932"/>
                  </a:lnTo>
                  <a:lnTo>
                    <a:pt x="421894" y="475513"/>
                  </a:lnTo>
                  <a:lnTo>
                    <a:pt x="419176" y="472808"/>
                  </a:lnTo>
                  <a:lnTo>
                    <a:pt x="416255" y="471766"/>
                  </a:lnTo>
                  <a:lnTo>
                    <a:pt x="413537" y="472389"/>
                  </a:lnTo>
                  <a:lnTo>
                    <a:pt x="412915" y="472592"/>
                  </a:lnTo>
                  <a:lnTo>
                    <a:pt x="412496" y="472592"/>
                  </a:lnTo>
                  <a:lnTo>
                    <a:pt x="411873" y="472808"/>
                  </a:lnTo>
                  <a:lnTo>
                    <a:pt x="411454" y="473011"/>
                  </a:lnTo>
                  <a:lnTo>
                    <a:pt x="410832" y="473227"/>
                  </a:lnTo>
                  <a:lnTo>
                    <a:pt x="410413" y="473646"/>
                  </a:lnTo>
                  <a:lnTo>
                    <a:pt x="409994" y="473849"/>
                  </a:lnTo>
                  <a:lnTo>
                    <a:pt x="408330" y="475513"/>
                  </a:lnTo>
                  <a:lnTo>
                    <a:pt x="407911" y="476351"/>
                  </a:lnTo>
                  <a:lnTo>
                    <a:pt x="407492" y="476973"/>
                  </a:lnTo>
                  <a:lnTo>
                    <a:pt x="407073" y="477812"/>
                  </a:lnTo>
                  <a:lnTo>
                    <a:pt x="406869" y="478434"/>
                  </a:lnTo>
                  <a:lnTo>
                    <a:pt x="406869" y="479069"/>
                  </a:lnTo>
                  <a:lnTo>
                    <a:pt x="406654" y="479691"/>
                  </a:lnTo>
                  <a:lnTo>
                    <a:pt x="406654" y="482815"/>
                  </a:lnTo>
                  <a:lnTo>
                    <a:pt x="407492" y="485114"/>
                  </a:lnTo>
                  <a:lnTo>
                    <a:pt x="409155" y="486575"/>
                  </a:lnTo>
                  <a:lnTo>
                    <a:pt x="409994" y="487413"/>
                  </a:lnTo>
                  <a:lnTo>
                    <a:pt x="410413" y="487616"/>
                  </a:lnTo>
                  <a:lnTo>
                    <a:pt x="410832" y="488035"/>
                  </a:lnTo>
                  <a:lnTo>
                    <a:pt x="411251" y="488251"/>
                  </a:lnTo>
                  <a:lnTo>
                    <a:pt x="411873" y="488454"/>
                  </a:lnTo>
                  <a:lnTo>
                    <a:pt x="412292" y="488657"/>
                  </a:lnTo>
                  <a:lnTo>
                    <a:pt x="412915" y="488873"/>
                  </a:lnTo>
                  <a:lnTo>
                    <a:pt x="413537" y="488873"/>
                  </a:lnTo>
                  <a:lnTo>
                    <a:pt x="414172" y="489077"/>
                  </a:lnTo>
                  <a:lnTo>
                    <a:pt x="417296" y="489077"/>
                  </a:lnTo>
                  <a:lnTo>
                    <a:pt x="419595" y="488251"/>
                  </a:lnTo>
                  <a:lnTo>
                    <a:pt x="421055" y="486575"/>
                  </a:lnTo>
                  <a:lnTo>
                    <a:pt x="422516" y="485114"/>
                  </a:lnTo>
                  <a:lnTo>
                    <a:pt x="423557" y="482815"/>
                  </a:lnTo>
                  <a:lnTo>
                    <a:pt x="423557" y="479691"/>
                  </a:lnTo>
                  <a:close/>
                </a:path>
                <a:path w="622935" h="629285">
                  <a:moveTo>
                    <a:pt x="423760" y="199478"/>
                  </a:moveTo>
                  <a:lnTo>
                    <a:pt x="422922" y="197192"/>
                  </a:lnTo>
                  <a:lnTo>
                    <a:pt x="421259" y="195732"/>
                  </a:lnTo>
                  <a:lnTo>
                    <a:pt x="419379" y="193852"/>
                  </a:lnTo>
                  <a:lnTo>
                    <a:pt x="416458" y="192811"/>
                  </a:lnTo>
                  <a:lnTo>
                    <a:pt x="413740" y="193433"/>
                  </a:lnTo>
                  <a:lnTo>
                    <a:pt x="413118" y="193433"/>
                  </a:lnTo>
                  <a:lnTo>
                    <a:pt x="412699" y="193636"/>
                  </a:lnTo>
                  <a:lnTo>
                    <a:pt x="411454" y="194056"/>
                  </a:lnTo>
                  <a:lnTo>
                    <a:pt x="411035" y="194271"/>
                  </a:lnTo>
                  <a:lnTo>
                    <a:pt x="410616" y="194678"/>
                  </a:lnTo>
                  <a:lnTo>
                    <a:pt x="410197" y="194894"/>
                  </a:lnTo>
                  <a:lnTo>
                    <a:pt x="407898" y="197192"/>
                  </a:lnTo>
                  <a:lnTo>
                    <a:pt x="406857" y="199478"/>
                  </a:lnTo>
                  <a:lnTo>
                    <a:pt x="406857" y="202615"/>
                  </a:lnTo>
                  <a:lnTo>
                    <a:pt x="407073" y="203238"/>
                  </a:lnTo>
                  <a:lnTo>
                    <a:pt x="406857" y="203657"/>
                  </a:lnTo>
                  <a:lnTo>
                    <a:pt x="407073" y="204076"/>
                  </a:lnTo>
                  <a:lnTo>
                    <a:pt x="407276" y="204698"/>
                  </a:lnTo>
                  <a:lnTo>
                    <a:pt x="407479" y="205320"/>
                  </a:lnTo>
                  <a:lnTo>
                    <a:pt x="407695" y="205740"/>
                  </a:lnTo>
                  <a:lnTo>
                    <a:pt x="408114" y="206159"/>
                  </a:lnTo>
                  <a:lnTo>
                    <a:pt x="408317" y="206578"/>
                  </a:lnTo>
                  <a:lnTo>
                    <a:pt x="409994" y="208241"/>
                  </a:lnTo>
                  <a:lnTo>
                    <a:pt x="410819" y="208661"/>
                  </a:lnTo>
                  <a:lnTo>
                    <a:pt x="411454" y="209080"/>
                  </a:lnTo>
                  <a:lnTo>
                    <a:pt x="412280" y="209499"/>
                  </a:lnTo>
                  <a:lnTo>
                    <a:pt x="412915" y="209702"/>
                  </a:lnTo>
                  <a:lnTo>
                    <a:pt x="414159" y="209702"/>
                  </a:lnTo>
                  <a:lnTo>
                    <a:pt x="414578" y="209918"/>
                  </a:lnTo>
                  <a:lnTo>
                    <a:pt x="416242" y="209918"/>
                  </a:lnTo>
                  <a:lnTo>
                    <a:pt x="417499" y="209499"/>
                  </a:lnTo>
                  <a:lnTo>
                    <a:pt x="417918" y="209499"/>
                  </a:lnTo>
                  <a:lnTo>
                    <a:pt x="418541" y="209283"/>
                  </a:lnTo>
                  <a:lnTo>
                    <a:pt x="418960" y="209080"/>
                  </a:lnTo>
                  <a:lnTo>
                    <a:pt x="419582" y="208876"/>
                  </a:lnTo>
                  <a:lnTo>
                    <a:pt x="420001" y="208457"/>
                  </a:lnTo>
                  <a:lnTo>
                    <a:pt x="420420" y="208241"/>
                  </a:lnTo>
                  <a:lnTo>
                    <a:pt x="422084" y="206578"/>
                  </a:lnTo>
                  <a:lnTo>
                    <a:pt x="422300" y="206159"/>
                  </a:lnTo>
                  <a:lnTo>
                    <a:pt x="422719" y="205740"/>
                  </a:lnTo>
                  <a:lnTo>
                    <a:pt x="422922" y="205320"/>
                  </a:lnTo>
                  <a:lnTo>
                    <a:pt x="423138" y="204698"/>
                  </a:lnTo>
                  <a:lnTo>
                    <a:pt x="423341" y="204279"/>
                  </a:lnTo>
                  <a:lnTo>
                    <a:pt x="423545" y="203657"/>
                  </a:lnTo>
                  <a:lnTo>
                    <a:pt x="423545" y="202615"/>
                  </a:lnTo>
                  <a:lnTo>
                    <a:pt x="423760" y="202196"/>
                  </a:lnTo>
                  <a:lnTo>
                    <a:pt x="423760" y="199478"/>
                  </a:lnTo>
                  <a:close/>
                </a:path>
                <a:path w="622935" h="629285">
                  <a:moveTo>
                    <a:pt x="455891" y="571500"/>
                  </a:moveTo>
                  <a:lnTo>
                    <a:pt x="455053" y="569417"/>
                  </a:lnTo>
                  <a:lnTo>
                    <a:pt x="453390" y="567956"/>
                  </a:lnTo>
                  <a:lnTo>
                    <a:pt x="451726" y="565861"/>
                  </a:lnTo>
                  <a:lnTo>
                    <a:pt x="448805" y="565035"/>
                  </a:lnTo>
                  <a:lnTo>
                    <a:pt x="446087" y="565658"/>
                  </a:lnTo>
                  <a:lnTo>
                    <a:pt x="445465" y="565658"/>
                  </a:lnTo>
                  <a:lnTo>
                    <a:pt x="445046" y="565861"/>
                  </a:lnTo>
                  <a:lnTo>
                    <a:pt x="444423" y="566077"/>
                  </a:lnTo>
                  <a:lnTo>
                    <a:pt x="444004" y="566280"/>
                  </a:lnTo>
                  <a:lnTo>
                    <a:pt x="443369" y="566496"/>
                  </a:lnTo>
                  <a:lnTo>
                    <a:pt x="442963" y="566915"/>
                  </a:lnTo>
                  <a:lnTo>
                    <a:pt x="442544" y="567118"/>
                  </a:lnTo>
                  <a:lnTo>
                    <a:pt x="441706" y="567956"/>
                  </a:lnTo>
                  <a:lnTo>
                    <a:pt x="440042" y="569417"/>
                  </a:lnTo>
                  <a:lnTo>
                    <a:pt x="439204" y="571703"/>
                  </a:lnTo>
                  <a:lnTo>
                    <a:pt x="439204" y="576084"/>
                  </a:lnTo>
                  <a:lnTo>
                    <a:pt x="440042" y="578180"/>
                  </a:lnTo>
                  <a:lnTo>
                    <a:pt x="441706" y="579640"/>
                  </a:lnTo>
                  <a:lnTo>
                    <a:pt x="443166" y="581304"/>
                  </a:lnTo>
                  <a:lnTo>
                    <a:pt x="445465" y="582142"/>
                  </a:lnTo>
                  <a:lnTo>
                    <a:pt x="449846" y="582142"/>
                  </a:lnTo>
                  <a:lnTo>
                    <a:pt x="451929" y="581304"/>
                  </a:lnTo>
                  <a:lnTo>
                    <a:pt x="453390" y="579640"/>
                  </a:lnTo>
                  <a:lnTo>
                    <a:pt x="455053" y="578180"/>
                  </a:lnTo>
                  <a:lnTo>
                    <a:pt x="455891" y="575881"/>
                  </a:lnTo>
                  <a:lnTo>
                    <a:pt x="455891" y="571500"/>
                  </a:lnTo>
                  <a:close/>
                </a:path>
                <a:path w="622935" h="629285">
                  <a:moveTo>
                    <a:pt x="456107" y="478447"/>
                  </a:moveTo>
                  <a:lnTo>
                    <a:pt x="455269" y="476364"/>
                  </a:lnTo>
                  <a:lnTo>
                    <a:pt x="453605" y="474903"/>
                  </a:lnTo>
                  <a:lnTo>
                    <a:pt x="451726" y="473024"/>
                  </a:lnTo>
                  <a:lnTo>
                    <a:pt x="448805" y="471982"/>
                  </a:lnTo>
                  <a:lnTo>
                    <a:pt x="446100" y="472605"/>
                  </a:lnTo>
                  <a:lnTo>
                    <a:pt x="445465" y="472821"/>
                  </a:lnTo>
                  <a:lnTo>
                    <a:pt x="445046" y="472821"/>
                  </a:lnTo>
                  <a:lnTo>
                    <a:pt x="444423" y="473024"/>
                  </a:lnTo>
                  <a:lnTo>
                    <a:pt x="444004" y="473240"/>
                  </a:lnTo>
                  <a:lnTo>
                    <a:pt x="443382" y="473443"/>
                  </a:lnTo>
                  <a:lnTo>
                    <a:pt x="442963" y="473862"/>
                  </a:lnTo>
                  <a:lnTo>
                    <a:pt x="442544" y="474065"/>
                  </a:lnTo>
                  <a:lnTo>
                    <a:pt x="440042" y="476567"/>
                  </a:lnTo>
                  <a:lnTo>
                    <a:pt x="439204" y="478663"/>
                  </a:lnTo>
                  <a:lnTo>
                    <a:pt x="439204" y="482828"/>
                  </a:lnTo>
                  <a:lnTo>
                    <a:pt x="440042" y="485127"/>
                  </a:lnTo>
                  <a:lnTo>
                    <a:pt x="441718" y="486587"/>
                  </a:lnTo>
                  <a:lnTo>
                    <a:pt x="443179" y="488048"/>
                  </a:lnTo>
                  <a:lnTo>
                    <a:pt x="445465" y="489089"/>
                  </a:lnTo>
                  <a:lnTo>
                    <a:pt x="450062" y="489089"/>
                  </a:lnTo>
                  <a:lnTo>
                    <a:pt x="452145" y="488251"/>
                  </a:lnTo>
                  <a:lnTo>
                    <a:pt x="453605" y="486587"/>
                  </a:lnTo>
                  <a:lnTo>
                    <a:pt x="455269" y="484924"/>
                  </a:lnTo>
                  <a:lnTo>
                    <a:pt x="456107" y="482828"/>
                  </a:lnTo>
                  <a:lnTo>
                    <a:pt x="456107" y="478447"/>
                  </a:lnTo>
                  <a:close/>
                </a:path>
                <a:path w="622935" h="629285">
                  <a:moveTo>
                    <a:pt x="456311" y="199491"/>
                  </a:moveTo>
                  <a:lnTo>
                    <a:pt x="455472" y="197192"/>
                  </a:lnTo>
                  <a:lnTo>
                    <a:pt x="453809" y="195732"/>
                  </a:lnTo>
                  <a:lnTo>
                    <a:pt x="452348" y="194271"/>
                  </a:lnTo>
                  <a:lnTo>
                    <a:pt x="450049" y="193230"/>
                  </a:lnTo>
                  <a:lnTo>
                    <a:pt x="445668" y="193230"/>
                  </a:lnTo>
                  <a:lnTo>
                    <a:pt x="443585" y="194056"/>
                  </a:lnTo>
                  <a:lnTo>
                    <a:pt x="442125" y="195732"/>
                  </a:lnTo>
                  <a:lnTo>
                    <a:pt x="440448" y="197396"/>
                  </a:lnTo>
                  <a:lnTo>
                    <a:pt x="439623" y="199491"/>
                  </a:lnTo>
                  <a:lnTo>
                    <a:pt x="439623" y="203873"/>
                  </a:lnTo>
                  <a:lnTo>
                    <a:pt x="440448" y="205955"/>
                  </a:lnTo>
                  <a:lnTo>
                    <a:pt x="442125" y="207416"/>
                  </a:lnTo>
                  <a:lnTo>
                    <a:pt x="442328" y="207835"/>
                  </a:lnTo>
                  <a:lnTo>
                    <a:pt x="442747" y="208038"/>
                  </a:lnTo>
                  <a:lnTo>
                    <a:pt x="443166" y="208457"/>
                  </a:lnTo>
                  <a:lnTo>
                    <a:pt x="443585" y="208661"/>
                  </a:lnTo>
                  <a:lnTo>
                    <a:pt x="444207" y="209080"/>
                  </a:lnTo>
                  <a:lnTo>
                    <a:pt x="444627" y="209296"/>
                  </a:lnTo>
                  <a:lnTo>
                    <a:pt x="445249" y="209499"/>
                  </a:lnTo>
                  <a:lnTo>
                    <a:pt x="445668" y="209715"/>
                  </a:lnTo>
                  <a:lnTo>
                    <a:pt x="446290" y="209715"/>
                  </a:lnTo>
                  <a:lnTo>
                    <a:pt x="446925" y="209918"/>
                  </a:lnTo>
                  <a:lnTo>
                    <a:pt x="450265" y="209918"/>
                  </a:lnTo>
                  <a:lnTo>
                    <a:pt x="452348" y="209080"/>
                  </a:lnTo>
                  <a:lnTo>
                    <a:pt x="453809" y="207416"/>
                  </a:lnTo>
                  <a:lnTo>
                    <a:pt x="455472" y="205955"/>
                  </a:lnTo>
                  <a:lnTo>
                    <a:pt x="456311" y="203657"/>
                  </a:lnTo>
                  <a:lnTo>
                    <a:pt x="456311" y="199491"/>
                  </a:lnTo>
                  <a:close/>
                </a:path>
                <a:path w="622935" h="629285">
                  <a:moveTo>
                    <a:pt x="456323" y="385597"/>
                  </a:moveTo>
                  <a:lnTo>
                    <a:pt x="455485" y="383298"/>
                  </a:lnTo>
                  <a:lnTo>
                    <a:pt x="453809" y="381838"/>
                  </a:lnTo>
                  <a:lnTo>
                    <a:pt x="452145" y="380174"/>
                  </a:lnTo>
                  <a:lnTo>
                    <a:pt x="450062" y="379336"/>
                  </a:lnTo>
                  <a:lnTo>
                    <a:pt x="447763" y="379336"/>
                  </a:lnTo>
                  <a:lnTo>
                    <a:pt x="445465" y="379336"/>
                  </a:lnTo>
                  <a:lnTo>
                    <a:pt x="443382" y="380174"/>
                  </a:lnTo>
                  <a:lnTo>
                    <a:pt x="441921" y="381838"/>
                  </a:lnTo>
                  <a:lnTo>
                    <a:pt x="440258" y="383298"/>
                  </a:lnTo>
                  <a:lnTo>
                    <a:pt x="439420" y="385597"/>
                  </a:lnTo>
                  <a:lnTo>
                    <a:pt x="439420" y="389978"/>
                  </a:lnTo>
                  <a:lnTo>
                    <a:pt x="440258" y="392061"/>
                  </a:lnTo>
                  <a:lnTo>
                    <a:pt x="441921" y="393522"/>
                  </a:lnTo>
                  <a:lnTo>
                    <a:pt x="442760" y="394360"/>
                  </a:lnTo>
                  <a:lnTo>
                    <a:pt x="443585" y="394779"/>
                  </a:lnTo>
                  <a:lnTo>
                    <a:pt x="444220" y="395198"/>
                  </a:lnTo>
                  <a:lnTo>
                    <a:pt x="444639" y="395401"/>
                  </a:lnTo>
                  <a:lnTo>
                    <a:pt x="445262" y="395605"/>
                  </a:lnTo>
                  <a:lnTo>
                    <a:pt x="445681" y="395820"/>
                  </a:lnTo>
                  <a:lnTo>
                    <a:pt x="446303" y="395820"/>
                  </a:lnTo>
                  <a:lnTo>
                    <a:pt x="446925" y="396024"/>
                  </a:lnTo>
                  <a:lnTo>
                    <a:pt x="450265" y="396024"/>
                  </a:lnTo>
                  <a:lnTo>
                    <a:pt x="452348" y="395198"/>
                  </a:lnTo>
                  <a:lnTo>
                    <a:pt x="453809" y="393522"/>
                  </a:lnTo>
                  <a:lnTo>
                    <a:pt x="455485" y="391858"/>
                  </a:lnTo>
                  <a:lnTo>
                    <a:pt x="456323" y="389763"/>
                  </a:lnTo>
                  <a:lnTo>
                    <a:pt x="456323" y="385597"/>
                  </a:lnTo>
                  <a:close/>
                </a:path>
                <a:path w="622935" h="629285">
                  <a:moveTo>
                    <a:pt x="456323" y="292328"/>
                  </a:moveTo>
                  <a:lnTo>
                    <a:pt x="455485" y="290029"/>
                  </a:lnTo>
                  <a:lnTo>
                    <a:pt x="453809" y="288569"/>
                  </a:lnTo>
                  <a:lnTo>
                    <a:pt x="452348" y="286905"/>
                  </a:lnTo>
                  <a:lnTo>
                    <a:pt x="450062" y="286067"/>
                  </a:lnTo>
                  <a:lnTo>
                    <a:pt x="447967" y="286067"/>
                  </a:lnTo>
                  <a:lnTo>
                    <a:pt x="445681" y="286270"/>
                  </a:lnTo>
                  <a:lnTo>
                    <a:pt x="443382" y="287108"/>
                  </a:lnTo>
                  <a:lnTo>
                    <a:pt x="441921" y="288569"/>
                  </a:lnTo>
                  <a:lnTo>
                    <a:pt x="440258" y="290029"/>
                  </a:lnTo>
                  <a:lnTo>
                    <a:pt x="439420" y="292328"/>
                  </a:lnTo>
                  <a:lnTo>
                    <a:pt x="439420" y="296710"/>
                  </a:lnTo>
                  <a:lnTo>
                    <a:pt x="440258" y="298792"/>
                  </a:lnTo>
                  <a:lnTo>
                    <a:pt x="441921" y="300253"/>
                  </a:lnTo>
                  <a:lnTo>
                    <a:pt x="442760" y="301091"/>
                  </a:lnTo>
                  <a:lnTo>
                    <a:pt x="443179" y="301294"/>
                  </a:lnTo>
                  <a:lnTo>
                    <a:pt x="443585" y="301713"/>
                  </a:lnTo>
                  <a:lnTo>
                    <a:pt x="444220" y="301917"/>
                  </a:lnTo>
                  <a:lnTo>
                    <a:pt x="444639" y="302133"/>
                  </a:lnTo>
                  <a:lnTo>
                    <a:pt x="445262" y="302336"/>
                  </a:lnTo>
                  <a:lnTo>
                    <a:pt x="445681" y="302552"/>
                  </a:lnTo>
                  <a:lnTo>
                    <a:pt x="446303" y="302552"/>
                  </a:lnTo>
                  <a:lnTo>
                    <a:pt x="446925" y="302755"/>
                  </a:lnTo>
                  <a:lnTo>
                    <a:pt x="450265" y="302755"/>
                  </a:lnTo>
                  <a:lnTo>
                    <a:pt x="452348" y="301917"/>
                  </a:lnTo>
                  <a:lnTo>
                    <a:pt x="453809" y="300253"/>
                  </a:lnTo>
                  <a:lnTo>
                    <a:pt x="455485" y="298792"/>
                  </a:lnTo>
                  <a:lnTo>
                    <a:pt x="456323" y="296494"/>
                  </a:lnTo>
                  <a:lnTo>
                    <a:pt x="456323" y="292328"/>
                  </a:lnTo>
                  <a:close/>
                </a:path>
                <a:path w="622935" h="629285">
                  <a:moveTo>
                    <a:pt x="488657" y="385381"/>
                  </a:moveTo>
                  <a:lnTo>
                    <a:pt x="488442" y="384962"/>
                  </a:lnTo>
                  <a:lnTo>
                    <a:pt x="488238" y="384340"/>
                  </a:lnTo>
                  <a:lnTo>
                    <a:pt x="488035" y="383921"/>
                  </a:lnTo>
                  <a:lnTo>
                    <a:pt x="487819" y="383298"/>
                  </a:lnTo>
                  <a:lnTo>
                    <a:pt x="486981" y="382460"/>
                  </a:lnTo>
                  <a:lnTo>
                    <a:pt x="486778" y="382041"/>
                  </a:lnTo>
                  <a:lnTo>
                    <a:pt x="485940" y="381215"/>
                  </a:lnTo>
                  <a:lnTo>
                    <a:pt x="485521" y="381000"/>
                  </a:lnTo>
                  <a:lnTo>
                    <a:pt x="485114" y="380580"/>
                  </a:lnTo>
                  <a:lnTo>
                    <a:pt x="484695" y="380377"/>
                  </a:lnTo>
                  <a:lnTo>
                    <a:pt x="484060" y="379958"/>
                  </a:lnTo>
                  <a:lnTo>
                    <a:pt x="483235" y="379539"/>
                  </a:lnTo>
                  <a:lnTo>
                    <a:pt x="482600" y="379336"/>
                  </a:lnTo>
                  <a:lnTo>
                    <a:pt x="481977" y="379336"/>
                  </a:lnTo>
                  <a:lnTo>
                    <a:pt x="480936" y="379120"/>
                  </a:lnTo>
                  <a:lnTo>
                    <a:pt x="479894" y="379120"/>
                  </a:lnTo>
                  <a:lnTo>
                    <a:pt x="478637" y="379336"/>
                  </a:lnTo>
                  <a:lnTo>
                    <a:pt x="478015" y="379336"/>
                  </a:lnTo>
                  <a:lnTo>
                    <a:pt x="477596" y="379539"/>
                  </a:lnTo>
                  <a:lnTo>
                    <a:pt x="476351" y="379958"/>
                  </a:lnTo>
                  <a:lnTo>
                    <a:pt x="475932" y="380161"/>
                  </a:lnTo>
                  <a:lnTo>
                    <a:pt x="475094" y="381000"/>
                  </a:lnTo>
                  <a:lnTo>
                    <a:pt x="474675" y="381215"/>
                  </a:lnTo>
                  <a:lnTo>
                    <a:pt x="473837" y="382041"/>
                  </a:lnTo>
                  <a:lnTo>
                    <a:pt x="473633" y="382460"/>
                  </a:lnTo>
                  <a:lnTo>
                    <a:pt x="473214" y="382879"/>
                  </a:lnTo>
                  <a:lnTo>
                    <a:pt x="473011" y="383298"/>
                  </a:lnTo>
                  <a:lnTo>
                    <a:pt x="472592" y="383717"/>
                  </a:lnTo>
                  <a:lnTo>
                    <a:pt x="472376" y="384340"/>
                  </a:lnTo>
                  <a:lnTo>
                    <a:pt x="472173" y="384759"/>
                  </a:lnTo>
                  <a:lnTo>
                    <a:pt x="471970" y="385381"/>
                  </a:lnTo>
                  <a:lnTo>
                    <a:pt x="471970" y="386638"/>
                  </a:lnTo>
                  <a:lnTo>
                    <a:pt x="471754" y="387057"/>
                  </a:lnTo>
                  <a:lnTo>
                    <a:pt x="471754" y="389978"/>
                  </a:lnTo>
                  <a:lnTo>
                    <a:pt x="472592" y="392061"/>
                  </a:lnTo>
                  <a:lnTo>
                    <a:pt x="475932" y="394982"/>
                  </a:lnTo>
                  <a:lnTo>
                    <a:pt x="478015" y="396024"/>
                  </a:lnTo>
                  <a:lnTo>
                    <a:pt x="481139" y="396024"/>
                  </a:lnTo>
                  <a:lnTo>
                    <a:pt x="481774" y="395820"/>
                  </a:lnTo>
                  <a:lnTo>
                    <a:pt x="482396" y="395820"/>
                  </a:lnTo>
                  <a:lnTo>
                    <a:pt x="482815" y="395605"/>
                  </a:lnTo>
                  <a:lnTo>
                    <a:pt x="483438" y="395401"/>
                  </a:lnTo>
                  <a:lnTo>
                    <a:pt x="483857" y="395185"/>
                  </a:lnTo>
                  <a:lnTo>
                    <a:pt x="484479" y="394982"/>
                  </a:lnTo>
                  <a:lnTo>
                    <a:pt x="484898" y="394563"/>
                  </a:lnTo>
                  <a:lnTo>
                    <a:pt x="485317" y="394360"/>
                  </a:lnTo>
                  <a:lnTo>
                    <a:pt x="486156" y="393522"/>
                  </a:lnTo>
                  <a:lnTo>
                    <a:pt x="487616" y="391845"/>
                  </a:lnTo>
                  <a:lnTo>
                    <a:pt x="488657" y="389763"/>
                  </a:lnTo>
                  <a:lnTo>
                    <a:pt x="488657" y="386638"/>
                  </a:lnTo>
                  <a:lnTo>
                    <a:pt x="488442" y="386003"/>
                  </a:lnTo>
                  <a:lnTo>
                    <a:pt x="488657" y="385381"/>
                  </a:lnTo>
                  <a:close/>
                </a:path>
                <a:path w="622935" h="629285">
                  <a:moveTo>
                    <a:pt x="488657" y="293370"/>
                  </a:moveTo>
                  <a:lnTo>
                    <a:pt x="488442" y="292747"/>
                  </a:lnTo>
                  <a:lnTo>
                    <a:pt x="488442" y="292125"/>
                  </a:lnTo>
                  <a:lnTo>
                    <a:pt x="488022" y="291287"/>
                  </a:lnTo>
                  <a:lnTo>
                    <a:pt x="488022" y="290868"/>
                  </a:lnTo>
                  <a:lnTo>
                    <a:pt x="487819" y="290449"/>
                  </a:lnTo>
                  <a:lnTo>
                    <a:pt x="487400" y="289826"/>
                  </a:lnTo>
                  <a:lnTo>
                    <a:pt x="486981" y="289407"/>
                  </a:lnTo>
                  <a:lnTo>
                    <a:pt x="486778" y="288988"/>
                  </a:lnTo>
                  <a:lnTo>
                    <a:pt x="485521" y="287743"/>
                  </a:lnTo>
                  <a:lnTo>
                    <a:pt x="484682" y="287324"/>
                  </a:lnTo>
                  <a:lnTo>
                    <a:pt x="484060" y="286905"/>
                  </a:lnTo>
                  <a:lnTo>
                    <a:pt x="483222" y="286486"/>
                  </a:lnTo>
                  <a:lnTo>
                    <a:pt x="482600" y="286283"/>
                  </a:lnTo>
                  <a:lnTo>
                    <a:pt x="481977" y="286283"/>
                  </a:lnTo>
                  <a:lnTo>
                    <a:pt x="480936" y="286067"/>
                  </a:lnTo>
                  <a:lnTo>
                    <a:pt x="479894" y="286067"/>
                  </a:lnTo>
                  <a:lnTo>
                    <a:pt x="478637" y="286283"/>
                  </a:lnTo>
                  <a:lnTo>
                    <a:pt x="478015" y="286486"/>
                  </a:lnTo>
                  <a:lnTo>
                    <a:pt x="477596" y="286486"/>
                  </a:lnTo>
                  <a:lnTo>
                    <a:pt x="476973" y="286702"/>
                  </a:lnTo>
                  <a:lnTo>
                    <a:pt x="476554" y="286905"/>
                  </a:lnTo>
                  <a:lnTo>
                    <a:pt x="475919" y="287108"/>
                  </a:lnTo>
                  <a:lnTo>
                    <a:pt x="475513" y="287528"/>
                  </a:lnTo>
                  <a:lnTo>
                    <a:pt x="475094" y="287743"/>
                  </a:lnTo>
                  <a:lnTo>
                    <a:pt x="473837" y="288988"/>
                  </a:lnTo>
                  <a:lnTo>
                    <a:pt x="473633" y="289407"/>
                  </a:lnTo>
                  <a:lnTo>
                    <a:pt x="473214" y="289826"/>
                  </a:lnTo>
                  <a:lnTo>
                    <a:pt x="472998" y="290245"/>
                  </a:lnTo>
                  <a:lnTo>
                    <a:pt x="472592" y="290868"/>
                  </a:lnTo>
                  <a:lnTo>
                    <a:pt x="472173" y="291706"/>
                  </a:lnTo>
                  <a:lnTo>
                    <a:pt x="471957" y="292328"/>
                  </a:lnTo>
                  <a:lnTo>
                    <a:pt x="471957" y="293370"/>
                  </a:lnTo>
                  <a:lnTo>
                    <a:pt x="471754" y="293789"/>
                  </a:lnTo>
                  <a:lnTo>
                    <a:pt x="471754" y="295465"/>
                  </a:lnTo>
                  <a:lnTo>
                    <a:pt x="471957" y="296087"/>
                  </a:lnTo>
                  <a:lnTo>
                    <a:pt x="471957" y="296710"/>
                  </a:lnTo>
                  <a:lnTo>
                    <a:pt x="472376" y="297548"/>
                  </a:lnTo>
                  <a:lnTo>
                    <a:pt x="472592" y="298170"/>
                  </a:lnTo>
                  <a:lnTo>
                    <a:pt x="472795" y="298589"/>
                  </a:lnTo>
                  <a:lnTo>
                    <a:pt x="473214" y="299008"/>
                  </a:lnTo>
                  <a:lnTo>
                    <a:pt x="473417" y="299427"/>
                  </a:lnTo>
                  <a:lnTo>
                    <a:pt x="475919" y="301929"/>
                  </a:lnTo>
                  <a:lnTo>
                    <a:pt x="478015" y="302768"/>
                  </a:lnTo>
                  <a:lnTo>
                    <a:pt x="481139" y="302768"/>
                  </a:lnTo>
                  <a:lnTo>
                    <a:pt x="481761" y="302552"/>
                  </a:lnTo>
                  <a:lnTo>
                    <a:pt x="482396" y="302552"/>
                  </a:lnTo>
                  <a:lnTo>
                    <a:pt x="482815" y="302348"/>
                  </a:lnTo>
                  <a:lnTo>
                    <a:pt x="483438" y="302133"/>
                  </a:lnTo>
                  <a:lnTo>
                    <a:pt x="483857" y="301929"/>
                  </a:lnTo>
                  <a:lnTo>
                    <a:pt x="484479" y="301713"/>
                  </a:lnTo>
                  <a:lnTo>
                    <a:pt x="484898" y="301307"/>
                  </a:lnTo>
                  <a:lnTo>
                    <a:pt x="485317" y="301091"/>
                  </a:lnTo>
                  <a:lnTo>
                    <a:pt x="486562" y="299847"/>
                  </a:lnTo>
                  <a:lnTo>
                    <a:pt x="486778" y="299427"/>
                  </a:lnTo>
                  <a:lnTo>
                    <a:pt x="487197" y="299008"/>
                  </a:lnTo>
                  <a:lnTo>
                    <a:pt x="487400" y="298589"/>
                  </a:lnTo>
                  <a:lnTo>
                    <a:pt x="487819" y="297967"/>
                  </a:lnTo>
                  <a:lnTo>
                    <a:pt x="488238" y="297129"/>
                  </a:lnTo>
                  <a:lnTo>
                    <a:pt x="488442" y="296506"/>
                  </a:lnTo>
                  <a:lnTo>
                    <a:pt x="488442" y="296087"/>
                  </a:lnTo>
                  <a:lnTo>
                    <a:pt x="488657" y="295465"/>
                  </a:lnTo>
                  <a:lnTo>
                    <a:pt x="488657" y="293370"/>
                  </a:lnTo>
                  <a:close/>
                </a:path>
                <a:path w="622935" h="629285">
                  <a:moveTo>
                    <a:pt x="489077" y="572973"/>
                  </a:moveTo>
                  <a:lnTo>
                    <a:pt x="488442" y="571093"/>
                  </a:lnTo>
                  <a:lnTo>
                    <a:pt x="488238" y="570674"/>
                  </a:lnTo>
                  <a:lnTo>
                    <a:pt x="488035" y="570255"/>
                  </a:lnTo>
                  <a:lnTo>
                    <a:pt x="487819" y="569633"/>
                  </a:lnTo>
                  <a:lnTo>
                    <a:pt x="486981" y="568794"/>
                  </a:lnTo>
                  <a:lnTo>
                    <a:pt x="486778" y="568375"/>
                  </a:lnTo>
                  <a:lnTo>
                    <a:pt x="485521" y="567131"/>
                  </a:lnTo>
                  <a:lnTo>
                    <a:pt x="484695" y="566712"/>
                  </a:lnTo>
                  <a:lnTo>
                    <a:pt x="484060" y="566293"/>
                  </a:lnTo>
                  <a:lnTo>
                    <a:pt x="483235" y="565873"/>
                  </a:lnTo>
                  <a:lnTo>
                    <a:pt x="482600" y="565670"/>
                  </a:lnTo>
                  <a:lnTo>
                    <a:pt x="481977" y="565670"/>
                  </a:lnTo>
                  <a:lnTo>
                    <a:pt x="479272" y="565035"/>
                  </a:lnTo>
                  <a:lnTo>
                    <a:pt x="476351" y="566089"/>
                  </a:lnTo>
                  <a:lnTo>
                    <a:pt x="474052" y="568375"/>
                  </a:lnTo>
                  <a:lnTo>
                    <a:pt x="473837" y="568794"/>
                  </a:lnTo>
                  <a:lnTo>
                    <a:pt x="473430" y="569214"/>
                  </a:lnTo>
                  <a:lnTo>
                    <a:pt x="473214" y="569633"/>
                  </a:lnTo>
                  <a:lnTo>
                    <a:pt x="472795" y="570255"/>
                  </a:lnTo>
                  <a:lnTo>
                    <a:pt x="472376" y="571093"/>
                  </a:lnTo>
                  <a:lnTo>
                    <a:pt x="472173" y="571715"/>
                  </a:lnTo>
                  <a:lnTo>
                    <a:pt x="472173" y="572973"/>
                  </a:lnTo>
                  <a:lnTo>
                    <a:pt x="471970" y="573392"/>
                  </a:lnTo>
                  <a:lnTo>
                    <a:pt x="471970" y="575056"/>
                  </a:lnTo>
                  <a:lnTo>
                    <a:pt x="472173" y="575678"/>
                  </a:lnTo>
                  <a:lnTo>
                    <a:pt x="472173" y="576313"/>
                  </a:lnTo>
                  <a:lnTo>
                    <a:pt x="472376" y="576719"/>
                  </a:lnTo>
                  <a:lnTo>
                    <a:pt x="472592" y="577354"/>
                  </a:lnTo>
                  <a:lnTo>
                    <a:pt x="472795" y="577773"/>
                  </a:lnTo>
                  <a:lnTo>
                    <a:pt x="473011" y="578396"/>
                  </a:lnTo>
                  <a:lnTo>
                    <a:pt x="473430" y="578815"/>
                  </a:lnTo>
                  <a:lnTo>
                    <a:pt x="473633" y="579234"/>
                  </a:lnTo>
                  <a:lnTo>
                    <a:pt x="474891" y="580478"/>
                  </a:lnTo>
                  <a:lnTo>
                    <a:pt x="475297" y="580694"/>
                  </a:lnTo>
                  <a:lnTo>
                    <a:pt x="475716" y="581101"/>
                  </a:lnTo>
                  <a:lnTo>
                    <a:pt x="476135" y="581317"/>
                  </a:lnTo>
                  <a:lnTo>
                    <a:pt x="476554" y="581736"/>
                  </a:lnTo>
                  <a:lnTo>
                    <a:pt x="477177" y="581939"/>
                  </a:lnTo>
                  <a:lnTo>
                    <a:pt x="477596" y="582155"/>
                  </a:lnTo>
                  <a:lnTo>
                    <a:pt x="478218" y="582358"/>
                  </a:lnTo>
                  <a:lnTo>
                    <a:pt x="478853" y="582358"/>
                  </a:lnTo>
                  <a:lnTo>
                    <a:pt x="479475" y="582561"/>
                  </a:lnTo>
                  <a:lnTo>
                    <a:pt x="481558" y="582561"/>
                  </a:lnTo>
                  <a:lnTo>
                    <a:pt x="482815" y="582155"/>
                  </a:lnTo>
                  <a:lnTo>
                    <a:pt x="483235" y="582155"/>
                  </a:lnTo>
                  <a:lnTo>
                    <a:pt x="483857" y="581939"/>
                  </a:lnTo>
                  <a:lnTo>
                    <a:pt x="484276" y="581736"/>
                  </a:lnTo>
                  <a:lnTo>
                    <a:pt x="484898" y="581520"/>
                  </a:lnTo>
                  <a:lnTo>
                    <a:pt x="485736" y="580694"/>
                  </a:lnTo>
                  <a:lnTo>
                    <a:pt x="486156" y="580478"/>
                  </a:lnTo>
                  <a:lnTo>
                    <a:pt x="486981" y="579640"/>
                  </a:lnTo>
                  <a:lnTo>
                    <a:pt x="487197" y="579234"/>
                  </a:lnTo>
                  <a:lnTo>
                    <a:pt x="487616" y="578815"/>
                  </a:lnTo>
                  <a:lnTo>
                    <a:pt x="487819" y="578396"/>
                  </a:lnTo>
                  <a:lnTo>
                    <a:pt x="488238" y="577977"/>
                  </a:lnTo>
                  <a:lnTo>
                    <a:pt x="488442" y="577354"/>
                  </a:lnTo>
                  <a:lnTo>
                    <a:pt x="488657" y="576935"/>
                  </a:lnTo>
                  <a:lnTo>
                    <a:pt x="488861" y="576313"/>
                  </a:lnTo>
                  <a:lnTo>
                    <a:pt x="488861" y="575678"/>
                  </a:lnTo>
                  <a:lnTo>
                    <a:pt x="489077" y="575056"/>
                  </a:lnTo>
                  <a:lnTo>
                    <a:pt x="489077" y="572973"/>
                  </a:lnTo>
                  <a:close/>
                </a:path>
                <a:path w="622935" h="629285">
                  <a:moveTo>
                    <a:pt x="489280" y="479488"/>
                  </a:moveTo>
                  <a:lnTo>
                    <a:pt x="489077" y="478866"/>
                  </a:lnTo>
                  <a:lnTo>
                    <a:pt x="489077" y="478231"/>
                  </a:lnTo>
                  <a:lnTo>
                    <a:pt x="488861" y="477824"/>
                  </a:lnTo>
                  <a:lnTo>
                    <a:pt x="488657" y="477189"/>
                  </a:lnTo>
                  <a:lnTo>
                    <a:pt x="488442" y="476770"/>
                  </a:lnTo>
                  <a:lnTo>
                    <a:pt x="488238" y="476148"/>
                  </a:lnTo>
                  <a:lnTo>
                    <a:pt x="487400" y="475310"/>
                  </a:lnTo>
                  <a:lnTo>
                    <a:pt x="487197" y="474903"/>
                  </a:lnTo>
                  <a:lnTo>
                    <a:pt x="485940" y="473646"/>
                  </a:lnTo>
                  <a:lnTo>
                    <a:pt x="485114" y="473227"/>
                  </a:lnTo>
                  <a:lnTo>
                    <a:pt x="484479" y="472808"/>
                  </a:lnTo>
                  <a:lnTo>
                    <a:pt x="483654" y="472389"/>
                  </a:lnTo>
                  <a:lnTo>
                    <a:pt x="483019" y="472186"/>
                  </a:lnTo>
                  <a:lnTo>
                    <a:pt x="482396" y="472186"/>
                  </a:lnTo>
                  <a:lnTo>
                    <a:pt x="481355" y="471982"/>
                  </a:lnTo>
                  <a:lnTo>
                    <a:pt x="480314" y="471982"/>
                  </a:lnTo>
                  <a:lnTo>
                    <a:pt x="479056" y="472186"/>
                  </a:lnTo>
                  <a:lnTo>
                    <a:pt x="478434" y="472389"/>
                  </a:lnTo>
                  <a:lnTo>
                    <a:pt x="478015" y="472389"/>
                  </a:lnTo>
                  <a:lnTo>
                    <a:pt x="477393" y="472605"/>
                  </a:lnTo>
                  <a:lnTo>
                    <a:pt x="476973" y="472808"/>
                  </a:lnTo>
                  <a:lnTo>
                    <a:pt x="476351" y="473024"/>
                  </a:lnTo>
                  <a:lnTo>
                    <a:pt x="475932" y="473443"/>
                  </a:lnTo>
                  <a:lnTo>
                    <a:pt x="475513" y="473646"/>
                  </a:lnTo>
                  <a:lnTo>
                    <a:pt x="474256" y="474903"/>
                  </a:lnTo>
                  <a:lnTo>
                    <a:pt x="474052" y="475310"/>
                  </a:lnTo>
                  <a:lnTo>
                    <a:pt x="473633" y="475729"/>
                  </a:lnTo>
                  <a:lnTo>
                    <a:pt x="473430" y="476148"/>
                  </a:lnTo>
                  <a:lnTo>
                    <a:pt x="473011" y="476770"/>
                  </a:lnTo>
                  <a:lnTo>
                    <a:pt x="472592" y="477608"/>
                  </a:lnTo>
                  <a:lnTo>
                    <a:pt x="472376" y="478231"/>
                  </a:lnTo>
                  <a:lnTo>
                    <a:pt x="472376" y="479488"/>
                  </a:lnTo>
                  <a:lnTo>
                    <a:pt x="472173" y="479907"/>
                  </a:lnTo>
                  <a:lnTo>
                    <a:pt x="472173" y="481571"/>
                  </a:lnTo>
                  <a:lnTo>
                    <a:pt x="472376" y="482206"/>
                  </a:lnTo>
                  <a:lnTo>
                    <a:pt x="472376" y="482828"/>
                  </a:lnTo>
                  <a:lnTo>
                    <a:pt x="472592" y="483247"/>
                  </a:lnTo>
                  <a:lnTo>
                    <a:pt x="473011" y="484492"/>
                  </a:lnTo>
                  <a:lnTo>
                    <a:pt x="473214" y="484911"/>
                  </a:lnTo>
                  <a:lnTo>
                    <a:pt x="473633" y="485330"/>
                  </a:lnTo>
                  <a:lnTo>
                    <a:pt x="473837" y="485749"/>
                  </a:lnTo>
                  <a:lnTo>
                    <a:pt x="475513" y="487413"/>
                  </a:lnTo>
                  <a:lnTo>
                    <a:pt x="476351" y="487832"/>
                  </a:lnTo>
                  <a:lnTo>
                    <a:pt x="476758" y="488251"/>
                  </a:lnTo>
                  <a:lnTo>
                    <a:pt x="477393" y="488454"/>
                  </a:lnTo>
                  <a:lnTo>
                    <a:pt x="477812" y="488670"/>
                  </a:lnTo>
                  <a:lnTo>
                    <a:pt x="478434" y="488873"/>
                  </a:lnTo>
                  <a:lnTo>
                    <a:pt x="479679" y="488873"/>
                  </a:lnTo>
                  <a:lnTo>
                    <a:pt x="480098" y="489089"/>
                  </a:lnTo>
                  <a:lnTo>
                    <a:pt x="481774" y="489089"/>
                  </a:lnTo>
                  <a:lnTo>
                    <a:pt x="483019" y="488670"/>
                  </a:lnTo>
                  <a:lnTo>
                    <a:pt x="483438" y="488670"/>
                  </a:lnTo>
                  <a:lnTo>
                    <a:pt x="484060" y="488454"/>
                  </a:lnTo>
                  <a:lnTo>
                    <a:pt x="484479" y="488251"/>
                  </a:lnTo>
                  <a:lnTo>
                    <a:pt x="485114" y="488048"/>
                  </a:lnTo>
                  <a:lnTo>
                    <a:pt x="485521" y="487629"/>
                  </a:lnTo>
                  <a:lnTo>
                    <a:pt x="485940" y="487413"/>
                  </a:lnTo>
                  <a:lnTo>
                    <a:pt x="487197" y="486168"/>
                  </a:lnTo>
                  <a:lnTo>
                    <a:pt x="487400" y="485749"/>
                  </a:lnTo>
                  <a:lnTo>
                    <a:pt x="487819" y="485330"/>
                  </a:lnTo>
                  <a:lnTo>
                    <a:pt x="488035" y="484911"/>
                  </a:lnTo>
                  <a:lnTo>
                    <a:pt x="488442" y="484289"/>
                  </a:lnTo>
                  <a:lnTo>
                    <a:pt x="488861" y="483450"/>
                  </a:lnTo>
                  <a:lnTo>
                    <a:pt x="489077" y="482828"/>
                  </a:lnTo>
                  <a:lnTo>
                    <a:pt x="489077" y="482206"/>
                  </a:lnTo>
                  <a:lnTo>
                    <a:pt x="489280" y="481571"/>
                  </a:lnTo>
                  <a:lnTo>
                    <a:pt x="489280" y="479488"/>
                  </a:lnTo>
                  <a:close/>
                </a:path>
                <a:path w="622935" h="629285">
                  <a:moveTo>
                    <a:pt x="489280" y="200317"/>
                  </a:moveTo>
                  <a:lnTo>
                    <a:pt x="489064" y="199694"/>
                  </a:lnTo>
                  <a:lnTo>
                    <a:pt x="489064" y="199059"/>
                  </a:lnTo>
                  <a:lnTo>
                    <a:pt x="488861" y="198653"/>
                  </a:lnTo>
                  <a:lnTo>
                    <a:pt x="488657" y="198018"/>
                  </a:lnTo>
                  <a:lnTo>
                    <a:pt x="488442" y="197599"/>
                  </a:lnTo>
                  <a:lnTo>
                    <a:pt x="488238" y="196977"/>
                  </a:lnTo>
                  <a:lnTo>
                    <a:pt x="487400" y="196138"/>
                  </a:lnTo>
                  <a:lnTo>
                    <a:pt x="487197" y="195732"/>
                  </a:lnTo>
                  <a:lnTo>
                    <a:pt x="486359" y="194894"/>
                  </a:lnTo>
                  <a:lnTo>
                    <a:pt x="485940" y="194678"/>
                  </a:lnTo>
                  <a:lnTo>
                    <a:pt x="485521" y="194271"/>
                  </a:lnTo>
                  <a:lnTo>
                    <a:pt x="485101" y="194056"/>
                  </a:lnTo>
                  <a:lnTo>
                    <a:pt x="484479" y="193636"/>
                  </a:lnTo>
                  <a:lnTo>
                    <a:pt x="483641" y="193217"/>
                  </a:lnTo>
                  <a:lnTo>
                    <a:pt x="483019" y="193014"/>
                  </a:lnTo>
                  <a:lnTo>
                    <a:pt x="482396" y="193014"/>
                  </a:lnTo>
                  <a:lnTo>
                    <a:pt x="481355" y="192811"/>
                  </a:lnTo>
                  <a:lnTo>
                    <a:pt x="480301" y="192811"/>
                  </a:lnTo>
                  <a:lnTo>
                    <a:pt x="479056" y="193014"/>
                  </a:lnTo>
                  <a:lnTo>
                    <a:pt x="478434" y="193014"/>
                  </a:lnTo>
                  <a:lnTo>
                    <a:pt x="478015" y="193217"/>
                  </a:lnTo>
                  <a:lnTo>
                    <a:pt x="476758" y="193636"/>
                  </a:lnTo>
                  <a:lnTo>
                    <a:pt x="476338" y="193852"/>
                  </a:lnTo>
                  <a:lnTo>
                    <a:pt x="475919" y="194271"/>
                  </a:lnTo>
                  <a:lnTo>
                    <a:pt x="475513" y="194475"/>
                  </a:lnTo>
                  <a:lnTo>
                    <a:pt x="474256" y="195732"/>
                  </a:lnTo>
                  <a:lnTo>
                    <a:pt x="474052" y="196138"/>
                  </a:lnTo>
                  <a:lnTo>
                    <a:pt x="473633" y="196557"/>
                  </a:lnTo>
                  <a:lnTo>
                    <a:pt x="473417" y="196977"/>
                  </a:lnTo>
                  <a:lnTo>
                    <a:pt x="472998" y="197396"/>
                  </a:lnTo>
                  <a:lnTo>
                    <a:pt x="472795" y="198018"/>
                  </a:lnTo>
                  <a:lnTo>
                    <a:pt x="472592" y="198437"/>
                  </a:lnTo>
                  <a:lnTo>
                    <a:pt x="472376" y="199059"/>
                  </a:lnTo>
                  <a:lnTo>
                    <a:pt x="472376" y="200317"/>
                  </a:lnTo>
                  <a:lnTo>
                    <a:pt x="472173" y="200736"/>
                  </a:lnTo>
                  <a:lnTo>
                    <a:pt x="472173" y="202399"/>
                  </a:lnTo>
                  <a:lnTo>
                    <a:pt x="472376" y="203034"/>
                  </a:lnTo>
                  <a:lnTo>
                    <a:pt x="472376" y="203657"/>
                  </a:lnTo>
                  <a:lnTo>
                    <a:pt x="472592" y="204076"/>
                  </a:lnTo>
                  <a:lnTo>
                    <a:pt x="472795" y="204698"/>
                  </a:lnTo>
                  <a:lnTo>
                    <a:pt x="472998" y="205117"/>
                  </a:lnTo>
                  <a:lnTo>
                    <a:pt x="473214" y="205740"/>
                  </a:lnTo>
                  <a:lnTo>
                    <a:pt x="473633" y="206159"/>
                  </a:lnTo>
                  <a:lnTo>
                    <a:pt x="473837" y="206578"/>
                  </a:lnTo>
                  <a:lnTo>
                    <a:pt x="475513" y="208241"/>
                  </a:lnTo>
                  <a:lnTo>
                    <a:pt x="476338" y="208661"/>
                  </a:lnTo>
                  <a:lnTo>
                    <a:pt x="476758" y="209080"/>
                  </a:lnTo>
                  <a:lnTo>
                    <a:pt x="478015" y="209499"/>
                  </a:lnTo>
                  <a:lnTo>
                    <a:pt x="478434" y="209702"/>
                  </a:lnTo>
                  <a:lnTo>
                    <a:pt x="479056" y="209702"/>
                  </a:lnTo>
                  <a:lnTo>
                    <a:pt x="479679" y="209918"/>
                  </a:lnTo>
                  <a:lnTo>
                    <a:pt x="481761" y="209918"/>
                  </a:lnTo>
                  <a:lnTo>
                    <a:pt x="482396" y="209702"/>
                  </a:lnTo>
                  <a:lnTo>
                    <a:pt x="483019" y="209702"/>
                  </a:lnTo>
                  <a:lnTo>
                    <a:pt x="483438" y="209499"/>
                  </a:lnTo>
                  <a:lnTo>
                    <a:pt x="484060" y="209283"/>
                  </a:lnTo>
                  <a:lnTo>
                    <a:pt x="484479" y="209080"/>
                  </a:lnTo>
                  <a:lnTo>
                    <a:pt x="485101" y="208876"/>
                  </a:lnTo>
                  <a:lnTo>
                    <a:pt x="485521" y="208457"/>
                  </a:lnTo>
                  <a:lnTo>
                    <a:pt x="485940" y="208241"/>
                  </a:lnTo>
                  <a:lnTo>
                    <a:pt x="487197" y="206997"/>
                  </a:lnTo>
                  <a:lnTo>
                    <a:pt x="487400" y="206578"/>
                  </a:lnTo>
                  <a:lnTo>
                    <a:pt x="487819" y="206159"/>
                  </a:lnTo>
                  <a:lnTo>
                    <a:pt x="488022" y="205740"/>
                  </a:lnTo>
                  <a:lnTo>
                    <a:pt x="488442" y="205117"/>
                  </a:lnTo>
                  <a:lnTo>
                    <a:pt x="488861" y="204279"/>
                  </a:lnTo>
                  <a:lnTo>
                    <a:pt x="489064" y="203657"/>
                  </a:lnTo>
                  <a:lnTo>
                    <a:pt x="489064" y="203034"/>
                  </a:lnTo>
                  <a:lnTo>
                    <a:pt x="489280" y="202399"/>
                  </a:lnTo>
                  <a:lnTo>
                    <a:pt x="489280" y="200317"/>
                  </a:lnTo>
                  <a:close/>
                </a:path>
                <a:path w="622935" h="629285">
                  <a:moveTo>
                    <a:pt x="585673" y="569214"/>
                  </a:moveTo>
                  <a:lnTo>
                    <a:pt x="581914" y="565454"/>
                  </a:lnTo>
                  <a:lnTo>
                    <a:pt x="577329" y="565454"/>
                  </a:lnTo>
                  <a:lnTo>
                    <a:pt x="525373" y="565454"/>
                  </a:lnTo>
                  <a:lnTo>
                    <a:pt x="521614" y="569214"/>
                  </a:lnTo>
                  <a:lnTo>
                    <a:pt x="521614" y="578396"/>
                  </a:lnTo>
                  <a:lnTo>
                    <a:pt x="525373" y="582142"/>
                  </a:lnTo>
                  <a:lnTo>
                    <a:pt x="581914" y="582142"/>
                  </a:lnTo>
                  <a:lnTo>
                    <a:pt x="585673" y="578396"/>
                  </a:lnTo>
                  <a:lnTo>
                    <a:pt x="585673" y="569214"/>
                  </a:lnTo>
                  <a:close/>
                </a:path>
                <a:path w="622935" h="629285">
                  <a:moveTo>
                    <a:pt x="585673" y="476148"/>
                  </a:moveTo>
                  <a:lnTo>
                    <a:pt x="581914" y="472401"/>
                  </a:lnTo>
                  <a:lnTo>
                    <a:pt x="525373" y="472401"/>
                  </a:lnTo>
                  <a:lnTo>
                    <a:pt x="521614" y="476148"/>
                  </a:lnTo>
                  <a:lnTo>
                    <a:pt x="521614" y="485330"/>
                  </a:lnTo>
                  <a:lnTo>
                    <a:pt x="525373" y="489089"/>
                  </a:lnTo>
                  <a:lnTo>
                    <a:pt x="577329" y="489089"/>
                  </a:lnTo>
                  <a:lnTo>
                    <a:pt x="581914" y="489089"/>
                  </a:lnTo>
                  <a:lnTo>
                    <a:pt x="585673" y="485330"/>
                  </a:lnTo>
                  <a:lnTo>
                    <a:pt x="585673" y="476148"/>
                  </a:lnTo>
                  <a:close/>
                </a:path>
                <a:path w="622935" h="629285">
                  <a:moveTo>
                    <a:pt x="585673" y="383095"/>
                  </a:moveTo>
                  <a:lnTo>
                    <a:pt x="581914" y="379336"/>
                  </a:lnTo>
                  <a:lnTo>
                    <a:pt x="577329" y="379336"/>
                  </a:lnTo>
                  <a:lnTo>
                    <a:pt x="525373" y="379336"/>
                  </a:lnTo>
                  <a:lnTo>
                    <a:pt x="521614" y="383095"/>
                  </a:lnTo>
                  <a:lnTo>
                    <a:pt x="521614" y="392277"/>
                  </a:lnTo>
                  <a:lnTo>
                    <a:pt x="525373" y="396024"/>
                  </a:lnTo>
                  <a:lnTo>
                    <a:pt x="581914" y="396024"/>
                  </a:lnTo>
                  <a:lnTo>
                    <a:pt x="585673" y="392277"/>
                  </a:lnTo>
                  <a:lnTo>
                    <a:pt x="585673" y="383095"/>
                  </a:lnTo>
                  <a:close/>
                </a:path>
                <a:path w="622935" h="629285">
                  <a:moveTo>
                    <a:pt x="585685" y="290042"/>
                  </a:moveTo>
                  <a:lnTo>
                    <a:pt x="581926" y="286283"/>
                  </a:lnTo>
                  <a:lnTo>
                    <a:pt x="529971" y="286283"/>
                  </a:lnTo>
                  <a:lnTo>
                    <a:pt x="525386" y="286283"/>
                  </a:lnTo>
                  <a:lnTo>
                    <a:pt x="521627" y="290042"/>
                  </a:lnTo>
                  <a:lnTo>
                    <a:pt x="521627" y="299224"/>
                  </a:lnTo>
                  <a:lnTo>
                    <a:pt x="525386" y="302971"/>
                  </a:lnTo>
                  <a:lnTo>
                    <a:pt x="581926" y="302971"/>
                  </a:lnTo>
                  <a:lnTo>
                    <a:pt x="585685" y="299224"/>
                  </a:lnTo>
                  <a:lnTo>
                    <a:pt x="585685" y="290042"/>
                  </a:lnTo>
                  <a:close/>
                </a:path>
                <a:path w="622935" h="629285">
                  <a:moveTo>
                    <a:pt x="585685" y="196761"/>
                  </a:moveTo>
                  <a:lnTo>
                    <a:pt x="581926" y="193014"/>
                  </a:lnTo>
                  <a:lnTo>
                    <a:pt x="525386" y="193014"/>
                  </a:lnTo>
                  <a:lnTo>
                    <a:pt x="521627" y="196761"/>
                  </a:lnTo>
                  <a:lnTo>
                    <a:pt x="521627" y="205943"/>
                  </a:lnTo>
                  <a:lnTo>
                    <a:pt x="525386" y="209702"/>
                  </a:lnTo>
                  <a:lnTo>
                    <a:pt x="529971" y="209702"/>
                  </a:lnTo>
                  <a:lnTo>
                    <a:pt x="581926" y="209702"/>
                  </a:lnTo>
                  <a:lnTo>
                    <a:pt x="585685" y="205943"/>
                  </a:lnTo>
                  <a:lnTo>
                    <a:pt x="585685" y="196761"/>
                  </a:lnTo>
                  <a:close/>
                </a:path>
                <a:path w="622935" h="629285">
                  <a:moveTo>
                    <a:pt x="622808" y="177152"/>
                  </a:moveTo>
                  <a:lnTo>
                    <a:pt x="620433" y="165354"/>
                  </a:lnTo>
                  <a:lnTo>
                    <a:pt x="618959" y="163169"/>
                  </a:lnTo>
                  <a:lnTo>
                    <a:pt x="613918" y="155663"/>
                  </a:lnTo>
                  <a:lnTo>
                    <a:pt x="606120" y="150380"/>
                  </a:lnTo>
                  <a:lnTo>
                    <a:pt x="606120" y="169430"/>
                  </a:lnTo>
                  <a:lnTo>
                    <a:pt x="606120" y="239534"/>
                  </a:lnTo>
                  <a:lnTo>
                    <a:pt x="368046" y="239534"/>
                  </a:lnTo>
                  <a:lnTo>
                    <a:pt x="368046" y="169430"/>
                  </a:lnTo>
                  <a:lnTo>
                    <a:pt x="374307" y="163169"/>
                  </a:lnTo>
                  <a:lnTo>
                    <a:pt x="599859" y="163169"/>
                  </a:lnTo>
                  <a:lnTo>
                    <a:pt x="606120" y="169430"/>
                  </a:lnTo>
                  <a:lnTo>
                    <a:pt x="606120" y="150380"/>
                  </a:lnTo>
                  <a:lnTo>
                    <a:pt x="604240" y="149098"/>
                  </a:lnTo>
                  <a:lnTo>
                    <a:pt x="592353" y="146685"/>
                  </a:lnTo>
                  <a:lnTo>
                    <a:pt x="381825" y="146685"/>
                  </a:lnTo>
                  <a:lnTo>
                    <a:pt x="351358" y="177152"/>
                  </a:lnTo>
                  <a:lnTo>
                    <a:pt x="351358" y="499097"/>
                  </a:lnTo>
                  <a:lnTo>
                    <a:pt x="355117" y="502856"/>
                  </a:lnTo>
                  <a:lnTo>
                    <a:pt x="364299" y="502856"/>
                  </a:lnTo>
                  <a:lnTo>
                    <a:pt x="368046" y="499097"/>
                  </a:lnTo>
                  <a:lnTo>
                    <a:pt x="368046" y="442556"/>
                  </a:lnTo>
                  <a:lnTo>
                    <a:pt x="606120" y="442556"/>
                  </a:lnTo>
                  <a:lnTo>
                    <a:pt x="606120" y="518922"/>
                  </a:lnTo>
                  <a:lnTo>
                    <a:pt x="606120" y="535609"/>
                  </a:lnTo>
                  <a:lnTo>
                    <a:pt x="606120" y="611974"/>
                  </a:lnTo>
                  <a:lnTo>
                    <a:pt x="368046" y="611974"/>
                  </a:lnTo>
                  <a:lnTo>
                    <a:pt x="368046" y="535609"/>
                  </a:lnTo>
                  <a:lnTo>
                    <a:pt x="606120" y="535609"/>
                  </a:lnTo>
                  <a:lnTo>
                    <a:pt x="606120" y="518922"/>
                  </a:lnTo>
                  <a:lnTo>
                    <a:pt x="355117" y="518922"/>
                  </a:lnTo>
                  <a:lnTo>
                    <a:pt x="351358" y="522681"/>
                  </a:lnTo>
                  <a:lnTo>
                    <a:pt x="351358" y="624916"/>
                  </a:lnTo>
                  <a:lnTo>
                    <a:pt x="355117" y="628675"/>
                  </a:lnTo>
                  <a:lnTo>
                    <a:pt x="619061" y="628675"/>
                  </a:lnTo>
                  <a:lnTo>
                    <a:pt x="622808" y="624916"/>
                  </a:lnTo>
                  <a:lnTo>
                    <a:pt x="622808" y="611974"/>
                  </a:lnTo>
                  <a:lnTo>
                    <a:pt x="622808" y="535609"/>
                  </a:lnTo>
                  <a:lnTo>
                    <a:pt x="622808" y="442556"/>
                  </a:lnTo>
                  <a:lnTo>
                    <a:pt x="622808" y="425856"/>
                  </a:lnTo>
                  <a:lnTo>
                    <a:pt x="622808" y="349491"/>
                  </a:lnTo>
                  <a:lnTo>
                    <a:pt x="622808" y="336562"/>
                  </a:lnTo>
                  <a:lnTo>
                    <a:pt x="619061" y="332803"/>
                  </a:lnTo>
                  <a:lnTo>
                    <a:pt x="606120" y="332803"/>
                  </a:lnTo>
                  <a:lnTo>
                    <a:pt x="606120" y="349491"/>
                  </a:lnTo>
                  <a:lnTo>
                    <a:pt x="606120" y="425856"/>
                  </a:lnTo>
                  <a:lnTo>
                    <a:pt x="368046" y="425856"/>
                  </a:lnTo>
                  <a:lnTo>
                    <a:pt x="368046" y="349491"/>
                  </a:lnTo>
                  <a:lnTo>
                    <a:pt x="606120" y="349491"/>
                  </a:lnTo>
                  <a:lnTo>
                    <a:pt x="606120" y="332803"/>
                  </a:lnTo>
                  <a:lnTo>
                    <a:pt x="368046" y="332803"/>
                  </a:lnTo>
                  <a:lnTo>
                    <a:pt x="368046" y="256438"/>
                  </a:lnTo>
                  <a:lnTo>
                    <a:pt x="606120" y="256438"/>
                  </a:lnTo>
                  <a:lnTo>
                    <a:pt x="606120" y="312559"/>
                  </a:lnTo>
                  <a:lnTo>
                    <a:pt x="609879" y="316318"/>
                  </a:lnTo>
                  <a:lnTo>
                    <a:pt x="619061" y="316318"/>
                  </a:lnTo>
                  <a:lnTo>
                    <a:pt x="622808" y="312559"/>
                  </a:lnTo>
                  <a:lnTo>
                    <a:pt x="622808" y="256438"/>
                  </a:lnTo>
                  <a:lnTo>
                    <a:pt x="622808" y="239534"/>
                  </a:lnTo>
                  <a:lnTo>
                    <a:pt x="622808" y="177152"/>
                  </a:lnTo>
                  <a:close/>
                </a:path>
              </a:pathLst>
            </a:custGeom>
            <a:solidFill>
              <a:srgbClr val="292929"/>
            </a:solidFill>
          </p:spPr>
          <p:txBody>
            <a:bodyPr wrap="square" lIns="0" tIns="0" rIns="0" bIns="0" rtlCol="0"/>
            <a:lstStyle/>
            <a:p>
              <a:endParaRPr/>
            </a:p>
          </p:txBody>
        </p:sp>
        <p:pic>
          <p:nvPicPr>
            <p:cNvPr id="32" name="object 32"/>
            <p:cNvPicPr/>
            <p:nvPr/>
          </p:nvPicPr>
          <p:blipFill>
            <a:blip r:embed="rId7" cstate="print"/>
            <a:stretch>
              <a:fillRect/>
            </a:stretch>
          </p:blipFill>
          <p:spPr>
            <a:xfrm>
              <a:off x="695441" y="4126467"/>
              <a:ext cx="125196" cy="124561"/>
            </a:xfrm>
            <a:prstGeom prst="rect">
              <a:avLst/>
            </a:prstGeom>
          </p:spPr>
        </p:pic>
        <p:pic>
          <p:nvPicPr>
            <p:cNvPr id="33" name="object 33"/>
            <p:cNvPicPr/>
            <p:nvPr/>
          </p:nvPicPr>
          <p:blipFill>
            <a:blip r:embed="rId8" cstate="print"/>
            <a:stretch>
              <a:fillRect/>
            </a:stretch>
          </p:blipFill>
          <p:spPr>
            <a:xfrm>
              <a:off x="986092" y="4126462"/>
              <a:ext cx="125398" cy="124566"/>
            </a:xfrm>
            <a:prstGeom prst="rect">
              <a:avLst/>
            </a:prstGeom>
          </p:spPr>
        </p:pic>
      </p:grpSp>
      <p:sp>
        <p:nvSpPr>
          <p:cNvPr id="34" name="object 34"/>
          <p:cNvSpPr txBox="1"/>
          <p:nvPr/>
        </p:nvSpPr>
        <p:spPr>
          <a:xfrm>
            <a:off x="998512" y="9351895"/>
            <a:ext cx="218440" cy="330200"/>
          </a:xfrm>
          <a:prstGeom prst="rect">
            <a:avLst/>
          </a:prstGeom>
        </p:spPr>
        <p:txBody>
          <a:bodyPr vert="horz" wrap="square" lIns="0" tIns="6350" rIns="0" bIns="0" rtlCol="0">
            <a:spAutoFit/>
          </a:bodyPr>
          <a:lstStyle/>
          <a:p>
            <a:pPr marL="12700">
              <a:lnSpc>
                <a:spcPct val="100000"/>
              </a:lnSpc>
              <a:spcBef>
                <a:spcPts val="50"/>
              </a:spcBef>
            </a:pPr>
            <a:r>
              <a:rPr sz="2000" b="1" spc="-25" dirty="0">
                <a:solidFill>
                  <a:srgbClr val="FFFFFF"/>
                </a:solidFill>
                <a:latin typeface="Inria Sans"/>
                <a:cs typeface="Inria Sans"/>
              </a:rPr>
              <a:t>9.</a:t>
            </a:r>
            <a:endParaRPr sz="2000">
              <a:latin typeface="Inria Sans"/>
              <a:cs typeface="Inri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latin typeface="Bebas Neue Regular"/>
                <a:cs typeface="Bebas Neue Regular"/>
              </a:rPr>
              <a:t>PROPOSED</a:t>
            </a:r>
            <a:r>
              <a:rPr spc="-275" dirty="0">
                <a:latin typeface="Bebas Neue Regular"/>
                <a:cs typeface="Bebas Neue Regular"/>
              </a:rPr>
              <a:t> </a:t>
            </a:r>
            <a:r>
              <a:rPr spc="-10" dirty="0">
                <a:latin typeface="Bebas Neue Regular"/>
                <a:cs typeface="Bebas Neue Regular"/>
              </a:rPr>
              <a:t>METHODOLOGY</a:t>
            </a:r>
          </a:p>
        </p:txBody>
      </p:sp>
      <p:grpSp>
        <p:nvGrpSpPr>
          <p:cNvPr id="3" name="object 3"/>
          <p:cNvGrpSpPr/>
          <p:nvPr/>
        </p:nvGrpSpPr>
        <p:grpSpPr>
          <a:xfrm>
            <a:off x="13709975" y="3600410"/>
            <a:ext cx="659765" cy="586105"/>
            <a:chOff x="13709975" y="3600410"/>
            <a:chExt cx="659765" cy="586105"/>
          </a:xfrm>
        </p:grpSpPr>
        <p:sp>
          <p:nvSpPr>
            <p:cNvPr id="4" name="object 4"/>
            <p:cNvSpPr/>
            <p:nvPr/>
          </p:nvSpPr>
          <p:spPr>
            <a:xfrm>
              <a:off x="13829944" y="3600410"/>
              <a:ext cx="225425" cy="435609"/>
            </a:xfrm>
            <a:custGeom>
              <a:avLst/>
              <a:gdLst/>
              <a:ahLst/>
              <a:cxnLst/>
              <a:rect l="l" t="t" r="r" b="b"/>
              <a:pathLst>
                <a:path w="225425" h="435610">
                  <a:moveTo>
                    <a:pt x="49838" y="0"/>
                  </a:moveTo>
                  <a:lnTo>
                    <a:pt x="7370" y="19370"/>
                  </a:lnTo>
                  <a:lnTo>
                    <a:pt x="0" y="51155"/>
                  </a:lnTo>
                  <a:lnTo>
                    <a:pt x="5101" y="66424"/>
                  </a:lnTo>
                  <a:lnTo>
                    <a:pt x="15229" y="78935"/>
                  </a:lnTo>
                  <a:lnTo>
                    <a:pt x="29594" y="87248"/>
                  </a:lnTo>
                  <a:lnTo>
                    <a:pt x="29594" y="239026"/>
                  </a:lnTo>
                  <a:lnTo>
                    <a:pt x="33544" y="244665"/>
                  </a:lnTo>
                  <a:lnTo>
                    <a:pt x="194821" y="303314"/>
                  </a:lnTo>
                  <a:lnTo>
                    <a:pt x="194821" y="435495"/>
                  </a:lnTo>
                  <a:lnTo>
                    <a:pt x="224869" y="435495"/>
                  </a:lnTo>
                  <a:lnTo>
                    <a:pt x="224869" y="286473"/>
                  </a:lnTo>
                  <a:lnTo>
                    <a:pt x="220920" y="280835"/>
                  </a:lnTo>
                  <a:lnTo>
                    <a:pt x="59630" y="222199"/>
                  </a:lnTo>
                  <a:lnTo>
                    <a:pt x="59630" y="87248"/>
                  </a:lnTo>
                  <a:lnTo>
                    <a:pt x="71885" y="80635"/>
                  </a:lnTo>
                  <a:lnTo>
                    <a:pt x="81355" y="70850"/>
                  </a:lnTo>
                  <a:lnTo>
                    <a:pt x="87474" y="58688"/>
                  </a:lnTo>
                  <a:lnTo>
                    <a:pt x="89678" y="44945"/>
                  </a:lnTo>
                  <a:lnTo>
                    <a:pt x="86694" y="28619"/>
                  </a:lnTo>
                  <a:lnTo>
                    <a:pt x="78335" y="14866"/>
                  </a:lnTo>
                  <a:lnTo>
                    <a:pt x="65687" y="4917"/>
                  </a:lnTo>
                  <a:lnTo>
                    <a:pt x="49838" y="0"/>
                  </a:lnTo>
                  <a:close/>
                </a:path>
              </a:pathLst>
            </a:custGeom>
            <a:solidFill>
              <a:srgbClr val="26DEDD"/>
            </a:solidFill>
          </p:spPr>
          <p:txBody>
            <a:bodyPr wrap="square" lIns="0" tIns="0" rIns="0" bIns="0" rtlCol="0"/>
            <a:lstStyle/>
            <a:p>
              <a:endParaRPr/>
            </a:p>
          </p:txBody>
        </p:sp>
        <p:pic>
          <p:nvPicPr>
            <p:cNvPr id="5" name="object 5"/>
            <p:cNvPicPr/>
            <p:nvPr/>
          </p:nvPicPr>
          <p:blipFill>
            <a:blip r:embed="rId3" cstate="print"/>
            <a:stretch>
              <a:fillRect/>
            </a:stretch>
          </p:blipFill>
          <p:spPr>
            <a:xfrm>
              <a:off x="13965335" y="3660184"/>
              <a:ext cx="88823" cy="172935"/>
            </a:xfrm>
            <a:prstGeom prst="rect">
              <a:avLst/>
            </a:prstGeom>
          </p:spPr>
        </p:pic>
        <p:sp>
          <p:nvSpPr>
            <p:cNvPr id="6" name="object 6"/>
            <p:cNvSpPr/>
            <p:nvPr/>
          </p:nvSpPr>
          <p:spPr>
            <a:xfrm>
              <a:off x="13709968" y="3615130"/>
              <a:ext cx="659765" cy="571500"/>
            </a:xfrm>
            <a:custGeom>
              <a:avLst/>
              <a:gdLst/>
              <a:ahLst/>
              <a:cxnLst/>
              <a:rect l="l" t="t" r="r" b="b"/>
              <a:pathLst>
                <a:path w="659765" h="571500">
                  <a:moveTo>
                    <a:pt x="299783" y="316877"/>
                  </a:moveTo>
                  <a:lnTo>
                    <a:pt x="295897" y="311277"/>
                  </a:lnTo>
                  <a:lnTo>
                    <a:pt x="59436" y="222605"/>
                  </a:lnTo>
                  <a:lnTo>
                    <a:pt x="59436" y="162661"/>
                  </a:lnTo>
                  <a:lnTo>
                    <a:pt x="73279" y="154787"/>
                  </a:lnTo>
                  <a:lnTo>
                    <a:pt x="83286" y="142976"/>
                  </a:lnTo>
                  <a:lnTo>
                    <a:pt x="88709" y="128473"/>
                  </a:lnTo>
                  <a:lnTo>
                    <a:pt x="88823" y="112547"/>
                  </a:lnTo>
                  <a:lnTo>
                    <a:pt x="83413" y="97574"/>
                  </a:lnTo>
                  <a:lnTo>
                    <a:pt x="73456" y="85712"/>
                  </a:lnTo>
                  <a:lnTo>
                    <a:pt x="60083" y="77914"/>
                  </a:lnTo>
                  <a:lnTo>
                    <a:pt x="44411" y="75107"/>
                  </a:lnTo>
                  <a:lnTo>
                    <a:pt x="28740" y="77914"/>
                  </a:lnTo>
                  <a:lnTo>
                    <a:pt x="15367" y="85712"/>
                  </a:lnTo>
                  <a:lnTo>
                    <a:pt x="5422" y="97574"/>
                  </a:lnTo>
                  <a:lnTo>
                    <a:pt x="0" y="112547"/>
                  </a:lnTo>
                  <a:lnTo>
                    <a:pt x="114" y="128473"/>
                  </a:lnTo>
                  <a:lnTo>
                    <a:pt x="5549" y="142976"/>
                  </a:lnTo>
                  <a:lnTo>
                    <a:pt x="15557" y="154787"/>
                  </a:lnTo>
                  <a:lnTo>
                    <a:pt x="29400" y="162661"/>
                  </a:lnTo>
                  <a:lnTo>
                    <a:pt x="29387" y="239280"/>
                  </a:lnTo>
                  <a:lnTo>
                    <a:pt x="33261" y="244881"/>
                  </a:lnTo>
                  <a:lnTo>
                    <a:pt x="39128" y="247091"/>
                  </a:lnTo>
                  <a:lnTo>
                    <a:pt x="269735" y="333552"/>
                  </a:lnTo>
                  <a:lnTo>
                    <a:pt x="269735" y="420776"/>
                  </a:lnTo>
                  <a:lnTo>
                    <a:pt x="299770" y="420776"/>
                  </a:lnTo>
                  <a:lnTo>
                    <a:pt x="299783" y="316877"/>
                  </a:lnTo>
                  <a:close/>
                </a:path>
                <a:path w="659765" h="571500">
                  <a:moveTo>
                    <a:pt x="434962" y="435800"/>
                  </a:moveTo>
                  <a:lnTo>
                    <a:pt x="224675" y="435800"/>
                  </a:lnTo>
                  <a:lnTo>
                    <a:pt x="329819" y="570992"/>
                  </a:lnTo>
                  <a:lnTo>
                    <a:pt x="434962" y="435800"/>
                  </a:lnTo>
                  <a:close/>
                </a:path>
                <a:path w="659765" h="571500">
                  <a:moveTo>
                    <a:pt x="659625" y="112547"/>
                  </a:moveTo>
                  <a:lnTo>
                    <a:pt x="654215" y="97574"/>
                  </a:lnTo>
                  <a:lnTo>
                    <a:pt x="644258" y="85712"/>
                  </a:lnTo>
                  <a:lnTo>
                    <a:pt x="630897" y="77914"/>
                  </a:lnTo>
                  <a:lnTo>
                    <a:pt x="615213" y="75107"/>
                  </a:lnTo>
                  <a:lnTo>
                    <a:pt x="599541" y="77914"/>
                  </a:lnTo>
                  <a:lnTo>
                    <a:pt x="586168" y="85712"/>
                  </a:lnTo>
                  <a:lnTo>
                    <a:pt x="576224" y="97574"/>
                  </a:lnTo>
                  <a:lnTo>
                    <a:pt x="570801" y="112547"/>
                  </a:lnTo>
                  <a:lnTo>
                    <a:pt x="570928" y="128473"/>
                  </a:lnTo>
                  <a:lnTo>
                    <a:pt x="576351" y="142976"/>
                  </a:lnTo>
                  <a:lnTo>
                    <a:pt x="586359" y="154787"/>
                  </a:lnTo>
                  <a:lnTo>
                    <a:pt x="600202" y="162661"/>
                  </a:lnTo>
                  <a:lnTo>
                    <a:pt x="600202" y="222605"/>
                  </a:lnTo>
                  <a:lnTo>
                    <a:pt x="389902" y="301472"/>
                  </a:lnTo>
                  <a:lnTo>
                    <a:pt x="389902" y="227863"/>
                  </a:lnTo>
                  <a:lnTo>
                    <a:pt x="491451" y="184340"/>
                  </a:lnTo>
                  <a:lnTo>
                    <a:pt x="495033" y="178930"/>
                  </a:lnTo>
                  <a:lnTo>
                    <a:pt x="495046" y="87553"/>
                  </a:lnTo>
                  <a:lnTo>
                    <a:pt x="508889" y="79679"/>
                  </a:lnTo>
                  <a:lnTo>
                    <a:pt x="518896" y="67868"/>
                  </a:lnTo>
                  <a:lnTo>
                    <a:pt x="524332" y="53378"/>
                  </a:lnTo>
                  <a:lnTo>
                    <a:pt x="524446" y="37452"/>
                  </a:lnTo>
                  <a:lnTo>
                    <a:pt x="519023" y="22466"/>
                  </a:lnTo>
                  <a:lnTo>
                    <a:pt x="509079" y="10604"/>
                  </a:lnTo>
                  <a:lnTo>
                    <a:pt x="495706" y="2806"/>
                  </a:lnTo>
                  <a:lnTo>
                    <a:pt x="480021" y="0"/>
                  </a:lnTo>
                  <a:lnTo>
                    <a:pt x="464350" y="2806"/>
                  </a:lnTo>
                  <a:lnTo>
                    <a:pt x="450977" y="10604"/>
                  </a:lnTo>
                  <a:lnTo>
                    <a:pt x="441032" y="22466"/>
                  </a:lnTo>
                  <a:lnTo>
                    <a:pt x="435610" y="37452"/>
                  </a:lnTo>
                  <a:lnTo>
                    <a:pt x="435737" y="53378"/>
                  </a:lnTo>
                  <a:lnTo>
                    <a:pt x="441159" y="67868"/>
                  </a:lnTo>
                  <a:lnTo>
                    <a:pt x="451167" y="79679"/>
                  </a:lnTo>
                  <a:lnTo>
                    <a:pt x="465010" y="87553"/>
                  </a:lnTo>
                  <a:lnTo>
                    <a:pt x="465010" y="163029"/>
                  </a:lnTo>
                  <a:lnTo>
                    <a:pt x="363435" y="206565"/>
                  </a:lnTo>
                  <a:lnTo>
                    <a:pt x="359854" y="211988"/>
                  </a:lnTo>
                  <a:lnTo>
                    <a:pt x="359854" y="420789"/>
                  </a:lnTo>
                  <a:lnTo>
                    <a:pt x="389902" y="420789"/>
                  </a:lnTo>
                  <a:lnTo>
                    <a:pt x="389902" y="333552"/>
                  </a:lnTo>
                  <a:lnTo>
                    <a:pt x="626364" y="244894"/>
                  </a:lnTo>
                  <a:lnTo>
                    <a:pt x="630237" y="239280"/>
                  </a:lnTo>
                  <a:lnTo>
                    <a:pt x="630237" y="233019"/>
                  </a:lnTo>
                  <a:lnTo>
                    <a:pt x="630237" y="162661"/>
                  </a:lnTo>
                  <a:lnTo>
                    <a:pt x="644080" y="154787"/>
                  </a:lnTo>
                  <a:lnTo>
                    <a:pt x="654088" y="142976"/>
                  </a:lnTo>
                  <a:lnTo>
                    <a:pt x="659523" y="128473"/>
                  </a:lnTo>
                  <a:lnTo>
                    <a:pt x="659625" y="112547"/>
                  </a:lnTo>
                  <a:close/>
                </a:path>
              </a:pathLst>
            </a:custGeom>
            <a:solidFill>
              <a:srgbClr val="26DEDD"/>
            </a:solidFill>
          </p:spPr>
          <p:txBody>
            <a:bodyPr wrap="square" lIns="0" tIns="0" rIns="0" bIns="0" rtlCol="0"/>
            <a:lstStyle/>
            <a:p>
              <a:endParaRPr/>
            </a:p>
          </p:txBody>
        </p:sp>
      </p:grpSp>
      <p:sp>
        <p:nvSpPr>
          <p:cNvPr id="7" name="object 7"/>
          <p:cNvSpPr/>
          <p:nvPr/>
        </p:nvSpPr>
        <p:spPr>
          <a:xfrm>
            <a:off x="13889573" y="4231186"/>
            <a:ext cx="300990" cy="300990"/>
          </a:xfrm>
          <a:custGeom>
            <a:avLst/>
            <a:gdLst/>
            <a:ahLst/>
            <a:cxnLst/>
            <a:rect l="l" t="t" r="r" b="b"/>
            <a:pathLst>
              <a:path w="300990" h="300989">
                <a:moveTo>
                  <a:pt x="105155" y="270370"/>
                </a:moveTo>
                <a:lnTo>
                  <a:pt x="75107" y="270370"/>
                </a:lnTo>
                <a:lnTo>
                  <a:pt x="75107" y="300418"/>
                </a:lnTo>
                <a:lnTo>
                  <a:pt x="105155" y="300418"/>
                </a:lnTo>
                <a:lnTo>
                  <a:pt x="105155" y="270370"/>
                </a:lnTo>
                <a:close/>
              </a:path>
              <a:path w="300990" h="300989">
                <a:moveTo>
                  <a:pt x="165239" y="270370"/>
                </a:moveTo>
                <a:lnTo>
                  <a:pt x="135204" y="270370"/>
                </a:lnTo>
                <a:lnTo>
                  <a:pt x="135204" y="300418"/>
                </a:lnTo>
                <a:lnTo>
                  <a:pt x="165239" y="300418"/>
                </a:lnTo>
                <a:lnTo>
                  <a:pt x="165239" y="270370"/>
                </a:lnTo>
                <a:close/>
              </a:path>
              <a:path w="300990" h="300989">
                <a:moveTo>
                  <a:pt x="225323" y="270370"/>
                </a:moveTo>
                <a:lnTo>
                  <a:pt x="195287" y="270370"/>
                </a:lnTo>
                <a:lnTo>
                  <a:pt x="195287" y="300418"/>
                </a:lnTo>
                <a:lnTo>
                  <a:pt x="225323" y="300418"/>
                </a:lnTo>
                <a:lnTo>
                  <a:pt x="225323" y="270370"/>
                </a:lnTo>
                <a:close/>
              </a:path>
              <a:path w="300990" h="300989">
                <a:moveTo>
                  <a:pt x="270382" y="165226"/>
                </a:moveTo>
                <a:lnTo>
                  <a:pt x="30048" y="165226"/>
                </a:lnTo>
                <a:lnTo>
                  <a:pt x="30048" y="195275"/>
                </a:lnTo>
                <a:lnTo>
                  <a:pt x="0" y="195275"/>
                </a:lnTo>
                <a:lnTo>
                  <a:pt x="0" y="225310"/>
                </a:lnTo>
                <a:lnTo>
                  <a:pt x="30048" y="225310"/>
                </a:lnTo>
                <a:lnTo>
                  <a:pt x="30048" y="240334"/>
                </a:lnTo>
                <a:lnTo>
                  <a:pt x="32409" y="252025"/>
                </a:lnTo>
                <a:lnTo>
                  <a:pt x="38847" y="261572"/>
                </a:lnTo>
                <a:lnTo>
                  <a:pt x="48398" y="268009"/>
                </a:lnTo>
                <a:lnTo>
                  <a:pt x="60096" y="270370"/>
                </a:lnTo>
                <a:lnTo>
                  <a:pt x="240347" y="270370"/>
                </a:lnTo>
                <a:lnTo>
                  <a:pt x="252037" y="268009"/>
                </a:lnTo>
                <a:lnTo>
                  <a:pt x="261585" y="261572"/>
                </a:lnTo>
                <a:lnTo>
                  <a:pt x="268022" y="252025"/>
                </a:lnTo>
                <a:lnTo>
                  <a:pt x="270382" y="240334"/>
                </a:lnTo>
                <a:lnTo>
                  <a:pt x="270382" y="229069"/>
                </a:lnTo>
                <a:lnTo>
                  <a:pt x="210299" y="229069"/>
                </a:lnTo>
                <a:lnTo>
                  <a:pt x="202994" y="227594"/>
                </a:lnTo>
                <a:lnTo>
                  <a:pt x="197027" y="223569"/>
                </a:lnTo>
                <a:lnTo>
                  <a:pt x="193004" y="217598"/>
                </a:lnTo>
                <a:lnTo>
                  <a:pt x="191528" y="210286"/>
                </a:lnTo>
                <a:lnTo>
                  <a:pt x="193004" y="202981"/>
                </a:lnTo>
                <a:lnTo>
                  <a:pt x="197027" y="197015"/>
                </a:lnTo>
                <a:lnTo>
                  <a:pt x="202994" y="192991"/>
                </a:lnTo>
                <a:lnTo>
                  <a:pt x="210299" y="191515"/>
                </a:lnTo>
                <a:lnTo>
                  <a:pt x="270382" y="191515"/>
                </a:lnTo>
                <a:lnTo>
                  <a:pt x="270382" y="165226"/>
                </a:lnTo>
                <a:close/>
              </a:path>
              <a:path w="300990" h="300989">
                <a:moveTo>
                  <a:pt x="270382" y="191515"/>
                </a:moveTo>
                <a:lnTo>
                  <a:pt x="210299" y="191515"/>
                </a:lnTo>
                <a:lnTo>
                  <a:pt x="217611" y="192991"/>
                </a:lnTo>
                <a:lnTo>
                  <a:pt x="223581" y="197015"/>
                </a:lnTo>
                <a:lnTo>
                  <a:pt x="227606" y="202981"/>
                </a:lnTo>
                <a:lnTo>
                  <a:pt x="229082" y="210286"/>
                </a:lnTo>
                <a:lnTo>
                  <a:pt x="227606" y="217598"/>
                </a:lnTo>
                <a:lnTo>
                  <a:pt x="223581" y="223569"/>
                </a:lnTo>
                <a:lnTo>
                  <a:pt x="217611" y="227594"/>
                </a:lnTo>
                <a:lnTo>
                  <a:pt x="210299" y="229069"/>
                </a:lnTo>
                <a:lnTo>
                  <a:pt x="270382" y="229069"/>
                </a:lnTo>
                <a:lnTo>
                  <a:pt x="270382" y="225310"/>
                </a:lnTo>
                <a:lnTo>
                  <a:pt x="300431" y="225310"/>
                </a:lnTo>
                <a:lnTo>
                  <a:pt x="300431" y="195275"/>
                </a:lnTo>
                <a:lnTo>
                  <a:pt x="270382" y="195275"/>
                </a:lnTo>
                <a:lnTo>
                  <a:pt x="270382" y="191515"/>
                </a:lnTo>
                <a:close/>
              </a:path>
              <a:path w="300990" h="300989">
                <a:moveTo>
                  <a:pt x="300431" y="135191"/>
                </a:moveTo>
                <a:lnTo>
                  <a:pt x="0" y="135191"/>
                </a:lnTo>
                <a:lnTo>
                  <a:pt x="0" y="165226"/>
                </a:lnTo>
                <a:lnTo>
                  <a:pt x="300431" y="165226"/>
                </a:lnTo>
                <a:lnTo>
                  <a:pt x="300431" y="135191"/>
                </a:lnTo>
                <a:close/>
              </a:path>
              <a:path w="300990" h="300989">
                <a:moveTo>
                  <a:pt x="270382" y="105143"/>
                </a:moveTo>
                <a:lnTo>
                  <a:pt x="30048" y="105143"/>
                </a:lnTo>
                <a:lnTo>
                  <a:pt x="30048" y="135191"/>
                </a:lnTo>
                <a:lnTo>
                  <a:pt x="270382" y="135191"/>
                </a:lnTo>
                <a:lnTo>
                  <a:pt x="270382" y="105143"/>
                </a:lnTo>
                <a:close/>
              </a:path>
              <a:path w="300990" h="300989">
                <a:moveTo>
                  <a:pt x="300431" y="75095"/>
                </a:moveTo>
                <a:lnTo>
                  <a:pt x="0" y="75095"/>
                </a:lnTo>
                <a:lnTo>
                  <a:pt x="0" y="105143"/>
                </a:lnTo>
                <a:lnTo>
                  <a:pt x="300431" y="105143"/>
                </a:lnTo>
                <a:lnTo>
                  <a:pt x="300431" y="75095"/>
                </a:lnTo>
                <a:close/>
              </a:path>
              <a:path w="300990" h="300989">
                <a:moveTo>
                  <a:pt x="240347" y="30035"/>
                </a:moveTo>
                <a:lnTo>
                  <a:pt x="60096" y="30035"/>
                </a:lnTo>
                <a:lnTo>
                  <a:pt x="48398" y="32396"/>
                </a:lnTo>
                <a:lnTo>
                  <a:pt x="38847" y="38835"/>
                </a:lnTo>
                <a:lnTo>
                  <a:pt x="32409" y="48386"/>
                </a:lnTo>
                <a:lnTo>
                  <a:pt x="30048" y="60083"/>
                </a:lnTo>
                <a:lnTo>
                  <a:pt x="30048" y="75095"/>
                </a:lnTo>
                <a:lnTo>
                  <a:pt x="270382" y="75095"/>
                </a:lnTo>
                <a:lnTo>
                  <a:pt x="270382" y="60083"/>
                </a:lnTo>
                <a:lnTo>
                  <a:pt x="268022" y="48386"/>
                </a:lnTo>
                <a:lnTo>
                  <a:pt x="261585" y="38835"/>
                </a:lnTo>
                <a:lnTo>
                  <a:pt x="252037" y="32396"/>
                </a:lnTo>
                <a:lnTo>
                  <a:pt x="240347" y="30035"/>
                </a:lnTo>
                <a:close/>
              </a:path>
              <a:path w="300990" h="300989">
                <a:moveTo>
                  <a:pt x="104901" y="0"/>
                </a:moveTo>
                <a:lnTo>
                  <a:pt x="74853" y="0"/>
                </a:lnTo>
                <a:lnTo>
                  <a:pt x="74853" y="30035"/>
                </a:lnTo>
                <a:lnTo>
                  <a:pt x="104901" y="30035"/>
                </a:lnTo>
                <a:lnTo>
                  <a:pt x="104901" y="0"/>
                </a:lnTo>
                <a:close/>
              </a:path>
              <a:path w="300990" h="300989">
                <a:moveTo>
                  <a:pt x="164985" y="0"/>
                </a:moveTo>
                <a:lnTo>
                  <a:pt x="134937" y="0"/>
                </a:lnTo>
                <a:lnTo>
                  <a:pt x="134937" y="30035"/>
                </a:lnTo>
                <a:lnTo>
                  <a:pt x="164985" y="30035"/>
                </a:lnTo>
                <a:lnTo>
                  <a:pt x="164985" y="0"/>
                </a:lnTo>
                <a:close/>
              </a:path>
              <a:path w="300990" h="300989">
                <a:moveTo>
                  <a:pt x="225069" y="0"/>
                </a:moveTo>
                <a:lnTo>
                  <a:pt x="195021" y="0"/>
                </a:lnTo>
                <a:lnTo>
                  <a:pt x="195021" y="30035"/>
                </a:lnTo>
                <a:lnTo>
                  <a:pt x="225069" y="30035"/>
                </a:lnTo>
                <a:lnTo>
                  <a:pt x="225069" y="0"/>
                </a:lnTo>
                <a:close/>
              </a:path>
            </a:pathLst>
          </a:custGeom>
          <a:solidFill>
            <a:srgbClr val="26DEDD"/>
          </a:solidFill>
        </p:spPr>
        <p:txBody>
          <a:bodyPr wrap="square" lIns="0" tIns="0" rIns="0" bIns="0" rtlCol="0"/>
          <a:lstStyle/>
          <a:p>
            <a:endParaRPr/>
          </a:p>
        </p:txBody>
      </p:sp>
      <p:sp>
        <p:nvSpPr>
          <p:cNvPr id="8" name="object 8"/>
          <p:cNvSpPr/>
          <p:nvPr/>
        </p:nvSpPr>
        <p:spPr>
          <a:xfrm>
            <a:off x="9444355" y="3600106"/>
            <a:ext cx="931544" cy="931544"/>
          </a:xfrm>
          <a:custGeom>
            <a:avLst/>
            <a:gdLst/>
            <a:ahLst/>
            <a:cxnLst/>
            <a:rect l="l" t="t" r="r" b="b"/>
            <a:pathLst>
              <a:path w="931545" h="931545">
                <a:moveTo>
                  <a:pt x="341172" y="90970"/>
                </a:moveTo>
                <a:lnTo>
                  <a:pt x="332613" y="61887"/>
                </a:lnTo>
                <a:lnTo>
                  <a:pt x="312064" y="40436"/>
                </a:lnTo>
                <a:lnTo>
                  <a:pt x="312064" y="90970"/>
                </a:lnTo>
                <a:lnTo>
                  <a:pt x="312064" y="142354"/>
                </a:lnTo>
                <a:lnTo>
                  <a:pt x="312064" y="186448"/>
                </a:lnTo>
                <a:lnTo>
                  <a:pt x="312064" y="333463"/>
                </a:lnTo>
                <a:lnTo>
                  <a:pt x="312064" y="377558"/>
                </a:lnTo>
                <a:lnTo>
                  <a:pt x="301688" y="399567"/>
                </a:lnTo>
                <a:lnTo>
                  <a:pt x="272592" y="419468"/>
                </a:lnTo>
                <a:lnTo>
                  <a:pt x="227876" y="433870"/>
                </a:lnTo>
                <a:lnTo>
                  <a:pt x="170586" y="439420"/>
                </a:lnTo>
                <a:lnTo>
                  <a:pt x="113296" y="433870"/>
                </a:lnTo>
                <a:lnTo>
                  <a:pt x="68567" y="419468"/>
                </a:lnTo>
                <a:lnTo>
                  <a:pt x="39484" y="399567"/>
                </a:lnTo>
                <a:lnTo>
                  <a:pt x="29108" y="377558"/>
                </a:lnTo>
                <a:lnTo>
                  <a:pt x="29108" y="333463"/>
                </a:lnTo>
                <a:lnTo>
                  <a:pt x="55587" y="349783"/>
                </a:lnTo>
                <a:lnTo>
                  <a:pt x="88823" y="362267"/>
                </a:lnTo>
                <a:lnTo>
                  <a:pt x="127558" y="370243"/>
                </a:lnTo>
                <a:lnTo>
                  <a:pt x="170586" y="373049"/>
                </a:lnTo>
                <a:lnTo>
                  <a:pt x="213525" y="370243"/>
                </a:lnTo>
                <a:lnTo>
                  <a:pt x="252247" y="362267"/>
                </a:lnTo>
                <a:lnTo>
                  <a:pt x="285496" y="349783"/>
                </a:lnTo>
                <a:lnTo>
                  <a:pt x="312064" y="333463"/>
                </a:lnTo>
                <a:lnTo>
                  <a:pt x="312064" y="186448"/>
                </a:lnTo>
                <a:lnTo>
                  <a:pt x="301688" y="208457"/>
                </a:lnTo>
                <a:lnTo>
                  <a:pt x="272592" y="228358"/>
                </a:lnTo>
                <a:lnTo>
                  <a:pt x="227876" y="242760"/>
                </a:lnTo>
                <a:lnTo>
                  <a:pt x="170586" y="248310"/>
                </a:lnTo>
                <a:lnTo>
                  <a:pt x="113296" y="242760"/>
                </a:lnTo>
                <a:lnTo>
                  <a:pt x="68567" y="228358"/>
                </a:lnTo>
                <a:lnTo>
                  <a:pt x="39484" y="208457"/>
                </a:lnTo>
                <a:lnTo>
                  <a:pt x="29108" y="186448"/>
                </a:lnTo>
                <a:lnTo>
                  <a:pt x="29108" y="142354"/>
                </a:lnTo>
                <a:lnTo>
                  <a:pt x="55587" y="158673"/>
                </a:lnTo>
                <a:lnTo>
                  <a:pt x="88823" y="171157"/>
                </a:lnTo>
                <a:lnTo>
                  <a:pt x="127558" y="179133"/>
                </a:lnTo>
                <a:lnTo>
                  <a:pt x="170586" y="181940"/>
                </a:lnTo>
                <a:lnTo>
                  <a:pt x="213525" y="179133"/>
                </a:lnTo>
                <a:lnTo>
                  <a:pt x="252247" y="171157"/>
                </a:lnTo>
                <a:lnTo>
                  <a:pt x="285496" y="158673"/>
                </a:lnTo>
                <a:lnTo>
                  <a:pt x="295008" y="152831"/>
                </a:lnTo>
                <a:lnTo>
                  <a:pt x="312064" y="142354"/>
                </a:lnTo>
                <a:lnTo>
                  <a:pt x="312064" y="90970"/>
                </a:lnTo>
                <a:lnTo>
                  <a:pt x="301688" y="112979"/>
                </a:lnTo>
                <a:lnTo>
                  <a:pt x="272592" y="132880"/>
                </a:lnTo>
                <a:lnTo>
                  <a:pt x="227876" y="147281"/>
                </a:lnTo>
                <a:lnTo>
                  <a:pt x="170586" y="152831"/>
                </a:lnTo>
                <a:lnTo>
                  <a:pt x="113296" y="147281"/>
                </a:lnTo>
                <a:lnTo>
                  <a:pt x="97993" y="142354"/>
                </a:lnTo>
                <a:lnTo>
                  <a:pt x="68567" y="132880"/>
                </a:lnTo>
                <a:lnTo>
                  <a:pt x="39484" y="112979"/>
                </a:lnTo>
                <a:lnTo>
                  <a:pt x="29108" y="90970"/>
                </a:lnTo>
                <a:lnTo>
                  <a:pt x="39484" y="68961"/>
                </a:lnTo>
                <a:lnTo>
                  <a:pt x="68567" y="49072"/>
                </a:lnTo>
                <a:lnTo>
                  <a:pt x="113296" y="34658"/>
                </a:lnTo>
                <a:lnTo>
                  <a:pt x="170586" y="29108"/>
                </a:lnTo>
                <a:lnTo>
                  <a:pt x="227876" y="34658"/>
                </a:lnTo>
                <a:lnTo>
                  <a:pt x="272592" y="49072"/>
                </a:lnTo>
                <a:lnTo>
                  <a:pt x="301688" y="68961"/>
                </a:lnTo>
                <a:lnTo>
                  <a:pt x="312064" y="90970"/>
                </a:lnTo>
                <a:lnTo>
                  <a:pt x="312064" y="40436"/>
                </a:lnTo>
                <a:lnTo>
                  <a:pt x="271945" y="17310"/>
                </a:lnTo>
                <a:lnTo>
                  <a:pt x="225044" y="4559"/>
                </a:lnTo>
                <a:lnTo>
                  <a:pt x="170586" y="0"/>
                </a:lnTo>
                <a:lnTo>
                  <a:pt x="116065" y="4559"/>
                </a:lnTo>
                <a:lnTo>
                  <a:pt x="69164" y="17310"/>
                </a:lnTo>
                <a:lnTo>
                  <a:pt x="32461" y="36880"/>
                </a:lnTo>
                <a:lnTo>
                  <a:pt x="8547" y="61887"/>
                </a:lnTo>
                <a:lnTo>
                  <a:pt x="0" y="90970"/>
                </a:lnTo>
                <a:lnTo>
                  <a:pt x="0" y="377558"/>
                </a:lnTo>
                <a:lnTo>
                  <a:pt x="32461" y="431647"/>
                </a:lnTo>
                <a:lnTo>
                  <a:pt x="69164" y="451218"/>
                </a:lnTo>
                <a:lnTo>
                  <a:pt x="116065" y="463969"/>
                </a:lnTo>
                <a:lnTo>
                  <a:pt x="170586" y="468528"/>
                </a:lnTo>
                <a:lnTo>
                  <a:pt x="225044" y="463969"/>
                </a:lnTo>
                <a:lnTo>
                  <a:pt x="271945" y="451218"/>
                </a:lnTo>
                <a:lnTo>
                  <a:pt x="308660" y="431647"/>
                </a:lnTo>
                <a:lnTo>
                  <a:pt x="341172" y="377558"/>
                </a:lnTo>
                <a:lnTo>
                  <a:pt x="341172" y="333463"/>
                </a:lnTo>
                <a:lnTo>
                  <a:pt x="341172" y="248310"/>
                </a:lnTo>
                <a:lnTo>
                  <a:pt x="341172" y="142354"/>
                </a:lnTo>
                <a:lnTo>
                  <a:pt x="341172" y="90970"/>
                </a:lnTo>
                <a:close/>
              </a:path>
              <a:path w="931545" h="931545">
                <a:moveTo>
                  <a:pt x="621741" y="452107"/>
                </a:moveTo>
                <a:lnTo>
                  <a:pt x="616077" y="424002"/>
                </a:lnTo>
                <a:lnTo>
                  <a:pt x="600621" y="401015"/>
                </a:lnTo>
                <a:lnTo>
                  <a:pt x="577723" y="385521"/>
                </a:lnTo>
                <a:lnTo>
                  <a:pt x="549706" y="379831"/>
                </a:lnTo>
                <a:lnTo>
                  <a:pt x="521690" y="385521"/>
                </a:lnTo>
                <a:lnTo>
                  <a:pt x="498792" y="401015"/>
                </a:lnTo>
                <a:lnTo>
                  <a:pt x="483336" y="424002"/>
                </a:lnTo>
                <a:lnTo>
                  <a:pt x="477659" y="452107"/>
                </a:lnTo>
                <a:lnTo>
                  <a:pt x="483336" y="480123"/>
                </a:lnTo>
                <a:lnTo>
                  <a:pt x="498792" y="503034"/>
                </a:lnTo>
                <a:lnTo>
                  <a:pt x="521690" y="518477"/>
                </a:lnTo>
                <a:lnTo>
                  <a:pt x="549706" y="524154"/>
                </a:lnTo>
                <a:lnTo>
                  <a:pt x="557733" y="524154"/>
                </a:lnTo>
                <a:lnTo>
                  <a:pt x="564261" y="530656"/>
                </a:lnTo>
                <a:lnTo>
                  <a:pt x="564261" y="546747"/>
                </a:lnTo>
                <a:lnTo>
                  <a:pt x="557733" y="553262"/>
                </a:lnTo>
                <a:lnTo>
                  <a:pt x="549706" y="553262"/>
                </a:lnTo>
                <a:lnTo>
                  <a:pt x="510374" y="545299"/>
                </a:lnTo>
                <a:lnTo>
                  <a:pt x="479412" y="524408"/>
                </a:lnTo>
                <a:lnTo>
                  <a:pt x="478218" y="523595"/>
                </a:lnTo>
                <a:lnTo>
                  <a:pt x="456514" y="491439"/>
                </a:lnTo>
                <a:lnTo>
                  <a:pt x="448551" y="452107"/>
                </a:lnTo>
                <a:lnTo>
                  <a:pt x="448652" y="450088"/>
                </a:lnTo>
                <a:lnTo>
                  <a:pt x="429653" y="460641"/>
                </a:lnTo>
                <a:lnTo>
                  <a:pt x="414693" y="476173"/>
                </a:lnTo>
                <a:lnTo>
                  <a:pt x="404888" y="495528"/>
                </a:lnTo>
                <a:lnTo>
                  <a:pt x="401370" y="517550"/>
                </a:lnTo>
                <a:lnTo>
                  <a:pt x="401370" y="522135"/>
                </a:lnTo>
                <a:lnTo>
                  <a:pt x="401789" y="526084"/>
                </a:lnTo>
                <a:lnTo>
                  <a:pt x="401840" y="526580"/>
                </a:lnTo>
                <a:lnTo>
                  <a:pt x="402602" y="530656"/>
                </a:lnTo>
                <a:lnTo>
                  <a:pt x="402653" y="530923"/>
                </a:lnTo>
                <a:lnTo>
                  <a:pt x="412407" y="528129"/>
                </a:lnTo>
                <a:lnTo>
                  <a:pt x="422452" y="526084"/>
                </a:lnTo>
                <a:lnTo>
                  <a:pt x="432752" y="524827"/>
                </a:lnTo>
                <a:lnTo>
                  <a:pt x="443293" y="524408"/>
                </a:lnTo>
                <a:lnTo>
                  <a:pt x="451319" y="524408"/>
                </a:lnTo>
                <a:lnTo>
                  <a:pt x="457847" y="530923"/>
                </a:lnTo>
                <a:lnTo>
                  <a:pt x="457847" y="547001"/>
                </a:lnTo>
                <a:lnTo>
                  <a:pt x="451319" y="553516"/>
                </a:lnTo>
                <a:lnTo>
                  <a:pt x="443293" y="553516"/>
                </a:lnTo>
                <a:lnTo>
                  <a:pt x="403567" y="561555"/>
                </a:lnTo>
                <a:lnTo>
                  <a:pt x="371094" y="583463"/>
                </a:lnTo>
                <a:lnTo>
                  <a:pt x="349173" y="615937"/>
                </a:lnTo>
                <a:lnTo>
                  <a:pt x="341134" y="655675"/>
                </a:lnTo>
                <a:lnTo>
                  <a:pt x="342392" y="671804"/>
                </a:lnTo>
                <a:lnTo>
                  <a:pt x="346075" y="687247"/>
                </a:lnTo>
                <a:lnTo>
                  <a:pt x="352120" y="701827"/>
                </a:lnTo>
                <a:lnTo>
                  <a:pt x="360387" y="715327"/>
                </a:lnTo>
                <a:lnTo>
                  <a:pt x="378650" y="693458"/>
                </a:lnTo>
                <a:lnTo>
                  <a:pt x="401650" y="676617"/>
                </a:lnTo>
                <a:lnTo>
                  <a:pt x="428459" y="665784"/>
                </a:lnTo>
                <a:lnTo>
                  <a:pt x="458076" y="661962"/>
                </a:lnTo>
                <a:lnTo>
                  <a:pt x="466102" y="661962"/>
                </a:lnTo>
                <a:lnTo>
                  <a:pt x="472630" y="668477"/>
                </a:lnTo>
                <a:lnTo>
                  <a:pt x="472630" y="684568"/>
                </a:lnTo>
                <a:lnTo>
                  <a:pt x="466102" y="691083"/>
                </a:lnTo>
                <a:lnTo>
                  <a:pt x="458076" y="691083"/>
                </a:lnTo>
                <a:lnTo>
                  <a:pt x="424141" y="697941"/>
                </a:lnTo>
                <a:lnTo>
                  <a:pt x="396405" y="716661"/>
                </a:lnTo>
                <a:lnTo>
                  <a:pt x="377685" y="744410"/>
                </a:lnTo>
                <a:lnTo>
                  <a:pt x="370814" y="778357"/>
                </a:lnTo>
                <a:lnTo>
                  <a:pt x="375119" y="805751"/>
                </a:lnTo>
                <a:lnTo>
                  <a:pt x="387184" y="829564"/>
                </a:lnTo>
                <a:lnTo>
                  <a:pt x="405688" y="848398"/>
                </a:lnTo>
                <a:lnTo>
                  <a:pt x="429323" y="860907"/>
                </a:lnTo>
                <a:lnTo>
                  <a:pt x="428942" y="857135"/>
                </a:lnTo>
                <a:lnTo>
                  <a:pt x="428828" y="848398"/>
                </a:lnTo>
                <a:lnTo>
                  <a:pt x="437172" y="806780"/>
                </a:lnTo>
                <a:lnTo>
                  <a:pt x="461454" y="770699"/>
                </a:lnTo>
                <a:lnTo>
                  <a:pt x="497243" y="746798"/>
                </a:lnTo>
                <a:lnTo>
                  <a:pt x="538924" y="738543"/>
                </a:lnTo>
                <a:lnTo>
                  <a:pt x="548017" y="738543"/>
                </a:lnTo>
                <a:lnTo>
                  <a:pt x="554507" y="745083"/>
                </a:lnTo>
                <a:lnTo>
                  <a:pt x="554431" y="761136"/>
                </a:lnTo>
                <a:lnTo>
                  <a:pt x="547928" y="767600"/>
                </a:lnTo>
                <a:lnTo>
                  <a:pt x="539445" y="767600"/>
                </a:lnTo>
                <a:lnTo>
                  <a:pt x="523494" y="769150"/>
                </a:lnTo>
                <a:lnTo>
                  <a:pt x="481990" y="791349"/>
                </a:lnTo>
                <a:lnTo>
                  <a:pt x="459435" y="833259"/>
                </a:lnTo>
                <a:lnTo>
                  <a:pt x="457949" y="848398"/>
                </a:lnTo>
                <a:lnTo>
                  <a:pt x="457847" y="849426"/>
                </a:lnTo>
                <a:lnTo>
                  <a:pt x="464312" y="881341"/>
                </a:lnTo>
                <a:lnTo>
                  <a:pt x="481914" y="907427"/>
                </a:lnTo>
                <a:lnTo>
                  <a:pt x="508000" y="925042"/>
                </a:lnTo>
                <a:lnTo>
                  <a:pt x="539915" y="931506"/>
                </a:lnTo>
                <a:lnTo>
                  <a:pt x="571728" y="925042"/>
                </a:lnTo>
                <a:lnTo>
                  <a:pt x="597750" y="907427"/>
                </a:lnTo>
                <a:lnTo>
                  <a:pt x="615302" y="881341"/>
                </a:lnTo>
                <a:lnTo>
                  <a:pt x="621741" y="849426"/>
                </a:lnTo>
                <a:lnTo>
                  <a:pt x="621741" y="738543"/>
                </a:lnTo>
                <a:lnTo>
                  <a:pt x="621741" y="661962"/>
                </a:lnTo>
                <a:lnTo>
                  <a:pt x="621741" y="553262"/>
                </a:lnTo>
                <a:lnTo>
                  <a:pt x="621741" y="452107"/>
                </a:lnTo>
                <a:close/>
              </a:path>
              <a:path w="931545" h="931545">
                <a:moveTo>
                  <a:pt x="676935" y="250418"/>
                </a:moveTo>
                <a:lnTo>
                  <a:pt x="665556" y="239026"/>
                </a:lnTo>
                <a:lnTo>
                  <a:pt x="656348" y="239026"/>
                </a:lnTo>
                <a:lnTo>
                  <a:pt x="630605" y="264769"/>
                </a:lnTo>
                <a:lnTo>
                  <a:pt x="630605" y="255016"/>
                </a:lnTo>
                <a:lnTo>
                  <a:pt x="625081" y="207251"/>
                </a:lnTo>
                <a:lnTo>
                  <a:pt x="609320" y="163182"/>
                </a:lnTo>
                <a:lnTo>
                  <a:pt x="584619" y="124371"/>
                </a:lnTo>
                <a:lnTo>
                  <a:pt x="552234" y="91986"/>
                </a:lnTo>
                <a:lnTo>
                  <a:pt x="513422" y="67284"/>
                </a:lnTo>
                <a:lnTo>
                  <a:pt x="469455" y="51536"/>
                </a:lnTo>
                <a:lnTo>
                  <a:pt x="421589" y="45999"/>
                </a:lnTo>
                <a:lnTo>
                  <a:pt x="413550" y="45999"/>
                </a:lnTo>
                <a:lnTo>
                  <a:pt x="407035" y="52501"/>
                </a:lnTo>
                <a:lnTo>
                  <a:pt x="407035" y="68592"/>
                </a:lnTo>
                <a:lnTo>
                  <a:pt x="413550" y="75107"/>
                </a:lnTo>
                <a:lnTo>
                  <a:pt x="421589" y="75107"/>
                </a:lnTo>
                <a:lnTo>
                  <a:pt x="469353" y="81546"/>
                </a:lnTo>
                <a:lnTo>
                  <a:pt x="512318" y="99707"/>
                </a:lnTo>
                <a:lnTo>
                  <a:pt x="548741" y="127863"/>
                </a:lnTo>
                <a:lnTo>
                  <a:pt x="576897" y="164287"/>
                </a:lnTo>
                <a:lnTo>
                  <a:pt x="595058" y="207251"/>
                </a:lnTo>
                <a:lnTo>
                  <a:pt x="601497" y="255016"/>
                </a:lnTo>
                <a:lnTo>
                  <a:pt x="601497" y="264706"/>
                </a:lnTo>
                <a:lnTo>
                  <a:pt x="575729" y="239026"/>
                </a:lnTo>
                <a:lnTo>
                  <a:pt x="566508" y="239026"/>
                </a:lnTo>
                <a:lnTo>
                  <a:pt x="555167" y="250418"/>
                </a:lnTo>
                <a:lnTo>
                  <a:pt x="555180" y="259638"/>
                </a:lnTo>
                <a:lnTo>
                  <a:pt x="607174" y="311467"/>
                </a:lnTo>
                <a:lnTo>
                  <a:pt x="608698" y="312508"/>
                </a:lnTo>
                <a:lnTo>
                  <a:pt x="611936" y="313829"/>
                </a:lnTo>
                <a:lnTo>
                  <a:pt x="612914" y="313829"/>
                </a:lnTo>
                <a:lnTo>
                  <a:pt x="614768" y="314083"/>
                </a:lnTo>
                <a:lnTo>
                  <a:pt x="615365" y="314388"/>
                </a:lnTo>
                <a:lnTo>
                  <a:pt x="618020" y="314388"/>
                </a:lnTo>
                <a:lnTo>
                  <a:pt x="619442" y="314083"/>
                </a:lnTo>
                <a:lnTo>
                  <a:pt x="619671" y="314083"/>
                </a:lnTo>
                <a:lnTo>
                  <a:pt x="671766" y="264769"/>
                </a:lnTo>
                <a:lnTo>
                  <a:pt x="676897" y="259638"/>
                </a:lnTo>
                <a:lnTo>
                  <a:pt x="676935" y="250418"/>
                </a:lnTo>
                <a:close/>
              </a:path>
              <a:path w="931545" h="931545">
                <a:moveTo>
                  <a:pt x="931456" y="655675"/>
                </a:moveTo>
                <a:lnTo>
                  <a:pt x="923417" y="615937"/>
                </a:lnTo>
                <a:lnTo>
                  <a:pt x="901496" y="583463"/>
                </a:lnTo>
                <a:lnTo>
                  <a:pt x="869022" y="561555"/>
                </a:lnTo>
                <a:lnTo>
                  <a:pt x="829310" y="553516"/>
                </a:lnTo>
                <a:lnTo>
                  <a:pt x="821270" y="553516"/>
                </a:lnTo>
                <a:lnTo>
                  <a:pt x="821016" y="553262"/>
                </a:lnTo>
                <a:lnTo>
                  <a:pt x="814755" y="547001"/>
                </a:lnTo>
                <a:lnTo>
                  <a:pt x="814755" y="530923"/>
                </a:lnTo>
                <a:lnTo>
                  <a:pt x="821270" y="524408"/>
                </a:lnTo>
                <a:lnTo>
                  <a:pt x="829310" y="524408"/>
                </a:lnTo>
                <a:lnTo>
                  <a:pt x="839838" y="524827"/>
                </a:lnTo>
                <a:lnTo>
                  <a:pt x="850138" y="526084"/>
                </a:lnTo>
                <a:lnTo>
                  <a:pt x="860183" y="528129"/>
                </a:lnTo>
                <a:lnTo>
                  <a:pt x="869937" y="530923"/>
                </a:lnTo>
                <a:lnTo>
                  <a:pt x="870750" y="526580"/>
                </a:lnTo>
                <a:lnTo>
                  <a:pt x="870940" y="524827"/>
                </a:lnTo>
                <a:lnTo>
                  <a:pt x="870978" y="524408"/>
                </a:lnTo>
                <a:lnTo>
                  <a:pt x="871220" y="522135"/>
                </a:lnTo>
                <a:lnTo>
                  <a:pt x="871220" y="517550"/>
                </a:lnTo>
                <a:lnTo>
                  <a:pt x="867702" y="495528"/>
                </a:lnTo>
                <a:lnTo>
                  <a:pt x="857897" y="476173"/>
                </a:lnTo>
                <a:lnTo>
                  <a:pt x="842937" y="460641"/>
                </a:lnTo>
                <a:lnTo>
                  <a:pt x="823925" y="450088"/>
                </a:lnTo>
                <a:lnTo>
                  <a:pt x="824026" y="452107"/>
                </a:lnTo>
                <a:lnTo>
                  <a:pt x="816063" y="491439"/>
                </a:lnTo>
                <a:lnTo>
                  <a:pt x="794372" y="523595"/>
                </a:lnTo>
                <a:lnTo>
                  <a:pt x="762215" y="545299"/>
                </a:lnTo>
                <a:lnTo>
                  <a:pt x="722884" y="553262"/>
                </a:lnTo>
                <a:lnTo>
                  <a:pt x="714844" y="553262"/>
                </a:lnTo>
                <a:lnTo>
                  <a:pt x="708329" y="546747"/>
                </a:lnTo>
                <a:lnTo>
                  <a:pt x="708329" y="530656"/>
                </a:lnTo>
                <a:lnTo>
                  <a:pt x="714844" y="524154"/>
                </a:lnTo>
                <a:lnTo>
                  <a:pt x="722884" y="524154"/>
                </a:lnTo>
                <a:lnTo>
                  <a:pt x="750900" y="518477"/>
                </a:lnTo>
                <a:lnTo>
                  <a:pt x="789254" y="480123"/>
                </a:lnTo>
                <a:lnTo>
                  <a:pt x="789254" y="424002"/>
                </a:lnTo>
                <a:lnTo>
                  <a:pt x="750900" y="385521"/>
                </a:lnTo>
                <a:lnTo>
                  <a:pt x="722884" y="379831"/>
                </a:lnTo>
                <a:lnTo>
                  <a:pt x="694867" y="385521"/>
                </a:lnTo>
                <a:lnTo>
                  <a:pt x="671969" y="401015"/>
                </a:lnTo>
                <a:lnTo>
                  <a:pt x="656513" y="424002"/>
                </a:lnTo>
                <a:lnTo>
                  <a:pt x="650849" y="452107"/>
                </a:lnTo>
                <a:lnTo>
                  <a:pt x="650849" y="849426"/>
                </a:lnTo>
                <a:lnTo>
                  <a:pt x="657288" y="881341"/>
                </a:lnTo>
                <a:lnTo>
                  <a:pt x="674839" y="907427"/>
                </a:lnTo>
                <a:lnTo>
                  <a:pt x="700849" y="925042"/>
                </a:lnTo>
                <a:lnTo>
                  <a:pt x="732675" y="931506"/>
                </a:lnTo>
                <a:lnTo>
                  <a:pt x="764590" y="925042"/>
                </a:lnTo>
                <a:lnTo>
                  <a:pt x="790689" y="907427"/>
                </a:lnTo>
                <a:lnTo>
                  <a:pt x="808291" y="881341"/>
                </a:lnTo>
                <a:lnTo>
                  <a:pt x="814755" y="849426"/>
                </a:lnTo>
                <a:lnTo>
                  <a:pt x="813168" y="833259"/>
                </a:lnTo>
                <a:lnTo>
                  <a:pt x="790613" y="791349"/>
                </a:lnTo>
                <a:lnTo>
                  <a:pt x="749109" y="769150"/>
                </a:lnTo>
                <a:lnTo>
                  <a:pt x="724662" y="767600"/>
                </a:lnTo>
                <a:lnTo>
                  <a:pt x="718146" y="761136"/>
                </a:lnTo>
                <a:lnTo>
                  <a:pt x="718083" y="745083"/>
                </a:lnTo>
                <a:lnTo>
                  <a:pt x="724560" y="738543"/>
                </a:lnTo>
                <a:lnTo>
                  <a:pt x="733132" y="738543"/>
                </a:lnTo>
                <a:lnTo>
                  <a:pt x="775042" y="746747"/>
                </a:lnTo>
                <a:lnTo>
                  <a:pt x="811136" y="770699"/>
                </a:lnTo>
                <a:lnTo>
                  <a:pt x="835418" y="806780"/>
                </a:lnTo>
                <a:lnTo>
                  <a:pt x="843762" y="848398"/>
                </a:lnTo>
                <a:lnTo>
                  <a:pt x="843864" y="853300"/>
                </a:lnTo>
                <a:lnTo>
                  <a:pt x="843648" y="857123"/>
                </a:lnTo>
                <a:lnTo>
                  <a:pt x="843267" y="860907"/>
                </a:lnTo>
                <a:lnTo>
                  <a:pt x="866914" y="848398"/>
                </a:lnTo>
                <a:lnTo>
                  <a:pt x="885405" y="829551"/>
                </a:lnTo>
                <a:lnTo>
                  <a:pt x="897470" y="805751"/>
                </a:lnTo>
                <a:lnTo>
                  <a:pt x="901776" y="778357"/>
                </a:lnTo>
                <a:lnTo>
                  <a:pt x="894905" y="744410"/>
                </a:lnTo>
                <a:lnTo>
                  <a:pt x="890943" y="738543"/>
                </a:lnTo>
                <a:lnTo>
                  <a:pt x="876185" y="716661"/>
                </a:lnTo>
                <a:lnTo>
                  <a:pt x="848448" y="697941"/>
                </a:lnTo>
                <a:lnTo>
                  <a:pt x="814514" y="691083"/>
                </a:lnTo>
                <a:lnTo>
                  <a:pt x="806475" y="691083"/>
                </a:lnTo>
                <a:lnTo>
                  <a:pt x="799960" y="684568"/>
                </a:lnTo>
                <a:lnTo>
                  <a:pt x="799960" y="668477"/>
                </a:lnTo>
                <a:lnTo>
                  <a:pt x="806475" y="661962"/>
                </a:lnTo>
                <a:lnTo>
                  <a:pt x="814514" y="661962"/>
                </a:lnTo>
                <a:lnTo>
                  <a:pt x="844130" y="665784"/>
                </a:lnTo>
                <a:lnTo>
                  <a:pt x="870927" y="676617"/>
                </a:lnTo>
                <a:lnTo>
                  <a:pt x="893940" y="693458"/>
                </a:lnTo>
                <a:lnTo>
                  <a:pt x="912202" y="715327"/>
                </a:lnTo>
                <a:lnTo>
                  <a:pt x="920483" y="701827"/>
                </a:lnTo>
                <a:lnTo>
                  <a:pt x="926515" y="687247"/>
                </a:lnTo>
                <a:lnTo>
                  <a:pt x="930198" y="671804"/>
                </a:lnTo>
                <a:lnTo>
                  <a:pt x="930973" y="661962"/>
                </a:lnTo>
                <a:lnTo>
                  <a:pt x="931456" y="655675"/>
                </a:lnTo>
                <a:close/>
              </a:path>
            </a:pathLst>
          </a:custGeom>
          <a:solidFill>
            <a:srgbClr val="26DEDD"/>
          </a:solidFill>
        </p:spPr>
        <p:txBody>
          <a:bodyPr wrap="square" lIns="0" tIns="0" rIns="0" bIns="0" rtlCol="0"/>
          <a:lstStyle/>
          <a:p>
            <a:endParaRPr/>
          </a:p>
        </p:txBody>
      </p:sp>
      <p:grpSp>
        <p:nvGrpSpPr>
          <p:cNvPr id="9" name="object 9"/>
          <p:cNvGrpSpPr/>
          <p:nvPr/>
        </p:nvGrpSpPr>
        <p:grpSpPr>
          <a:xfrm>
            <a:off x="5179358" y="3600098"/>
            <a:ext cx="931544" cy="931544"/>
            <a:chOff x="5179358" y="3600098"/>
            <a:chExt cx="931544" cy="931544"/>
          </a:xfrm>
        </p:grpSpPr>
        <p:sp>
          <p:nvSpPr>
            <p:cNvPr id="10" name="object 10"/>
            <p:cNvSpPr/>
            <p:nvPr/>
          </p:nvSpPr>
          <p:spPr>
            <a:xfrm>
              <a:off x="5179352" y="3600106"/>
              <a:ext cx="310515" cy="684530"/>
            </a:xfrm>
            <a:custGeom>
              <a:avLst/>
              <a:gdLst/>
              <a:ahLst/>
              <a:cxnLst/>
              <a:rect l="l" t="t" r="r" b="b"/>
              <a:pathLst>
                <a:path w="310514" h="684529">
                  <a:moveTo>
                    <a:pt x="155257" y="434695"/>
                  </a:moveTo>
                  <a:lnTo>
                    <a:pt x="90297" y="434695"/>
                  </a:lnTo>
                  <a:lnTo>
                    <a:pt x="83591" y="422249"/>
                  </a:lnTo>
                  <a:lnTo>
                    <a:pt x="73609" y="412419"/>
                  </a:lnTo>
                  <a:lnTo>
                    <a:pt x="61036" y="405968"/>
                  </a:lnTo>
                  <a:lnTo>
                    <a:pt x="46583" y="403644"/>
                  </a:lnTo>
                  <a:lnTo>
                    <a:pt x="28473" y="407314"/>
                  </a:lnTo>
                  <a:lnTo>
                    <a:pt x="13665" y="417309"/>
                  </a:lnTo>
                  <a:lnTo>
                    <a:pt x="3670" y="432117"/>
                  </a:lnTo>
                  <a:lnTo>
                    <a:pt x="0" y="450227"/>
                  </a:lnTo>
                  <a:lnTo>
                    <a:pt x="3670" y="468337"/>
                  </a:lnTo>
                  <a:lnTo>
                    <a:pt x="13665" y="483146"/>
                  </a:lnTo>
                  <a:lnTo>
                    <a:pt x="28473" y="493141"/>
                  </a:lnTo>
                  <a:lnTo>
                    <a:pt x="46583" y="496798"/>
                  </a:lnTo>
                  <a:lnTo>
                    <a:pt x="61036" y="494487"/>
                  </a:lnTo>
                  <a:lnTo>
                    <a:pt x="73609" y="488035"/>
                  </a:lnTo>
                  <a:lnTo>
                    <a:pt x="83591" y="478205"/>
                  </a:lnTo>
                  <a:lnTo>
                    <a:pt x="90297" y="465747"/>
                  </a:lnTo>
                  <a:lnTo>
                    <a:pt x="124206" y="465747"/>
                  </a:lnTo>
                  <a:lnTo>
                    <a:pt x="124206" y="684009"/>
                  </a:lnTo>
                  <a:lnTo>
                    <a:pt x="127685" y="683564"/>
                  </a:lnTo>
                  <a:lnTo>
                    <a:pt x="132156" y="667981"/>
                  </a:lnTo>
                  <a:lnTo>
                    <a:pt x="138328" y="653249"/>
                  </a:lnTo>
                  <a:lnTo>
                    <a:pt x="146075" y="639445"/>
                  </a:lnTo>
                  <a:lnTo>
                    <a:pt x="155257" y="626668"/>
                  </a:lnTo>
                  <a:lnTo>
                    <a:pt x="155257" y="434695"/>
                  </a:lnTo>
                  <a:close/>
                </a:path>
                <a:path w="310514" h="684529">
                  <a:moveTo>
                    <a:pt x="217360" y="232867"/>
                  </a:moveTo>
                  <a:lnTo>
                    <a:pt x="136867" y="232867"/>
                  </a:lnTo>
                  <a:lnTo>
                    <a:pt x="130162" y="220421"/>
                  </a:lnTo>
                  <a:lnTo>
                    <a:pt x="120180" y="210591"/>
                  </a:lnTo>
                  <a:lnTo>
                    <a:pt x="107607" y="204139"/>
                  </a:lnTo>
                  <a:lnTo>
                    <a:pt x="93154" y="201815"/>
                  </a:lnTo>
                  <a:lnTo>
                    <a:pt x="75044" y="205486"/>
                  </a:lnTo>
                  <a:lnTo>
                    <a:pt x="60236" y="215480"/>
                  </a:lnTo>
                  <a:lnTo>
                    <a:pt x="50253" y="230289"/>
                  </a:lnTo>
                  <a:lnTo>
                    <a:pt x="46583" y="248399"/>
                  </a:lnTo>
                  <a:lnTo>
                    <a:pt x="50253" y="266509"/>
                  </a:lnTo>
                  <a:lnTo>
                    <a:pt x="60236" y="281317"/>
                  </a:lnTo>
                  <a:lnTo>
                    <a:pt x="75044" y="291312"/>
                  </a:lnTo>
                  <a:lnTo>
                    <a:pt x="93154" y="294970"/>
                  </a:lnTo>
                  <a:lnTo>
                    <a:pt x="107607" y="292658"/>
                  </a:lnTo>
                  <a:lnTo>
                    <a:pt x="120180" y="286207"/>
                  </a:lnTo>
                  <a:lnTo>
                    <a:pt x="130162" y="276377"/>
                  </a:lnTo>
                  <a:lnTo>
                    <a:pt x="136867" y="263918"/>
                  </a:lnTo>
                  <a:lnTo>
                    <a:pt x="186309" y="263918"/>
                  </a:lnTo>
                  <a:lnTo>
                    <a:pt x="186309" y="598081"/>
                  </a:lnTo>
                  <a:lnTo>
                    <a:pt x="193649" y="593483"/>
                  </a:lnTo>
                  <a:lnTo>
                    <a:pt x="201282" y="589318"/>
                  </a:lnTo>
                  <a:lnTo>
                    <a:pt x="209194" y="585635"/>
                  </a:lnTo>
                  <a:lnTo>
                    <a:pt x="217360" y="582447"/>
                  </a:lnTo>
                  <a:lnTo>
                    <a:pt x="217360" y="232867"/>
                  </a:lnTo>
                  <a:close/>
                </a:path>
                <a:path w="310514" h="684529">
                  <a:moveTo>
                    <a:pt x="310502" y="46583"/>
                  </a:moveTo>
                  <a:lnTo>
                    <a:pt x="306844" y="28473"/>
                  </a:lnTo>
                  <a:lnTo>
                    <a:pt x="296849" y="13665"/>
                  </a:lnTo>
                  <a:lnTo>
                    <a:pt x="282041" y="3670"/>
                  </a:lnTo>
                  <a:lnTo>
                    <a:pt x="263918" y="0"/>
                  </a:lnTo>
                  <a:lnTo>
                    <a:pt x="245821" y="3670"/>
                  </a:lnTo>
                  <a:lnTo>
                    <a:pt x="231013" y="13665"/>
                  </a:lnTo>
                  <a:lnTo>
                    <a:pt x="221018" y="28473"/>
                  </a:lnTo>
                  <a:lnTo>
                    <a:pt x="217347" y="46583"/>
                  </a:lnTo>
                  <a:lnTo>
                    <a:pt x="219671" y="61036"/>
                  </a:lnTo>
                  <a:lnTo>
                    <a:pt x="226123" y="73609"/>
                  </a:lnTo>
                  <a:lnTo>
                    <a:pt x="235953" y="83591"/>
                  </a:lnTo>
                  <a:lnTo>
                    <a:pt x="248399" y="90297"/>
                  </a:lnTo>
                  <a:lnTo>
                    <a:pt x="248399" y="575411"/>
                  </a:lnTo>
                  <a:lnTo>
                    <a:pt x="258673" y="574433"/>
                  </a:lnTo>
                  <a:lnTo>
                    <a:pt x="269138" y="574433"/>
                  </a:lnTo>
                  <a:lnTo>
                    <a:pt x="279450" y="575564"/>
                  </a:lnTo>
                  <a:lnTo>
                    <a:pt x="279450" y="90297"/>
                  </a:lnTo>
                  <a:lnTo>
                    <a:pt x="291909" y="83591"/>
                  </a:lnTo>
                  <a:lnTo>
                    <a:pt x="301739" y="73609"/>
                  </a:lnTo>
                  <a:lnTo>
                    <a:pt x="308190" y="61036"/>
                  </a:lnTo>
                  <a:lnTo>
                    <a:pt x="310502" y="46583"/>
                  </a:lnTo>
                  <a:close/>
                </a:path>
              </a:pathLst>
            </a:custGeom>
            <a:solidFill>
              <a:srgbClr val="26DEDD"/>
            </a:solidFill>
          </p:spPr>
          <p:txBody>
            <a:bodyPr wrap="square" lIns="0" tIns="0" rIns="0" bIns="0" rtlCol="0"/>
            <a:lstStyle/>
            <a:p>
              <a:endParaRPr/>
            </a:p>
          </p:txBody>
        </p:sp>
        <p:pic>
          <p:nvPicPr>
            <p:cNvPr id="11" name="object 11"/>
            <p:cNvPicPr/>
            <p:nvPr/>
          </p:nvPicPr>
          <p:blipFill>
            <a:blip r:embed="rId4" cstate="print"/>
            <a:stretch>
              <a:fillRect/>
            </a:stretch>
          </p:blipFill>
          <p:spPr>
            <a:xfrm>
              <a:off x="5614066" y="3600098"/>
              <a:ext cx="186296" cy="155257"/>
            </a:xfrm>
            <a:prstGeom prst="rect">
              <a:avLst/>
            </a:prstGeom>
          </p:spPr>
        </p:pic>
        <p:pic>
          <p:nvPicPr>
            <p:cNvPr id="12" name="object 12"/>
            <p:cNvPicPr/>
            <p:nvPr/>
          </p:nvPicPr>
          <p:blipFill>
            <a:blip r:embed="rId5" cstate="print"/>
            <a:stretch>
              <a:fillRect/>
            </a:stretch>
          </p:blipFill>
          <p:spPr>
            <a:xfrm>
              <a:off x="5862462" y="3600104"/>
              <a:ext cx="186296" cy="155244"/>
            </a:xfrm>
            <a:prstGeom prst="rect">
              <a:avLst/>
            </a:prstGeom>
          </p:spPr>
        </p:pic>
        <p:sp>
          <p:nvSpPr>
            <p:cNvPr id="13" name="object 13"/>
            <p:cNvSpPr/>
            <p:nvPr/>
          </p:nvSpPr>
          <p:spPr>
            <a:xfrm>
              <a:off x="5210403" y="3786402"/>
              <a:ext cx="901065" cy="745490"/>
            </a:xfrm>
            <a:custGeom>
              <a:avLst/>
              <a:gdLst/>
              <a:ahLst/>
              <a:cxnLst/>
              <a:rect l="l" t="t" r="r" b="b"/>
              <a:pathLst>
                <a:path w="901064" h="745489">
                  <a:moveTo>
                    <a:pt x="341566" y="527837"/>
                  </a:moveTo>
                  <a:lnTo>
                    <a:pt x="310515" y="527837"/>
                  </a:lnTo>
                  <a:lnTo>
                    <a:pt x="310515" y="652043"/>
                  </a:lnTo>
                  <a:lnTo>
                    <a:pt x="341566" y="652043"/>
                  </a:lnTo>
                  <a:lnTo>
                    <a:pt x="341566" y="527837"/>
                  </a:lnTo>
                  <a:close/>
                </a:path>
                <a:path w="901064" h="745489">
                  <a:moveTo>
                    <a:pt x="589965" y="527837"/>
                  </a:moveTo>
                  <a:lnTo>
                    <a:pt x="558914" y="527837"/>
                  </a:lnTo>
                  <a:lnTo>
                    <a:pt x="558914" y="652043"/>
                  </a:lnTo>
                  <a:lnTo>
                    <a:pt x="589965" y="652043"/>
                  </a:lnTo>
                  <a:lnTo>
                    <a:pt x="589965" y="527837"/>
                  </a:lnTo>
                  <a:close/>
                </a:path>
                <a:path w="901064" h="745489">
                  <a:moveTo>
                    <a:pt x="807300" y="279450"/>
                  </a:moveTo>
                  <a:lnTo>
                    <a:pt x="800633" y="229984"/>
                  </a:lnTo>
                  <a:lnTo>
                    <a:pt x="781837" y="185496"/>
                  </a:lnTo>
                  <a:lnTo>
                    <a:pt x="752678" y="147789"/>
                  </a:lnTo>
                  <a:lnTo>
                    <a:pt x="714959" y="118630"/>
                  </a:lnTo>
                  <a:lnTo>
                    <a:pt x="670471" y="99822"/>
                  </a:lnTo>
                  <a:lnTo>
                    <a:pt x="621004" y="93154"/>
                  </a:lnTo>
                  <a:lnTo>
                    <a:pt x="571538" y="99822"/>
                  </a:lnTo>
                  <a:lnTo>
                    <a:pt x="527050" y="118630"/>
                  </a:lnTo>
                  <a:lnTo>
                    <a:pt x="489331" y="147789"/>
                  </a:lnTo>
                  <a:lnTo>
                    <a:pt x="460171" y="185496"/>
                  </a:lnTo>
                  <a:lnTo>
                    <a:pt x="441363" y="229984"/>
                  </a:lnTo>
                  <a:lnTo>
                    <a:pt x="434695" y="279450"/>
                  </a:lnTo>
                  <a:lnTo>
                    <a:pt x="434695" y="285432"/>
                  </a:lnTo>
                  <a:lnTo>
                    <a:pt x="435597" y="297383"/>
                  </a:lnTo>
                  <a:lnTo>
                    <a:pt x="450405" y="291973"/>
                  </a:lnTo>
                  <a:lnTo>
                    <a:pt x="465582" y="287502"/>
                  </a:lnTo>
                  <a:lnTo>
                    <a:pt x="481088" y="283984"/>
                  </a:lnTo>
                  <a:lnTo>
                    <a:pt x="496887" y="281470"/>
                  </a:lnTo>
                  <a:lnTo>
                    <a:pt x="496798" y="279450"/>
                  </a:lnTo>
                  <a:lnTo>
                    <a:pt x="506577" y="231165"/>
                  </a:lnTo>
                  <a:lnTo>
                    <a:pt x="533222" y="191668"/>
                  </a:lnTo>
                  <a:lnTo>
                    <a:pt x="572706" y="165023"/>
                  </a:lnTo>
                  <a:lnTo>
                    <a:pt x="621004" y="155244"/>
                  </a:lnTo>
                  <a:lnTo>
                    <a:pt x="669302" y="165023"/>
                  </a:lnTo>
                  <a:lnTo>
                    <a:pt x="708787" y="191668"/>
                  </a:lnTo>
                  <a:lnTo>
                    <a:pt x="735418" y="231165"/>
                  </a:lnTo>
                  <a:lnTo>
                    <a:pt x="745197" y="279450"/>
                  </a:lnTo>
                  <a:lnTo>
                    <a:pt x="743064" y="302323"/>
                  </a:lnTo>
                  <a:lnTo>
                    <a:pt x="736815" y="324142"/>
                  </a:lnTo>
                  <a:lnTo>
                    <a:pt x="726719" y="344398"/>
                  </a:lnTo>
                  <a:lnTo>
                    <a:pt x="713003" y="362623"/>
                  </a:lnTo>
                  <a:lnTo>
                    <a:pt x="723125" y="374726"/>
                  </a:lnTo>
                  <a:lnTo>
                    <a:pt x="732485" y="387438"/>
                  </a:lnTo>
                  <a:lnTo>
                    <a:pt x="741032" y="400773"/>
                  </a:lnTo>
                  <a:lnTo>
                    <a:pt x="748728" y="414693"/>
                  </a:lnTo>
                  <a:lnTo>
                    <a:pt x="773658" y="386029"/>
                  </a:lnTo>
                  <a:lnTo>
                    <a:pt x="792048" y="353339"/>
                  </a:lnTo>
                  <a:lnTo>
                    <a:pt x="803414" y="317525"/>
                  </a:lnTo>
                  <a:lnTo>
                    <a:pt x="807300" y="279450"/>
                  </a:lnTo>
                  <a:close/>
                </a:path>
                <a:path w="901064" h="745489">
                  <a:moveTo>
                    <a:pt x="900455" y="636536"/>
                  </a:moveTo>
                  <a:lnTo>
                    <a:pt x="889254" y="588416"/>
                  </a:lnTo>
                  <a:lnTo>
                    <a:pt x="859205" y="551154"/>
                  </a:lnTo>
                  <a:lnTo>
                    <a:pt x="828446" y="536435"/>
                  </a:lnTo>
                  <a:lnTo>
                    <a:pt x="815695" y="530339"/>
                  </a:lnTo>
                  <a:lnTo>
                    <a:pt x="764095" y="531571"/>
                  </a:lnTo>
                  <a:lnTo>
                    <a:pt x="745578" y="536435"/>
                  </a:lnTo>
                  <a:lnTo>
                    <a:pt x="744639" y="517309"/>
                  </a:lnTo>
                  <a:lnTo>
                    <a:pt x="741362" y="496811"/>
                  </a:lnTo>
                  <a:lnTo>
                    <a:pt x="737298" y="471411"/>
                  </a:lnTo>
                  <a:lnTo>
                    <a:pt x="736968" y="469341"/>
                  </a:lnTo>
                  <a:lnTo>
                    <a:pt x="719518" y="425589"/>
                  </a:lnTo>
                  <a:lnTo>
                    <a:pt x="701421" y="398919"/>
                  </a:lnTo>
                  <a:lnTo>
                    <a:pt x="701421" y="460121"/>
                  </a:lnTo>
                  <a:lnTo>
                    <a:pt x="672515" y="471411"/>
                  </a:lnTo>
                  <a:lnTo>
                    <a:pt x="666026" y="460121"/>
                  </a:lnTo>
                  <a:lnTo>
                    <a:pt x="649097" y="430644"/>
                  </a:lnTo>
                  <a:lnTo>
                    <a:pt x="621004" y="404545"/>
                  </a:lnTo>
                  <a:lnTo>
                    <a:pt x="621004" y="527913"/>
                  </a:lnTo>
                  <a:lnTo>
                    <a:pt x="621004" y="652056"/>
                  </a:lnTo>
                  <a:lnTo>
                    <a:pt x="618566" y="664133"/>
                  </a:lnTo>
                  <a:lnTo>
                    <a:pt x="611898" y="674001"/>
                  </a:lnTo>
                  <a:lnTo>
                    <a:pt x="602030" y="680656"/>
                  </a:lnTo>
                  <a:lnTo>
                    <a:pt x="589953" y="683107"/>
                  </a:lnTo>
                  <a:lnTo>
                    <a:pt x="558901" y="683107"/>
                  </a:lnTo>
                  <a:lnTo>
                    <a:pt x="546823" y="680656"/>
                  </a:lnTo>
                  <a:lnTo>
                    <a:pt x="536956" y="674001"/>
                  </a:lnTo>
                  <a:lnTo>
                    <a:pt x="530301" y="664133"/>
                  </a:lnTo>
                  <a:lnTo>
                    <a:pt x="527850" y="652056"/>
                  </a:lnTo>
                  <a:lnTo>
                    <a:pt x="527850" y="527913"/>
                  </a:lnTo>
                  <a:lnTo>
                    <a:pt x="530301" y="515772"/>
                  </a:lnTo>
                  <a:lnTo>
                    <a:pt x="536956" y="505904"/>
                  </a:lnTo>
                  <a:lnTo>
                    <a:pt x="546823" y="499249"/>
                  </a:lnTo>
                  <a:lnTo>
                    <a:pt x="558901" y="496811"/>
                  </a:lnTo>
                  <a:lnTo>
                    <a:pt x="589953" y="496811"/>
                  </a:lnTo>
                  <a:lnTo>
                    <a:pt x="602030" y="499249"/>
                  </a:lnTo>
                  <a:lnTo>
                    <a:pt x="611898" y="505904"/>
                  </a:lnTo>
                  <a:lnTo>
                    <a:pt x="618566" y="515772"/>
                  </a:lnTo>
                  <a:lnTo>
                    <a:pt x="621004" y="527913"/>
                  </a:lnTo>
                  <a:lnTo>
                    <a:pt x="621004" y="404545"/>
                  </a:lnTo>
                  <a:lnTo>
                    <a:pt x="615569" y="399491"/>
                  </a:lnTo>
                  <a:lnTo>
                    <a:pt x="574344" y="379603"/>
                  </a:lnTo>
                  <a:lnTo>
                    <a:pt x="527850" y="372605"/>
                  </a:lnTo>
                  <a:lnTo>
                    <a:pt x="527850" y="341566"/>
                  </a:lnTo>
                  <a:lnTo>
                    <a:pt x="572897" y="346976"/>
                  </a:lnTo>
                  <a:lnTo>
                    <a:pt x="614260" y="362546"/>
                  </a:lnTo>
                  <a:lnTo>
                    <a:pt x="650455" y="387273"/>
                  </a:lnTo>
                  <a:lnTo>
                    <a:pt x="680021" y="420128"/>
                  </a:lnTo>
                  <a:lnTo>
                    <a:pt x="701421" y="460121"/>
                  </a:lnTo>
                  <a:lnTo>
                    <a:pt x="701421" y="398919"/>
                  </a:lnTo>
                  <a:lnTo>
                    <a:pt x="693521" y="387273"/>
                  </a:lnTo>
                  <a:lnTo>
                    <a:pt x="660120" y="355384"/>
                  </a:lnTo>
                  <a:lnTo>
                    <a:pt x="637501" y="341566"/>
                  </a:lnTo>
                  <a:lnTo>
                    <a:pt x="620585" y="331216"/>
                  </a:lnTo>
                  <a:lnTo>
                    <a:pt x="576097" y="315874"/>
                  </a:lnTo>
                  <a:lnTo>
                    <a:pt x="527850" y="310515"/>
                  </a:lnTo>
                  <a:lnTo>
                    <a:pt x="496798" y="314172"/>
                  </a:lnTo>
                  <a:lnTo>
                    <a:pt x="496798" y="496811"/>
                  </a:lnTo>
                  <a:lnTo>
                    <a:pt x="496798" y="683107"/>
                  </a:lnTo>
                  <a:lnTo>
                    <a:pt x="465747" y="683107"/>
                  </a:lnTo>
                  <a:lnTo>
                    <a:pt x="465747" y="496811"/>
                  </a:lnTo>
                  <a:lnTo>
                    <a:pt x="496798" y="496811"/>
                  </a:lnTo>
                  <a:lnTo>
                    <a:pt x="496798" y="314172"/>
                  </a:lnTo>
                  <a:lnTo>
                    <a:pt x="477367" y="316458"/>
                  </a:lnTo>
                  <a:lnTo>
                    <a:pt x="434695" y="332041"/>
                  </a:lnTo>
                  <a:lnTo>
                    <a:pt x="434695" y="496811"/>
                  </a:lnTo>
                  <a:lnTo>
                    <a:pt x="434695" y="683107"/>
                  </a:lnTo>
                  <a:lnTo>
                    <a:pt x="403644" y="683107"/>
                  </a:lnTo>
                  <a:lnTo>
                    <a:pt x="403644" y="496811"/>
                  </a:lnTo>
                  <a:lnTo>
                    <a:pt x="434695" y="496811"/>
                  </a:lnTo>
                  <a:lnTo>
                    <a:pt x="434695" y="332041"/>
                  </a:lnTo>
                  <a:lnTo>
                    <a:pt x="430517" y="333565"/>
                  </a:lnTo>
                  <a:lnTo>
                    <a:pt x="389013" y="360705"/>
                  </a:lnTo>
                  <a:lnTo>
                    <a:pt x="372605" y="377888"/>
                  </a:lnTo>
                  <a:lnTo>
                    <a:pt x="372605" y="527913"/>
                  </a:lnTo>
                  <a:lnTo>
                    <a:pt x="372605" y="652056"/>
                  </a:lnTo>
                  <a:lnTo>
                    <a:pt x="370166" y="664133"/>
                  </a:lnTo>
                  <a:lnTo>
                    <a:pt x="363499" y="674001"/>
                  </a:lnTo>
                  <a:lnTo>
                    <a:pt x="353631" y="680656"/>
                  </a:lnTo>
                  <a:lnTo>
                    <a:pt x="341553" y="683107"/>
                  </a:lnTo>
                  <a:lnTo>
                    <a:pt x="310502" y="683107"/>
                  </a:lnTo>
                  <a:lnTo>
                    <a:pt x="298424" y="680656"/>
                  </a:lnTo>
                  <a:lnTo>
                    <a:pt x="288556" y="674001"/>
                  </a:lnTo>
                  <a:lnTo>
                    <a:pt x="281901" y="664133"/>
                  </a:lnTo>
                  <a:lnTo>
                    <a:pt x="279450" y="652056"/>
                  </a:lnTo>
                  <a:lnTo>
                    <a:pt x="279450" y="527913"/>
                  </a:lnTo>
                  <a:lnTo>
                    <a:pt x="281901" y="515772"/>
                  </a:lnTo>
                  <a:lnTo>
                    <a:pt x="288556" y="505904"/>
                  </a:lnTo>
                  <a:lnTo>
                    <a:pt x="298424" y="499249"/>
                  </a:lnTo>
                  <a:lnTo>
                    <a:pt x="310502" y="496811"/>
                  </a:lnTo>
                  <a:lnTo>
                    <a:pt x="341553" y="496811"/>
                  </a:lnTo>
                  <a:lnTo>
                    <a:pt x="353631" y="499249"/>
                  </a:lnTo>
                  <a:lnTo>
                    <a:pt x="363499" y="505904"/>
                  </a:lnTo>
                  <a:lnTo>
                    <a:pt x="370166" y="515772"/>
                  </a:lnTo>
                  <a:lnTo>
                    <a:pt x="372605" y="527913"/>
                  </a:lnTo>
                  <a:lnTo>
                    <a:pt x="372605" y="377888"/>
                  </a:lnTo>
                  <a:lnTo>
                    <a:pt x="354545" y="396798"/>
                  </a:lnTo>
                  <a:lnTo>
                    <a:pt x="328815" y="440715"/>
                  </a:lnTo>
                  <a:lnTo>
                    <a:pt x="320306" y="460121"/>
                  </a:lnTo>
                  <a:lnTo>
                    <a:pt x="304368" y="446163"/>
                  </a:lnTo>
                  <a:lnTo>
                    <a:pt x="288505" y="434606"/>
                  </a:lnTo>
                  <a:lnTo>
                    <a:pt x="271005" y="426148"/>
                  </a:lnTo>
                  <a:lnTo>
                    <a:pt x="252323" y="420954"/>
                  </a:lnTo>
                  <a:lnTo>
                    <a:pt x="232879" y="419188"/>
                  </a:lnTo>
                  <a:lnTo>
                    <a:pt x="193929" y="426415"/>
                  </a:lnTo>
                  <a:lnTo>
                    <a:pt x="161048" y="446405"/>
                  </a:lnTo>
                  <a:lnTo>
                    <a:pt x="137147" y="476567"/>
                  </a:lnTo>
                  <a:lnTo>
                    <a:pt x="125145" y="514311"/>
                  </a:lnTo>
                  <a:lnTo>
                    <a:pt x="123456" y="527913"/>
                  </a:lnTo>
                  <a:lnTo>
                    <a:pt x="107746" y="527913"/>
                  </a:lnTo>
                  <a:lnTo>
                    <a:pt x="66116" y="536435"/>
                  </a:lnTo>
                  <a:lnTo>
                    <a:pt x="31800" y="559714"/>
                  </a:lnTo>
                  <a:lnTo>
                    <a:pt x="8547" y="594271"/>
                  </a:lnTo>
                  <a:lnTo>
                    <a:pt x="0" y="636536"/>
                  </a:lnTo>
                  <a:lnTo>
                    <a:pt x="8559" y="678789"/>
                  </a:lnTo>
                  <a:lnTo>
                    <a:pt x="31877" y="713346"/>
                  </a:lnTo>
                  <a:lnTo>
                    <a:pt x="66421" y="736650"/>
                  </a:lnTo>
                  <a:lnTo>
                    <a:pt x="108673" y="745210"/>
                  </a:lnTo>
                  <a:lnTo>
                    <a:pt x="791781" y="745210"/>
                  </a:lnTo>
                  <a:lnTo>
                    <a:pt x="834034" y="736650"/>
                  </a:lnTo>
                  <a:lnTo>
                    <a:pt x="868578" y="713346"/>
                  </a:lnTo>
                  <a:lnTo>
                    <a:pt x="889000" y="683107"/>
                  </a:lnTo>
                  <a:lnTo>
                    <a:pt x="891895" y="678789"/>
                  </a:lnTo>
                  <a:lnTo>
                    <a:pt x="900455" y="636536"/>
                  </a:lnTo>
                  <a:close/>
                </a:path>
                <a:path w="901064" h="745489">
                  <a:moveTo>
                    <a:pt x="900455" y="244055"/>
                  </a:moveTo>
                  <a:lnTo>
                    <a:pt x="864844" y="232194"/>
                  </a:lnTo>
                  <a:lnTo>
                    <a:pt x="862888" y="223697"/>
                  </a:lnTo>
                  <a:lnTo>
                    <a:pt x="857440" y="203873"/>
                  </a:lnTo>
                  <a:lnTo>
                    <a:pt x="850366" y="184594"/>
                  </a:lnTo>
                  <a:lnTo>
                    <a:pt x="841692" y="165925"/>
                  </a:lnTo>
                  <a:lnTo>
                    <a:pt x="831430" y="147929"/>
                  </a:lnTo>
                  <a:lnTo>
                    <a:pt x="826808" y="140538"/>
                  </a:lnTo>
                  <a:lnTo>
                    <a:pt x="843635" y="106870"/>
                  </a:lnTo>
                  <a:lnTo>
                    <a:pt x="793584" y="56845"/>
                  </a:lnTo>
                  <a:lnTo>
                    <a:pt x="759942" y="73647"/>
                  </a:lnTo>
                  <a:lnTo>
                    <a:pt x="752538" y="69024"/>
                  </a:lnTo>
                  <a:lnTo>
                    <a:pt x="715873" y="50088"/>
                  </a:lnTo>
                  <a:lnTo>
                    <a:pt x="676757" y="37566"/>
                  </a:lnTo>
                  <a:lnTo>
                    <a:pt x="668248" y="35636"/>
                  </a:lnTo>
                  <a:lnTo>
                    <a:pt x="656386" y="0"/>
                  </a:lnTo>
                  <a:lnTo>
                    <a:pt x="585609" y="0"/>
                  </a:lnTo>
                  <a:lnTo>
                    <a:pt x="573735" y="35610"/>
                  </a:lnTo>
                  <a:lnTo>
                    <a:pt x="565226" y="37553"/>
                  </a:lnTo>
                  <a:lnTo>
                    <a:pt x="526097" y="50076"/>
                  </a:lnTo>
                  <a:lnTo>
                    <a:pt x="489445" y="69011"/>
                  </a:lnTo>
                  <a:lnTo>
                    <a:pt x="482041" y="73634"/>
                  </a:lnTo>
                  <a:lnTo>
                    <a:pt x="448398" y="56819"/>
                  </a:lnTo>
                  <a:lnTo>
                    <a:pt x="398348" y="106857"/>
                  </a:lnTo>
                  <a:lnTo>
                    <a:pt x="415175" y="140512"/>
                  </a:lnTo>
                  <a:lnTo>
                    <a:pt x="410552" y="147904"/>
                  </a:lnTo>
                  <a:lnTo>
                    <a:pt x="391604" y="184569"/>
                  </a:lnTo>
                  <a:lnTo>
                    <a:pt x="379095" y="223685"/>
                  </a:lnTo>
                  <a:lnTo>
                    <a:pt x="377139" y="232181"/>
                  </a:lnTo>
                  <a:lnTo>
                    <a:pt x="341553" y="244068"/>
                  </a:lnTo>
                  <a:lnTo>
                    <a:pt x="341553" y="314845"/>
                  </a:lnTo>
                  <a:lnTo>
                    <a:pt x="377177" y="326707"/>
                  </a:lnTo>
                  <a:lnTo>
                    <a:pt x="377952" y="330047"/>
                  </a:lnTo>
                  <a:lnTo>
                    <a:pt x="384784" y="325043"/>
                  </a:lnTo>
                  <a:lnTo>
                    <a:pt x="391795" y="320281"/>
                  </a:lnTo>
                  <a:lnTo>
                    <a:pt x="398957" y="315747"/>
                  </a:lnTo>
                  <a:lnTo>
                    <a:pt x="406285" y="311467"/>
                  </a:lnTo>
                  <a:lnTo>
                    <a:pt x="404380" y="295503"/>
                  </a:lnTo>
                  <a:lnTo>
                    <a:pt x="403847" y="287489"/>
                  </a:lnTo>
                  <a:lnTo>
                    <a:pt x="403656" y="279450"/>
                  </a:lnTo>
                  <a:lnTo>
                    <a:pt x="409397" y="229679"/>
                  </a:lnTo>
                  <a:lnTo>
                    <a:pt x="425780" y="183946"/>
                  </a:lnTo>
                  <a:lnTo>
                    <a:pt x="451459" y="143598"/>
                  </a:lnTo>
                  <a:lnTo>
                    <a:pt x="485140" y="109918"/>
                  </a:lnTo>
                  <a:lnTo>
                    <a:pt x="525500" y="84226"/>
                  </a:lnTo>
                  <a:lnTo>
                    <a:pt x="571220" y="67856"/>
                  </a:lnTo>
                  <a:lnTo>
                    <a:pt x="621004" y="62103"/>
                  </a:lnTo>
                  <a:lnTo>
                    <a:pt x="670775" y="67856"/>
                  </a:lnTo>
                  <a:lnTo>
                    <a:pt x="716508" y="84226"/>
                  </a:lnTo>
                  <a:lnTo>
                    <a:pt x="756869" y="109918"/>
                  </a:lnTo>
                  <a:lnTo>
                    <a:pt x="790549" y="143598"/>
                  </a:lnTo>
                  <a:lnTo>
                    <a:pt x="816241" y="183946"/>
                  </a:lnTo>
                  <a:lnTo>
                    <a:pt x="832612" y="229679"/>
                  </a:lnTo>
                  <a:lnTo>
                    <a:pt x="838365" y="279450"/>
                  </a:lnTo>
                  <a:lnTo>
                    <a:pt x="833208" y="326542"/>
                  </a:lnTo>
                  <a:lnTo>
                    <a:pt x="818222" y="370586"/>
                  </a:lnTo>
                  <a:lnTo>
                    <a:pt x="794080" y="410337"/>
                  </a:lnTo>
                  <a:lnTo>
                    <a:pt x="761466" y="444576"/>
                  </a:lnTo>
                  <a:lnTo>
                    <a:pt x="765683" y="457492"/>
                  </a:lnTo>
                  <a:lnTo>
                    <a:pt x="769251" y="470700"/>
                  </a:lnTo>
                  <a:lnTo>
                    <a:pt x="772096" y="484200"/>
                  </a:lnTo>
                  <a:lnTo>
                    <a:pt x="774179" y="497979"/>
                  </a:lnTo>
                  <a:lnTo>
                    <a:pt x="782459" y="496900"/>
                  </a:lnTo>
                  <a:lnTo>
                    <a:pt x="790562" y="496773"/>
                  </a:lnTo>
                  <a:lnTo>
                    <a:pt x="798550" y="497116"/>
                  </a:lnTo>
                  <a:lnTo>
                    <a:pt x="843635" y="452031"/>
                  </a:lnTo>
                  <a:lnTo>
                    <a:pt x="826808" y="418376"/>
                  </a:lnTo>
                  <a:lnTo>
                    <a:pt x="831430" y="410984"/>
                  </a:lnTo>
                  <a:lnTo>
                    <a:pt x="841692" y="393001"/>
                  </a:lnTo>
                  <a:lnTo>
                    <a:pt x="850366" y="374332"/>
                  </a:lnTo>
                  <a:lnTo>
                    <a:pt x="857440" y="355041"/>
                  </a:lnTo>
                  <a:lnTo>
                    <a:pt x="862888" y="335203"/>
                  </a:lnTo>
                  <a:lnTo>
                    <a:pt x="864844" y="326707"/>
                  </a:lnTo>
                  <a:lnTo>
                    <a:pt x="900455" y="314833"/>
                  </a:lnTo>
                  <a:lnTo>
                    <a:pt x="900455" y="244055"/>
                  </a:lnTo>
                  <a:close/>
                </a:path>
              </a:pathLst>
            </a:custGeom>
            <a:solidFill>
              <a:srgbClr val="26DEDD"/>
            </a:solidFill>
          </p:spPr>
          <p:txBody>
            <a:bodyPr wrap="square" lIns="0" tIns="0" rIns="0" bIns="0" rtlCol="0"/>
            <a:lstStyle/>
            <a:p>
              <a:endParaRPr/>
            </a:p>
          </p:txBody>
        </p:sp>
        <p:pic>
          <p:nvPicPr>
            <p:cNvPr id="14" name="object 14"/>
            <p:cNvPicPr/>
            <p:nvPr/>
          </p:nvPicPr>
          <p:blipFill>
            <a:blip r:embed="rId6" cstate="print"/>
            <a:stretch>
              <a:fillRect/>
            </a:stretch>
          </p:blipFill>
          <p:spPr>
            <a:xfrm>
              <a:off x="5738258" y="3972702"/>
              <a:ext cx="186308" cy="154368"/>
            </a:xfrm>
            <a:prstGeom prst="rect">
              <a:avLst/>
            </a:prstGeom>
          </p:spPr>
        </p:pic>
      </p:grpSp>
      <p:grpSp>
        <p:nvGrpSpPr>
          <p:cNvPr id="15" name="object 15"/>
          <p:cNvGrpSpPr/>
          <p:nvPr/>
        </p:nvGrpSpPr>
        <p:grpSpPr>
          <a:xfrm>
            <a:off x="914389" y="3600067"/>
            <a:ext cx="931544" cy="931544"/>
            <a:chOff x="914389" y="3600067"/>
            <a:chExt cx="931544" cy="931544"/>
          </a:xfrm>
        </p:grpSpPr>
        <p:sp>
          <p:nvSpPr>
            <p:cNvPr id="16" name="object 16"/>
            <p:cNvSpPr/>
            <p:nvPr/>
          </p:nvSpPr>
          <p:spPr>
            <a:xfrm>
              <a:off x="914387" y="3756024"/>
              <a:ext cx="854075" cy="775970"/>
            </a:xfrm>
            <a:custGeom>
              <a:avLst/>
              <a:gdLst/>
              <a:ahLst/>
              <a:cxnLst/>
              <a:rect l="l" t="t" r="r" b="b"/>
              <a:pathLst>
                <a:path w="854075" h="775970">
                  <a:moveTo>
                    <a:pt x="263944" y="480580"/>
                  </a:moveTo>
                  <a:lnTo>
                    <a:pt x="232892" y="480580"/>
                  </a:lnTo>
                  <a:lnTo>
                    <a:pt x="232892" y="511632"/>
                  </a:lnTo>
                  <a:lnTo>
                    <a:pt x="263944" y="511632"/>
                  </a:lnTo>
                  <a:lnTo>
                    <a:pt x="263944" y="480580"/>
                  </a:lnTo>
                  <a:close/>
                </a:path>
                <a:path w="854075" h="775970">
                  <a:moveTo>
                    <a:pt x="326047" y="449529"/>
                  </a:moveTo>
                  <a:lnTo>
                    <a:pt x="294995" y="449529"/>
                  </a:lnTo>
                  <a:lnTo>
                    <a:pt x="294995" y="511632"/>
                  </a:lnTo>
                  <a:lnTo>
                    <a:pt x="326047" y="511632"/>
                  </a:lnTo>
                  <a:lnTo>
                    <a:pt x="326047" y="449529"/>
                  </a:lnTo>
                  <a:close/>
                </a:path>
                <a:path w="854075" h="775970">
                  <a:moveTo>
                    <a:pt x="388137" y="402958"/>
                  </a:moveTo>
                  <a:lnTo>
                    <a:pt x="357085" y="402958"/>
                  </a:lnTo>
                  <a:lnTo>
                    <a:pt x="357085" y="511632"/>
                  </a:lnTo>
                  <a:lnTo>
                    <a:pt x="388137" y="511632"/>
                  </a:lnTo>
                  <a:lnTo>
                    <a:pt x="388137" y="402958"/>
                  </a:lnTo>
                  <a:close/>
                </a:path>
                <a:path w="854075" h="775970">
                  <a:moveTo>
                    <a:pt x="465759" y="465061"/>
                  </a:moveTo>
                  <a:lnTo>
                    <a:pt x="457784" y="416039"/>
                  </a:lnTo>
                  <a:lnTo>
                    <a:pt x="435724" y="373456"/>
                  </a:lnTo>
                  <a:lnTo>
                    <a:pt x="434225" y="371944"/>
                  </a:lnTo>
                  <a:lnTo>
                    <a:pt x="419163" y="356882"/>
                  </a:lnTo>
                  <a:lnTo>
                    <a:pt x="419163" y="378879"/>
                  </a:lnTo>
                  <a:lnTo>
                    <a:pt x="419163" y="535724"/>
                  </a:lnTo>
                  <a:lnTo>
                    <a:pt x="412229" y="542658"/>
                  </a:lnTo>
                  <a:lnTo>
                    <a:pt x="208800" y="542658"/>
                  </a:lnTo>
                  <a:lnTo>
                    <a:pt x="201866" y="535724"/>
                  </a:lnTo>
                  <a:lnTo>
                    <a:pt x="201866" y="456501"/>
                  </a:lnTo>
                  <a:lnTo>
                    <a:pt x="208800" y="449567"/>
                  </a:lnTo>
                  <a:lnTo>
                    <a:pt x="263944" y="449567"/>
                  </a:lnTo>
                  <a:lnTo>
                    <a:pt x="263969" y="425450"/>
                  </a:lnTo>
                  <a:lnTo>
                    <a:pt x="270903" y="418515"/>
                  </a:lnTo>
                  <a:lnTo>
                    <a:pt x="326034" y="418515"/>
                  </a:lnTo>
                  <a:lnTo>
                    <a:pt x="326059" y="378879"/>
                  </a:lnTo>
                  <a:lnTo>
                    <a:pt x="333006" y="371944"/>
                  </a:lnTo>
                  <a:lnTo>
                    <a:pt x="412229" y="371944"/>
                  </a:lnTo>
                  <a:lnTo>
                    <a:pt x="419163" y="378879"/>
                  </a:lnTo>
                  <a:lnTo>
                    <a:pt x="419163" y="356882"/>
                  </a:lnTo>
                  <a:lnTo>
                    <a:pt x="402132" y="339852"/>
                  </a:lnTo>
                  <a:lnTo>
                    <a:pt x="359549" y="317792"/>
                  </a:lnTo>
                  <a:lnTo>
                    <a:pt x="310515" y="309816"/>
                  </a:lnTo>
                  <a:lnTo>
                    <a:pt x="265963" y="316306"/>
                  </a:lnTo>
                  <a:lnTo>
                    <a:pt x="226263" y="334619"/>
                  </a:lnTo>
                  <a:lnTo>
                    <a:pt x="193471" y="362978"/>
                  </a:lnTo>
                  <a:lnTo>
                    <a:pt x="169633" y="399630"/>
                  </a:lnTo>
                  <a:lnTo>
                    <a:pt x="156806" y="442772"/>
                  </a:lnTo>
                  <a:lnTo>
                    <a:pt x="156845" y="487807"/>
                  </a:lnTo>
                  <a:lnTo>
                    <a:pt x="169291" y="529717"/>
                  </a:lnTo>
                  <a:lnTo>
                    <a:pt x="192671" y="566229"/>
                  </a:lnTo>
                  <a:lnTo>
                    <a:pt x="225526" y="595058"/>
                  </a:lnTo>
                  <a:lnTo>
                    <a:pt x="266585" y="614019"/>
                  </a:lnTo>
                  <a:lnTo>
                    <a:pt x="267004" y="614019"/>
                  </a:lnTo>
                  <a:lnTo>
                    <a:pt x="310959" y="620344"/>
                  </a:lnTo>
                  <a:lnTo>
                    <a:pt x="354215" y="614019"/>
                  </a:lnTo>
                  <a:lnTo>
                    <a:pt x="393700" y="596112"/>
                  </a:lnTo>
                  <a:lnTo>
                    <a:pt x="426948" y="567715"/>
                  </a:lnTo>
                  <a:lnTo>
                    <a:pt x="443230" y="542658"/>
                  </a:lnTo>
                  <a:lnTo>
                    <a:pt x="451485" y="529958"/>
                  </a:lnTo>
                  <a:lnTo>
                    <a:pt x="442785" y="525297"/>
                  </a:lnTo>
                  <a:lnTo>
                    <a:pt x="438048" y="521335"/>
                  </a:lnTo>
                  <a:lnTo>
                    <a:pt x="435305" y="516039"/>
                  </a:lnTo>
                  <a:lnTo>
                    <a:pt x="434746" y="510095"/>
                  </a:lnTo>
                  <a:lnTo>
                    <a:pt x="436575" y="504190"/>
                  </a:lnTo>
                  <a:lnTo>
                    <a:pt x="440550" y="499465"/>
                  </a:lnTo>
                  <a:lnTo>
                    <a:pt x="445833" y="496722"/>
                  </a:lnTo>
                  <a:lnTo>
                    <a:pt x="451777" y="496163"/>
                  </a:lnTo>
                  <a:lnTo>
                    <a:pt x="457682" y="497979"/>
                  </a:lnTo>
                  <a:lnTo>
                    <a:pt x="461721" y="500151"/>
                  </a:lnTo>
                  <a:lnTo>
                    <a:pt x="462419" y="496722"/>
                  </a:lnTo>
                  <a:lnTo>
                    <a:pt x="462534" y="496163"/>
                  </a:lnTo>
                  <a:lnTo>
                    <a:pt x="463486" y="491477"/>
                  </a:lnTo>
                  <a:lnTo>
                    <a:pt x="464756" y="482727"/>
                  </a:lnTo>
                  <a:lnTo>
                    <a:pt x="465505" y="473913"/>
                  </a:lnTo>
                  <a:lnTo>
                    <a:pt x="465759" y="465061"/>
                  </a:lnTo>
                  <a:close/>
                </a:path>
                <a:path w="854075" h="775970">
                  <a:moveTo>
                    <a:pt x="621030" y="426389"/>
                  </a:moveTo>
                  <a:lnTo>
                    <a:pt x="615505" y="419874"/>
                  </a:lnTo>
                  <a:lnTo>
                    <a:pt x="552538" y="409498"/>
                  </a:lnTo>
                  <a:lnTo>
                    <a:pt x="547141" y="389458"/>
                  </a:lnTo>
                  <a:lnTo>
                    <a:pt x="540042" y="369989"/>
                  </a:lnTo>
                  <a:lnTo>
                    <a:pt x="531266" y="351231"/>
                  </a:lnTo>
                  <a:lnTo>
                    <a:pt x="520877" y="333273"/>
                  </a:lnTo>
                  <a:lnTo>
                    <a:pt x="558063" y="281317"/>
                  </a:lnTo>
                  <a:lnTo>
                    <a:pt x="557415" y="272846"/>
                  </a:lnTo>
                  <a:lnTo>
                    <a:pt x="502742" y="218173"/>
                  </a:lnTo>
                  <a:lnTo>
                    <a:pt x="494271" y="217512"/>
                  </a:lnTo>
                  <a:lnTo>
                    <a:pt x="442315" y="254711"/>
                  </a:lnTo>
                  <a:lnTo>
                    <a:pt x="424345" y="244322"/>
                  </a:lnTo>
                  <a:lnTo>
                    <a:pt x="405587" y="235546"/>
                  </a:lnTo>
                  <a:lnTo>
                    <a:pt x="386130" y="228434"/>
                  </a:lnTo>
                  <a:lnTo>
                    <a:pt x="366090" y="223050"/>
                  </a:lnTo>
                  <a:lnTo>
                    <a:pt x="355650" y="159994"/>
                  </a:lnTo>
                  <a:lnTo>
                    <a:pt x="349148" y="154546"/>
                  </a:lnTo>
                  <a:lnTo>
                    <a:pt x="271881" y="154546"/>
                  </a:lnTo>
                  <a:lnTo>
                    <a:pt x="265379" y="159994"/>
                  </a:lnTo>
                  <a:lnTo>
                    <a:pt x="254939" y="223050"/>
                  </a:lnTo>
                  <a:lnTo>
                    <a:pt x="234899" y="228434"/>
                  </a:lnTo>
                  <a:lnTo>
                    <a:pt x="215442" y="235546"/>
                  </a:lnTo>
                  <a:lnTo>
                    <a:pt x="196672" y="244322"/>
                  </a:lnTo>
                  <a:lnTo>
                    <a:pt x="178714" y="254711"/>
                  </a:lnTo>
                  <a:lnTo>
                    <a:pt x="126758" y="217512"/>
                  </a:lnTo>
                  <a:lnTo>
                    <a:pt x="118287" y="218173"/>
                  </a:lnTo>
                  <a:lnTo>
                    <a:pt x="63614" y="272846"/>
                  </a:lnTo>
                  <a:lnTo>
                    <a:pt x="62966" y="281317"/>
                  </a:lnTo>
                  <a:lnTo>
                    <a:pt x="100152" y="333273"/>
                  </a:lnTo>
                  <a:lnTo>
                    <a:pt x="89750" y="351231"/>
                  </a:lnTo>
                  <a:lnTo>
                    <a:pt x="80987" y="369989"/>
                  </a:lnTo>
                  <a:lnTo>
                    <a:pt x="73875" y="389458"/>
                  </a:lnTo>
                  <a:lnTo>
                    <a:pt x="68491" y="409498"/>
                  </a:lnTo>
                  <a:lnTo>
                    <a:pt x="5524" y="419874"/>
                  </a:lnTo>
                  <a:lnTo>
                    <a:pt x="0" y="426389"/>
                  </a:lnTo>
                  <a:lnTo>
                    <a:pt x="0" y="503758"/>
                  </a:lnTo>
                  <a:lnTo>
                    <a:pt x="5524" y="510273"/>
                  </a:lnTo>
                  <a:lnTo>
                    <a:pt x="68491" y="520649"/>
                  </a:lnTo>
                  <a:lnTo>
                    <a:pt x="73875" y="540689"/>
                  </a:lnTo>
                  <a:lnTo>
                    <a:pt x="80987" y="560146"/>
                  </a:lnTo>
                  <a:lnTo>
                    <a:pt x="89750" y="578904"/>
                  </a:lnTo>
                  <a:lnTo>
                    <a:pt x="100152" y="596874"/>
                  </a:lnTo>
                  <a:lnTo>
                    <a:pt x="62966" y="648843"/>
                  </a:lnTo>
                  <a:lnTo>
                    <a:pt x="63614" y="657301"/>
                  </a:lnTo>
                  <a:lnTo>
                    <a:pt x="118287" y="711974"/>
                  </a:lnTo>
                  <a:lnTo>
                    <a:pt x="126758" y="712635"/>
                  </a:lnTo>
                  <a:lnTo>
                    <a:pt x="178714" y="675436"/>
                  </a:lnTo>
                  <a:lnTo>
                    <a:pt x="196672" y="685825"/>
                  </a:lnTo>
                  <a:lnTo>
                    <a:pt x="215442" y="694601"/>
                  </a:lnTo>
                  <a:lnTo>
                    <a:pt x="234899" y="701700"/>
                  </a:lnTo>
                  <a:lnTo>
                    <a:pt x="254939" y="707097"/>
                  </a:lnTo>
                  <a:lnTo>
                    <a:pt x="265379" y="770153"/>
                  </a:lnTo>
                  <a:lnTo>
                    <a:pt x="271881" y="775601"/>
                  </a:lnTo>
                  <a:lnTo>
                    <a:pt x="349148" y="775601"/>
                  </a:lnTo>
                  <a:lnTo>
                    <a:pt x="355650" y="770153"/>
                  </a:lnTo>
                  <a:lnTo>
                    <a:pt x="366090" y="707097"/>
                  </a:lnTo>
                  <a:lnTo>
                    <a:pt x="386130" y="701700"/>
                  </a:lnTo>
                  <a:lnTo>
                    <a:pt x="405587" y="694601"/>
                  </a:lnTo>
                  <a:lnTo>
                    <a:pt x="424345" y="685825"/>
                  </a:lnTo>
                  <a:lnTo>
                    <a:pt x="442315" y="675436"/>
                  </a:lnTo>
                  <a:lnTo>
                    <a:pt x="494271" y="712622"/>
                  </a:lnTo>
                  <a:lnTo>
                    <a:pt x="502742" y="711974"/>
                  </a:lnTo>
                  <a:lnTo>
                    <a:pt x="557415" y="657301"/>
                  </a:lnTo>
                  <a:lnTo>
                    <a:pt x="558063" y="648843"/>
                  </a:lnTo>
                  <a:lnTo>
                    <a:pt x="520877" y="596874"/>
                  </a:lnTo>
                  <a:lnTo>
                    <a:pt x="527443" y="585978"/>
                  </a:lnTo>
                  <a:lnTo>
                    <a:pt x="533298" y="574675"/>
                  </a:lnTo>
                  <a:lnTo>
                    <a:pt x="478802" y="545020"/>
                  </a:lnTo>
                  <a:lnTo>
                    <a:pt x="449580" y="589026"/>
                  </a:lnTo>
                  <a:lnTo>
                    <a:pt x="410032" y="622541"/>
                  </a:lnTo>
                  <a:lnTo>
                    <a:pt x="362800" y="643877"/>
                  </a:lnTo>
                  <a:lnTo>
                    <a:pt x="310515" y="651370"/>
                  </a:lnTo>
                  <a:lnTo>
                    <a:pt x="260985" y="644715"/>
                  </a:lnTo>
                  <a:lnTo>
                    <a:pt x="216484" y="625932"/>
                  </a:lnTo>
                  <a:lnTo>
                    <a:pt x="178777" y="596798"/>
                  </a:lnTo>
                  <a:lnTo>
                    <a:pt x="149656" y="559092"/>
                  </a:lnTo>
                  <a:lnTo>
                    <a:pt x="130873" y="514591"/>
                  </a:lnTo>
                  <a:lnTo>
                    <a:pt x="124218" y="465074"/>
                  </a:lnTo>
                  <a:lnTo>
                    <a:pt x="130873" y="415544"/>
                  </a:lnTo>
                  <a:lnTo>
                    <a:pt x="149656" y="371043"/>
                  </a:lnTo>
                  <a:lnTo>
                    <a:pt x="178777" y="333336"/>
                  </a:lnTo>
                  <a:lnTo>
                    <a:pt x="216484" y="304203"/>
                  </a:lnTo>
                  <a:lnTo>
                    <a:pt x="260985" y="285432"/>
                  </a:lnTo>
                  <a:lnTo>
                    <a:pt x="310515" y="278777"/>
                  </a:lnTo>
                  <a:lnTo>
                    <a:pt x="360032" y="285432"/>
                  </a:lnTo>
                  <a:lnTo>
                    <a:pt x="404533" y="304203"/>
                  </a:lnTo>
                  <a:lnTo>
                    <a:pt x="442239" y="333336"/>
                  </a:lnTo>
                  <a:lnTo>
                    <a:pt x="471373" y="371043"/>
                  </a:lnTo>
                  <a:lnTo>
                    <a:pt x="490156" y="415544"/>
                  </a:lnTo>
                  <a:lnTo>
                    <a:pt x="496811" y="465074"/>
                  </a:lnTo>
                  <a:lnTo>
                    <a:pt x="496404" y="477850"/>
                  </a:lnTo>
                  <a:lnTo>
                    <a:pt x="495096" y="490550"/>
                  </a:lnTo>
                  <a:lnTo>
                    <a:pt x="492899" y="503123"/>
                  </a:lnTo>
                  <a:lnTo>
                    <a:pt x="489826" y="515531"/>
                  </a:lnTo>
                  <a:lnTo>
                    <a:pt x="545401" y="545807"/>
                  </a:lnTo>
                  <a:lnTo>
                    <a:pt x="549376" y="533336"/>
                  </a:lnTo>
                  <a:lnTo>
                    <a:pt x="552538" y="520649"/>
                  </a:lnTo>
                  <a:lnTo>
                    <a:pt x="615505" y="510273"/>
                  </a:lnTo>
                  <a:lnTo>
                    <a:pt x="621030" y="503758"/>
                  </a:lnTo>
                  <a:lnTo>
                    <a:pt x="621030" y="426389"/>
                  </a:lnTo>
                  <a:close/>
                </a:path>
                <a:path w="854075" h="775970">
                  <a:moveTo>
                    <a:pt x="698627" y="145999"/>
                  </a:moveTo>
                  <a:lnTo>
                    <a:pt x="691667" y="139052"/>
                  </a:lnTo>
                  <a:lnTo>
                    <a:pt x="680237" y="138988"/>
                  </a:lnTo>
                  <a:lnTo>
                    <a:pt x="677418" y="139801"/>
                  </a:lnTo>
                  <a:lnTo>
                    <a:pt x="670763" y="144246"/>
                  </a:lnTo>
                  <a:lnTo>
                    <a:pt x="665353" y="144830"/>
                  </a:lnTo>
                  <a:lnTo>
                    <a:pt x="655802" y="141046"/>
                  </a:lnTo>
                  <a:lnTo>
                    <a:pt x="652272" y="136918"/>
                  </a:lnTo>
                  <a:lnTo>
                    <a:pt x="651116" y="131914"/>
                  </a:lnTo>
                  <a:lnTo>
                    <a:pt x="647065" y="122275"/>
                  </a:lnTo>
                  <a:lnTo>
                    <a:pt x="640232" y="114719"/>
                  </a:lnTo>
                  <a:lnTo>
                    <a:pt x="631317" y="109778"/>
                  </a:lnTo>
                  <a:lnTo>
                    <a:pt x="621004" y="108013"/>
                  </a:lnTo>
                  <a:lnTo>
                    <a:pt x="610692" y="109778"/>
                  </a:lnTo>
                  <a:lnTo>
                    <a:pt x="601776" y="114719"/>
                  </a:lnTo>
                  <a:lnTo>
                    <a:pt x="594944" y="122275"/>
                  </a:lnTo>
                  <a:lnTo>
                    <a:pt x="590880" y="131914"/>
                  </a:lnTo>
                  <a:lnTo>
                    <a:pt x="589737" y="136918"/>
                  </a:lnTo>
                  <a:lnTo>
                    <a:pt x="586193" y="141046"/>
                  </a:lnTo>
                  <a:lnTo>
                    <a:pt x="576643" y="144830"/>
                  </a:lnTo>
                  <a:lnTo>
                    <a:pt x="571246" y="144246"/>
                  </a:lnTo>
                  <a:lnTo>
                    <a:pt x="564578" y="139801"/>
                  </a:lnTo>
                  <a:lnTo>
                    <a:pt x="561771" y="138988"/>
                  </a:lnTo>
                  <a:lnTo>
                    <a:pt x="550329" y="139052"/>
                  </a:lnTo>
                  <a:lnTo>
                    <a:pt x="543382" y="145999"/>
                  </a:lnTo>
                  <a:lnTo>
                    <a:pt x="543382" y="163156"/>
                  </a:lnTo>
                  <a:lnTo>
                    <a:pt x="550329" y="170103"/>
                  </a:lnTo>
                  <a:lnTo>
                    <a:pt x="558901" y="170103"/>
                  </a:lnTo>
                  <a:lnTo>
                    <a:pt x="691667" y="170103"/>
                  </a:lnTo>
                  <a:lnTo>
                    <a:pt x="698627" y="163156"/>
                  </a:lnTo>
                  <a:lnTo>
                    <a:pt x="698627" y="145999"/>
                  </a:lnTo>
                  <a:close/>
                </a:path>
                <a:path w="854075" h="775970">
                  <a:moveTo>
                    <a:pt x="775665" y="140068"/>
                  </a:moveTo>
                  <a:lnTo>
                    <a:pt x="768273" y="108623"/>
                  </a:lnTo>
                  <a:lnTo>
                    <a:pt x="768159" y="108178"/>
                  </a:lnTo>
                  <a:lnTo>
                    <a:pt x="768121" y="108013"/>
                  </a:lnTo>
                  <a:lnTo>
                    <a:pt x="765962" y="98793"/>
                  </a:lnTo>
                  <a:lnTo>
                    <a:pt x="753935" y="76949"/>
                  </a:lnTo>
                  <a:lnTo>
                    <a:pt x="745655" y="61937"/>
                  </a:lnTo>
                  <a:lnTo>
                    <a:pt x="729678" y="45656"/>
                  </a:lnTo>
                  <a:lnTo>
                    <a:pt x="729678" y="154571"/>
                  </a:lnTo>
                  <a:lnTo>
                    <a:pt x="726020" y="172707"/>
                  </a:lnTo>
                  <a:lnTo>
                    <a:pt x="716038" y="187502"/>
                  </a:lnTo>
                  <a:lnTo>
                    <a:pt x="701230" y="197485"/>
                  </a:lnTo>
                  <a:lnTo>
                    <a:pt x="683107" y="201142"/>
                  </a:lnTo>
                  <a:lnTo>
                    <a:pt x="558901" y="201142"/>
                  </a:lnTo>
                  <a:lnTo>
                    <a:pt x="540778" y="197485"/>
                  </a:lnTo>
                  <a:lnTo>
                    <a:pt x="526630" y="187947"/>
                  </a:lnTo>
                  <a:lnTo>
                    <a:pt x="525970" y="187502"/>
                  </a:lnTo>
                  <a:lnTo>
                    <a:pt x="515988" y="172707"/>
                  </a:lnTo>
                  <a:lnTo>
                    <a:pt x="512330" y="154571"/>
                  </a:lnTo>
                  <a:lnTo>
                    <a:pt x="515988" y="136448"/>
                  </a:lnTo>
                  <a:lnTo>
                    <a:pt x="525970" y="121640"/>
                  </a:lnTo>
                  <a:lnTo>
                    <a:pt x="540778" y="111658"/>
                  </a:lnTo>
                  <a:lnTo>
                    <a:pt x="558838" y="108013"/>
                  </a:lnTo>
                  <a:lnTo>
                    <a:pt x="562051" y="108013"/>
                  </a:lnTo>
                  <a:lnTo>
                    <a:pt x="564210" y="108178"/>
                  </a:lnTo>
                  <a:lnTo>
                    <a:pt x="566826" y="108623"/>
                  </a:lnTo>
                  <a:lnTo>
                    <a:pt x="576783" y="95415"/>
                  </a:lnTo>
                  <a:lnTo>
                    <a:pt x="589622" y="85445"/>
                  </a:lnTo>
                  <a:lnTo>
                    <a:pt x="604608" y="79146"/>
                  </a:lnTo>
                  <a:lnTo>
                    <a:pt x="621004" y="76949"/>
                  </a:lnTo>
                  <a:lnTo>
                    <a:pt x="637400" y="79146"/>
                  </a:lnTo>
                  <a:lnTo>
                    <a:pt x="652386" y="85445"/>
                  </a:lnTo>
                  <a:lnTo>
                    <a:pt x="665226" y="95415"/>
                  </a:lnTo>
                  <a:lnTo>
                    <a:pt x="675182" y="108623"/>
                  </a:lnTo>
                  <a:lnTo>
                    <a:pt x="677799" y="108178"/>
                  </a:lnTo>
                  <a:lnTo>
                    <a:pt x="679958" y="108013"/>
                  </a:lnTo>
                  <a:lnTo>
                    <a:pt x="683171" y="108013"/>
                  </a:lnTo>
                  <a:lnTo>
                    <a:pt x="701230" y="111658"/>
                  </a:lnTo>
                  <a:lnTo>
                    <a:pt x="716038" y="121640"/>
                  </a:lnTo>
                  <a:lnTo>
                    <a:pt x="726020" y="136448"/>
                  </a:lnTo>
                  <a:lnTo>
                    <a:pt x="729678" y="154571"/>
                  </a:lnTo>
                  <a:lnTo>
                    <a:pt x="729678" y="45656"/>
                  </a:lnTo>
                  <a:lnTo>
                    <a:pt x="715962" y="31673"/>
                  </a:lnTo>
                  <a:lnTo>
                    <a:pt x="678040" y="10160"/>
                  </a:lnTo>
                  <a:lnTo>
                    <a:pt x="635647" y="0"/>
                  </a:lnTo>
                  <a:lnTo>
                    <a:pt x="593293" y="1828"/>
                  </a:lnTo>
                  <a:lnTo>
                    <a:pt x="553300" y="14909"/>
                  </a:lnTo>
                  <a:lnTo>
                    <a:pt x="518033" y="38442"/>
                  </a:lnTo>
                  <a:lnTo>
                    <a:pt x="489826" y="71678"/>
                  </a:lnTo>
                  <a:lnTo>
                    <a:pt x="523367" y="78917"/>
                  </a:lnTo>
                  <a:lnTo>
                    <a:pt x="528637" y="86182"/>
                  </a:lnTo>
                  <a:lnTo>
                    <a:pt x="526961" y="102006"/>
                  </a:lnTo>
                  <a:lnTo>
                    <a:pt x="520280" y="108013"/>
                  </a:lnTo>
                  <a:lnTo>
                    <a:pt x="510997" y="108013"/>
                  </a:lnTo>
                  <a:lnTo>
                    <a:pt x="509066" y="107696"/>
                  </a:lnTo>
                  <a:lnTo>
                    <a:pt x="475538" y="100545"/>
                  </a:lnTo>
                  <a:lnTo>
                    <a:pt x="471271" y="113677"/>
                  </a:lnTo>
                  <a:lnTo>
                    <a:pt x="468210" y="127114"/>
                  </a:lnTo>
                  <a:lnTo>
                    <a:pt x="466458" y="140068"/>
                  </a:lnTo>
                  <a:lnTo>
                    <a:pt x="466369" y="140779"/>
                  </a:lnTo>
                  <a:lnTo>
                    <a:pt x="465759" y="154571"/>
                  </a:lnTo>
                  <a:lnTo>
                    <a:pt x="466077" y="164985"/>
                  </a:lnTo>
                  <a:lnTo>
                    <a:pt x="467118" y="175348"/>
                  </a:lnTo>
                  <a:lnTo>
                    <a:pt x="468871" y="185597"/>
                  </a:lnTo>
                  <a:lnTo>
                    <a:pt x="471360" y="195770"/>
                  </a:lnTo>
                  <a:lnTo>
                    <a:pt x="477316" y="192392"/>
                  </a:lnTo>
                  <a:lnTo>
                    <a:pt x="483666" y="189966"/>
                  </a:lnTo>
                  <a:lnTo>
                    <a:pt x="490308" y="188480"/>
                  </a:lnTo>
                  <a:lnTo>
                    <a:pt x="497116" y="187947"/>
                  </a:lnTo>
                  <a:lnTo>
                    <a:pt x="506247" y="188836"/>
                  </a:lnTo>
                  <a:lnTo>
                    <a:pt x="573963" y="245554"/>
                  </a:lnTo>
                  <a:lnTo>
                    <a:pt x="587387" y="273837"/>
                  </a:lnTo>
                  <a:lnTo>
                    <a:pt x="586320" y="289471"/>
                  </a:lnTo>
                  <a:lnTo>
                    <a:pt x="579856" y="304228"/>
                  </a:lnTo>
                  <a:lnTo>
                    <a:pt x="589978" y="306705"/>
                  </a:lnTo>
                  <a:lnTo>
                    <a:pt x="600240" y="308457"/>
                  </a:lnTo>
                  <a:lnTo>
                    <a:pt x="610590" y="309499"/>
                  </a:lnTo>
                  <a:lnTo>
                    <a:pt x="621004" y="309816"/>
                  </a:lnTo>
                  <a:lnTo>
                    <a:pt x="664171" y="303745"/>
                  </a:lnTo>
                  <a:lnTo>
                    <a:pt x="702906" y="286512"/>
                  </a:lnTo>
                  <a:lnTo>
                    <a:pt x="735330" y="259689"/>
                  </a:lnTo>
                  <a:lnTo>
                    <a:pt x="759523" y="224866"/>
                  </a:lnTo>
                  <a:lnTo>
                    <a:pt x="767600" y="201142"/>
                  </a:lnTo>
                  <a:lnTo>
                    <a:pt x="773582" y="183603"/>
                  </a:lnTo>
                  <a:lnTo>
                    <a:pt x="775627" y="140779"/>
                  </a:lnTo>
                  <a:lnTo>
                    <a:pt x="775665" y="140068"/>
                  </a:lnTo>
                  <a:close/>
                </a:path>
                <a:path w="854075" h="775970">
                  <a:moveTo>
                    <a:pt x="853871" y="720407"/>
                  </a:moveTo>
                  <a:lnTo>
                    <a:pt x="846924" y="713460"/>
                  </a:lnTo>
                  <a:lnTo>
                    <a:pt x="838352" y="713460"/>
                  </a:lnTo>
                  <a:lnTo>
                    <a:pt x="705586" y="713460"/>
                  </a:lnTo>
                  <a:lnTo>
                    <a:pt x="698627" y="720407"/>
                  </a:lnTo>
                  <a:lnTo>
                    <a:pt x="698627" y="737565"/>
                  </a:lnTo>
                  <a:lnTo>
                    <a:pt x="705586" y="744512"/>
                  </a:lnTo>
                  <a:lnTo>
                    <a:pt x="846924" y="744512"/>
                  </a:lnTo>
                  <a:lnTo>
                    <a:pt x="853871" y="737565"/>
                  </a:lnTo>
                  <a:lnTo>
                    <a:pt x="853871" y="720407"/>
                  </a:lnTo>
                  <a:close/>
                </a:path>
                <a:path w="854075" h="775970">
                  <a:moveTo>
                    <a:pt x="853871" y="658317"/>
                  </a:moveTo>
                  <a:lnTo>
                    <a:pt x="846924" y="651370"/>
                  </a:lnTo>
                  <a:lnTo>
                    <a:pt x="838352" y="651370"/>
                  </a:lnTo>
                  <a:lnTo>
                    <a:pt x="705586" y="651370"/>
                  </a:lnTo>
                  <a:lnTo>
                    <a:pt x="698627" y="658317"/>
                  </a:lnTo>
                  <a:lnTo>
                    <a:pt x="698627" y="675474"/>
                  </a:lnTo>
                  <a:lnTo>
                    <a:pt x="705586" y="682421"/>
                  </a:lnTo>
                  <a:lnTo>
                    <a:pt x="846924" y="682421"/>
                  </a:lnTo>
                  <a:lnTo>
                    <a:pt x="853871" y="675474"/>
                  </a:lnTo>
                  <a:lnTo>
                    <a:pt x="853871" y="658317"/>
                  </a:lnTo>
                  <a:close/>
                </a:path>
                <a:path w="854075" h="775970">
                  <a:moveTo>
                    <a:pt x="853871" y="596214"/>
                  </a:moveTo>
                  <a:lnTo>
                    <a:pt x="846924" y="589267"/>
                  </a:lnTo>
                  <a:lnTo>
                    <a:pt x="838352" y="589267"/>
                  </a:lnTo>
                  <a:lnTo>
                    <a:pt x="736625" y="589267"/>
                  </a:lnTo>
                  <a:lnTo>
                    <a:pt x="729678" y="596214"/>
                  </a:lnTo>
                  <a:lnTo>
                    <a:pt x="729678" y="613371"/>
                  </a:lnTo>
                  <a:lnTo>
                    <a:pt x="736625" y="620318"/>
                  </a:lnTo>
                  <a:lnTo>
                    <a:pt x="846924" y="620318"/>
                  </a:lnTo>
                  <a:lnTo>
                    <a:pt x="853871" y="613371"/>
                  </a:lnTo>
                  <a:lnTo>
                    <a:pt x="853871" y="596214"/>
                  </a:lnTo>
                  <a:close/>
                </a:path>
              </a:pathLst>
            </a:custGeom>
            <a:solidFill>
              <a:srgbClr val="26DEDD"/>
            </a:solidFill>
          </p:spPr>
          <p:txBody>
            <a:bodyPr wrap="square" lIns="0" tIns="0" rIns="0" bIns="0" rtlCol="0"/>
            <a:lstStyle/>
            <a:p>
              <a:endParaRPr/>
            </a:p>
          </p:txBody>
        </p:sp>
        <p:pic>
          <p:nvPicPr>
            <p:cNvPr id="17" name="object 17"/>
            <p:cNvPicPr/>
            <p:nvPr/>
          </p:nvPicPr>
          <p:blipFill>
            <a:blip r:embed="rId7" cstate="print"/>
            <a:stretch>
              <a:fillRect/>
            </a:stretch>
          </p:blipFill>
          <p:spPr>
            <a:xfrm>
              <a:off x="1224876" y="3836859"/>
              <a:ext cx="134467" cy="136918"/>
            </a:xfrm>
            <a:prstGeom prst="rect">
              <a:avLst/>
            </a:prstGeom>
          </p:spPr>
        </p:pic>
        <p:sp>
          <p:nvSpPr>
            <p:cNvPr id="18" name="object 18"/>
            <p:cNvSpPr/>
            <p:nvPr/>
          </p:nvSpPr>
          <p:spPr>
            <a:xfrm>
              <a:off x="1287840" y="3600067"/>
              <a:ext cx="558165" cy="621665"/>
            </a:xfrm>
            <a:custGeom>
              <a:avLst/>
              <a:gdLst/>
              <a:ahLst/>
              <a:cxnLst/>
              <a:rect l="l" t="t" r="r" b="b"/>
              <a:pathLst>
                <a:path w="558164" h="621664">
                  <a:moveTo>
                    <a:pt x="286181" y="0"/>
                  </a:moveTo>
                  <a:lnTo>
                    <a:pt x="208927" y="0"/>
                  </a:lnTo>
                  <a:lnTo>
                    <a:pt x="202425" y="5448"/>
                  </a:lnTo>
                  <a:lnTo>
                    <a:pt x="191973" y="68503"/>
                  </a:lnTo>
                  <a:lnTo>
                    <a:pt x="171936" y="73897"/>
                  </a:lnTo>
                  <a:lnTo>
                    <a:pt x="152479" y="81000"/>
                  </a:lnTo>
                  <a:lnTo>
                    <a:pt x="133712" y="89770"/>
                  </a:lnTo>
                  <a:lnTo>
                    <a:pt x="115747" y="100164"/>
                  </a:lnTo>
                  <a:lnTo>
                    <a:pt x="63792" y="62966"/>
                  </a:lnTo>
                  <a:lnTo>
                    <a:pt x="55333" y="63627"/>
                  </a:lnTo>
                  <a:lnTo>
                    <a:pt x="660" y="118300"/>
                  </a:lnTo>
                  <a:lnTo>
                    <a:pt x="0" y="126771"/>
                  </a:lnTo>
                  <a:lnTo>
                    <a:pt x="37198" y="178727"/>
                  </a:lnTo>
                  <a:lnTo>
                    <a:pt x="32922" y="185705"/>
                  </a:lnTo>
                  <a:lnTo>
                    <a:pt x="28879" y="192822"/>
                  </a:lnTo>
                  <a:lnTo>
                    <a:pt x="25075" y="200070"/>
                  </a:lnTo>
                  <a:lnTo>
                    <a:pt x="21513" y="207441"/>
                  </a:lnTo>
                  <a:lnTo>
                    <a:pt x="84239" y="220789"/>
                  </a:lnTo>
                  <a:lnTo>
                    <a:pt x="110107" y="184659"/>
                  </a:lnTo>
                  <a:lnTo>
                    <a:pt x="142824" y="156375"/>
                  </a:lnTo>
                  <a:lnTo>
                    <a:pt x="180717" y="136580"/>
                  </a:lnTo>
                  <a:lnTo>
                    <a:pt x="222118" y="125915"/>
                  </a:lnTo>
                  <a:lnTo>
                    <a:pt x="265356" y="125022"/>
                  </a:lnTo>
                  <a:lnTo>
                    <a:pt x="308762" y="134543"/>
                  </a:lnTo>
                  <a:lnTo>
                    <a:pt x="348701" y="154023"/>
                  </a:lnTo>
                  <a:lnTo>
                    <a:pt x="382045" y="181566"/>
                  </a:lnTo>
                  <a:lnTo>
                    <a:pt x="407882" y="215630"/>
                  </a:lnTo>
                  <a:lnTo>
                    <a:pt x="425302" y="254674"/>
                  </a:lnTo>
                  <a:lnTo>
                    <a:pt x="433392" y="297158"/>
                  </a:lnTo>
                  <a:lnTo>
                    <a:pt x="431241" y="341541"/>
                  </a:lnTo>
                  <a:lnTo>
                    <a:pt x="418691" y="384170"/>
                  </a:lnTo>
                  <a:lnTo>
                    <a:pt x="397093" y="421640"/>
                  </a:lnTo>
                  <a:lnTo>
                    <a:pt x="367814" y="452796"/>
                  </a:lnTo>
                  <a:lnTo>
                    <a:pt x="332220" y="476481"/>
                  </a:lnTo>
                  <a:lnTo>
                    <a:pt x="291680" y="491542"/>
                  </a:lnTo>
                  <a:lnTo>
                    <a:pt x="247561" y="496824"/>
                  </a:lnTo>
                  <a:lnTo>
                    <a:pt x="232219" y="496192"/>
                  </a:lnTo>
                  <a:lnTo>
                    <a:pt x="217014" y="494290"/>
                  </a:lnTo>
                  <a:lnTo>
                    <a:pt x="202023" y="491130"/>
                  </a:lnTo>
                  <a:lnTo>
                    <a:pt x="187325" y="486727"/>
                  </a:lnTo>
                  <a:lnTo>
                    <a:pt x="184365" y="490918"/>
                  </a:lnTo>
                  <a:lnTo>
                    <a:pt x="190108" y="502357"/>
                  </a:lnTo>
                  <a:lnTo>
                    <a:pt x="195289" y="514049"/>
                  </a:lnTo>
                  <a:lnTo>
                    <a:pt x="199901" y="525978"/>
                  </a:lnTo>
                  <a:lnTo>
                    <a:pt x="203936" y="538124"/>
                  </a:lnTo>
                  <a:lnTo>
                    <a:pt x="239636" y="544017"/>
                  </a:lnTo>
                  <a:lnTo>
                    <a:pt x="255241" y="549526"/>
                  </a:lnTo>
                  <a:lnTo>
                    <a:pt x="267600" y="559804"/>
                  </a:lnTo>
                  <a:lnTo>
                    <a:pt x="275717" y="573676"/>
                  </a:lnTo>
                  <a:lnTo>
                    <a:pt x="278599" y="589965"/>
                  </a:lnTo>
                  <a:lnTo>
                    <a:pt x="278599" y="621017"/>
                  </a:lnTo>
                  <a:lnTo>
                    <a:pt x="286181" y="621055"/>
                  </a:lnTo>
                  <a:lnTo>
                    <a:pt x="292684" y="615607"/>
                  </a:lnTo>
                  <a:lnTo>
                    <a:pt x="303136" y="552551"/>
                  </a:lnTo>
                  <a:lnTo>
                    <a:pt x="323177" y="547158"/>
                  </a:lnTo>
                  <a:lnTo>
                    <a:pt x="342634" y="540054"/>
                  </a:lnTo>
                  <a:lnTo>
                    <a:pt x="361398" y="531284"/>
                  </a:lnTo>
                  <a:lnTo>
                    <a:pt x="379361" y="520890"/>
                  </a:lnTo>
                  <a:lnTo>
                    <a:pt x="431317" y="558076"/>
                  </a:lnTo>
                  <a:lnTo>
                    <a:pt x="439775" y="557428"/>
                  </a:lnTo>
                  <a:lnTo>
                    <a:pt x="494449" y="502754"/>
                  </a:lnTo>
                  <a:lnTo>
                    <a:pt x="495109" y="494284"/>
                  </a:lnTo>
                  <a:lnTo>
                    <a:pt x="457911" y="442328"/>
                  </a:lnTo>
                  <a:lnTo>
                    <a:pt x="468307" y="424365"/>
                  </a:lnTo>
                  <a:lnTo>
                    <a:pt x="477081" y="405601"/>
                  </a:lnTo>
                  <a:lnTo>
                    <a:pt x="484189" y="386144"/>
                  </a:lnTo>
                  <a:lnTo>
                    <a:pt x="489585" y="366102"/>
                  </a:lnTo>
                  <a:lnTo>
                    <a:pt x="552538" y="355727"/>
                  </a:lnTo>
                  <a:lnTo>
                    <a:pt x="558076" y="349211"/>
                  </a:lnTo>
                  <a:lnTo>
                    <a:pt x="558076" y="271843"/>
                  </a:lnTo>
                  <a:lnTo>
                    <a:pt x="552538" y="265328"/>
                  </a:lnTo>
                  <a:lnTo>
                    <a:pt x="545007" y="264109"/>
                  </a:lnTo>
                  <a:lnTo>
                    <a:pt x="489585" y="254952"/>
                  </a:lnTo>
                  <a:lnTo>
                    <a:pt x="484189" y="234910"/>
                  </a:lnTo>
                  <a:lnTo>
                    <a:pt x="477081" y="215453"/>
                  </a:lnTo>
                  <a:lnTo>
                    <a:pt x="468307" y="196689"/>
                  </a:lnTo>
                  <a:lnTo>
                    <a:pt x="457911" y="178727"/>
                  </a:lnTo>
                  <a:lnTo>
                    <a:pt x="495109" y="126771"/>
                  </a:lnTo>
                  <a:lnTo>
                    <a:pt x="494449" y="118300"/>
                  </a:lnTo>
                  <a:lnTo>
                    <a:pt x="439788" y="63627"/>
                  </a:lnTo>
                  <a:lnTo>
                    <a:pt x="431317" y="62966"/>
                  </a:lnTo>
                  <a:lnTo>
                    <a:pt x="379361" y="100164"/>
                  </a:lnTo>
                  <a:lnTo>
                    <a:pt x="361398" y="89770"/>
                  </a:lnTo>
                  <a:lnTo>
                    <a:pt x="342634" y="81000"/>
                  </a:lnTo>
                  <a:lnTo>
                    <a:pt x="323177" y="73897"/>
                  </a:lnTo>
                  <a:lnTo>
                    <a:pt x="303136" y="68503"/>
                  </a:lnTo>
                  <a:lnTo>
                    <a:pt x="292684" y="5448"/>
                  </a:lnTo>
                  <a:lnTo>
                    <a:pt x="286181" y="0"/>
                  </a:lnTo>
                  <a:close/>
                </a:path>
              </a:pathLst>
            </a:custGeom>
            <a:solidFill>
              <a:srgbClr val="26DEDD"/>
            </a:solidFill>
          </p:spPr>
          <p:txBody>
            <a:bodyPr wrap="square" lIns="0" tIns="0" rIns="0" bIns="0" rtlCol="0"/>
            <a:lstStyle/>
            <a:p>
              <a:endParaRPr/>
            </a:p>
          </p:txBody>
        </p:sp>
        <p:pic>
          <p:nvPicPr>
            <p:cNvPr id="19" name="object 19"/>
            <p:cNvPicPr/>
            <p:nvPr/>
          </p:nvPicPr>
          <p:blipFill>
            <a:blip r:embed="rId8" cstate="print"/>
            <a:stretch>
              <a:fillRect/>
            </a:stretch>
          </p:blipFill>
          <p:spPr>
            <a:xfrm>
              <a:off x="1193853" y="3708781"/>
              <a:ext cx="115506" cy="128066"/>
            </a:xfrm>
            <a:prstGeom prst="rect">
              <a:avLst/>
            </a:prstGeom>
          </p:spPr>
        </p:pic>
        <p:sp>
          <p:nvSpPr>
            <p:cNvPr id="20" name="object 20"/>
            <p:cNvSpPr/>
            <p:nvPr/>
          </p:nvSpPr>
          <p:spPr>
            <a:xfrm>
              <a:off x="1007554" y="3708780"/>
              <a:ext cx="155575" cy="155575"/>
            </a:xfrm>
            <a:custGeom>
              <a:avLst/>
              <a:gdLst/>
              <a:ahLst/>
              <a:cxnLst/>
              <a:rect l="l" t="t" r="r" b="b"/>
              <a:pathLst>
                <a:path w="155575" h="155575">
                  <a:moveTo>
                    <a:pt x="155244" y="131140"/>
                  </a:moveTo>
                  <a:lnTo>
                    <a:pt x="148285" y="124193"/>
                  </a:lnTo>
                  <a:lnTo>
                    <a:pt x="6946" y="124193"/>
                  </a:lnTo>
                  <a:lnTo>
                    <a:pt x="0" y="131140"/>
                  </a:lnTo>
                  <a:lnTo>
                    <a:pt x="0" y="148297"/>
                  </a:lnTo>
                  <a:lnTo>
                    <a:pt x="6946" y="155244"/>
                  </a:lnTo>
                  <a:lnTo>
                    <a:pt x="15519" y="155244"/>
                  </a:lnTo>
                  <a:lnTo>
                    <a:pt x="148285" y="155244"/>
                  </a:lnTo>
                  <a:lnTo>
                    <a:pt x="155244" y="148297"/>
                  </a:lnTo>
                  <a:lnTo>
                    <a:pt x="155244" y="131140"/>
                  </a:lnTo>
                  <a:close/>
                </a:path>
                <a:path w="155575" h="155575">
                  <a:moveTo>
                    <a:pt x="155244" y="69037"/>
                  </a:moveTo>
                  <a:lnTo>
                    <a:pt x="148285" y="62090"/>
                  </a:lnTo>
                  <a:lnTo>
                    <a:pt x="6946" y="62090"/>
                  </a:lnTo>
                  <a:lnTo>
                    <a:pt x="0" y="69037"/>
                  </a:lnTo>
                  <a:lnTo>
                    <a:pt x="0" y="86194"/>
                  </a:lnTo>
                  <a:lnTo>
                    <a:pt x="6946" y="93141"/>
                  </a:lnTo>
                  <a:lnTo>
                    <a:pt x="15519" y="93141"/>
                  </a:lnTo>
                  <a:lnTo>
                    <a:pt x="148285" y="93141"/>
                  </a:lnTo>
                  <a:lnTo>
                    <a:pt x="155244" y="86194"/>
                  </a:lnTo>
                  <a:lnTo>
                    <a:pt x="155244" y="69037"/>
                  </a:lnTo>
                  <a:close/>
                </a:path>
                <a:path w="155575" h="155575">
                  <a:moveTo>
                    <a:pt x="155244" y="6946"/>
                  </a:moveTo>
                  <a:lnTo>
                    <a:pt x="148285" y="0"/>
                  </a:lnTo>
                  <a:lnTo>
                    <a:pt x="6946" y="0"/>
                  </a:lnTo>
                  <a:lnTo>
                    <a:pt x="0" y="6946"/>
                  </a:lnTo>
                  <a:lnTo>
                    <a:pt x="0" y="24104"/>
                  </a:lnTo>
                  <a:lnTo>
                    <a:pt x="6946" y="31051"/>
                  </a:lnTo>
                  <a:lnTo>
                    <a:pt x="15519" y="31051"/>
                  </a:lnTo>
                  <a:lnTo>
                    <a:pt x="148285" y="31051"/>
                  </a:lnTo>
                  <a:lnTo>
                    <a:pt x="155244" y="24104"/>
                  </a:lnTo>
                  <a:lnTo>
                    <a:pt x="155244" y="6946"/>
                  </a:lnTo>
                  <a:close/>
                </a:path>
              </a:pathLst>
            </a:custGeom>
            <a:solidFill>
              <a:srgbClr val="26DEDD"/>
            </a:solidFill>
          </p:spPr>
          <p:txBody>
            <a:bodyPr wrap="square" lIns="0" tIns="0" rIns="0" bIns="0" rtlCol="0"/>
            <a:lstStyle/>
            <a:p>
              <a:endParaRPr/>
            </a:p>
          </p:txBody>
        </p:sp>
        <p:pic>
          <p:nvPicPr>
            <p:cNvPr id="21" name="object 21"/>
            <p:cNvPicPr/>
            <p:nvPr/>
          </p:nvPicPr>
          <p:blipFill>
            <a:blip r:embed="rId9" cstate="print"/>
            <a:stretch>
              <a:fillRect/>
            </a:stretch>
          </p:blipFill>
          <p:spPr>
            <a:xfrm>
              <a:off x="1447685" y="4301812"/>
              <a:ext cx="165328" cy="74536"/>
            </a:xfrm>
            <a:prstGeom prst="rect">
              <a:avLst/>
            </a:prstGeom>
          </p:spPr>
        </p:pic>
      </p:grpSp>
      <p:sp>
        <p:nvSpPr>
          <p:cNvPr id="22" name="object 22"/>
          <p:cNvSpPr txBox="1"/>
          <p:nvPr/>
        </p:nvSpPr>
        <p:spPr>
          <a:xfrm>
            <a:off x="13696630" y="4949694"/>
            <a:ext cx="3413125" cy="2712720"/>
          </a:xfrm>
          <a:prstGeom prst="rect">
            <a:avLst/>
          </a:prstGeom>
        </p:spPr>
        <p:txBody>
          <a:bodyPr vert="horz" wrap="square" lIns="0" tIns="43180" rIns="0" bIns="0" rtlCol="0">
            <a:spAutoFit/>
          </a:bodyPr>
          <a:lstStyle/>
          <a:p>
            <a:pPr marL="12700">
              <a:lnSpc>
                <a:spcPct val="100000"/>
              </a:lnSpc>
              <a:spcBef>
                <a:spcPts val="340"/>
              </a:spcBef>
            </a:pPr>
            <a:r>
              <a:rPr sz="2400" b="1" spc="40" dirty="0">
                <a:solidFill>
                  <a:srgbClr val="292929"/>
                </a:solidFill>
                <a:latin typeface="Inria Serif"/>
                <a:cs typeface="Inria Serif"/>
              </a:rPr>
              <a:t>Performance</a:t>
            </a:r>
            <a:endParaRPr sz="2400">
              <a:latin typeface="Inria Serif"/>
              <a:cs typeface="Inria Serif"/>
            </a:endParaRPr>
          </a:p>
          <a:p>
            <a:pPr marL="12700">
              <a:lnSpc>
                <a:spcPct val="100000"/>
              </a:lnSpc>
              <a:spcBef>
                <a:spcPts val="240"/>
              </a:spcBef>
            </a:pPr>
            <a:r>
              <a:rPr sz="2400" b="1" spc="40" dirty="0">
                <a:solidFill>
                  <a:srgbClr val="292929"/>
                </a:solidFill>
                <a:latin typeface="Inria Serif"/>
                <a:cs typeface="Inria Serif"/>
              </a:rPr>
              <a:t>Benchmarking</a:t>
            </a:r>
            <a:endParaRPr sz="2400">
              <a:latin typeface="Inria Serif"/>
              <a:cs typeface="Inria Serif"/>
            </a:endParaRPr>
          </a:p>
          <a:p>
            <a:pPr marL="228600" indent="-215900">
              <a:lnSpc>
                <a:spcPct val="100000"/>
              </a:lnSpc>
              <a:spcBef>
                <a:spcPts val="2120"/>
              </a:spcBef>
              <a:buFont typeface="Times New Roman"/>
              <a:buChar char="•"/>
              <a:tabLst>
                <a:tab pos="228600" algn="l"/>
              </a:tabLst>
            </a:pPr>
            <a:r>
              <a:rPr sz="2000" spc="45" dirty="0">
                <a:solidFill>
                  <a:srgbClr val="292929"/>
                </a:solidFill>
                <a:latin typeface="Inria Sans Light"/>
                <a:cs typeface="Inria Sans Light"/>
              </a:rPr>
              <a:t>Comparison</a:t>
            </a:r>
            <a:r>
              <a:rPr sz="2000" spc="150" dirty="0">
                <a:solidFill>
                  <a:srgbClr val="292929"/>
                </a:solidFill>
                <a:latin typeface="Inria Sans Light"/>
                <a:cs typeface="Inria Sans Light"/>
              </a:rPr>
              <a:t> </a:t>
            </a:r>
            <a:r>
              <a:rPr sz="2000" spc="40" dirty="0">
                <a:solidFill>
                  <a:srgbClr val="292929"/>
                </a:solidFill>
                <a:latin typeface="Inria Sans Light"/>
                <a:cs typeface="Inria Sans Light"/>
              </a:rPr>
              <a:t>with</a:t>
            </a:r>
            <a:endParaRPr sz="2000">
              <a:latin typeface="Inria Sans Light"/>
              <a:cs typeface="Inria Sans Light"/>
            </a:endParaRPr>
          </a:p>
          <a:p>
            <a:pPr marL="228600" marR="51435">
              <a:lnSpc>
                <a:spcPct val="108300"/>
              </a:lnSpc>
            </a:pPr>
            <a:r>
              <a:rPr sz="2000" spc="10" dirty="0">
                <a:solidFill>
                  <a:srgbClr val="292929"/>
                </a:solidFill>
                <a:latin typeface="Inria Sans Light"/>
                <a:cs typeface="Inria Sans Light"/>
              </a:rPr>
              <a:t>conventional</a:t>
            </a:r>
            <a:r>
              <a:rPr sz="2000" spc="425" dirty="0">
                <a:solidFill>
                  <a:srgbClr val="292929"/>
                </a:solidFill>
                <a:latin typeface="Inria Sans Light"/>
                <a:cs typeface="Inria Sans Light"/>
              </a:rPr>
              <a:t> </a:t>
            </a:r>
            <a:r>
              <a:rPr sz="2000" spc="10" dirty="0">
                <a:solidFill>
                  <a:srgbClr val="292929"/>
                </a:solidFill>
                <a:latin typeface="Inria Sans Light"/>
                <a:cs typeface="Inria Sans Light"/>
              </a:rPr>
              <a:t>deep</a:t>
            </a:r>
            <a:r>
              <a:rPr sz="2000" spc="425" dirty="0">
                <a:solidFill>
                  <a:srgbClr val="292929"/>
                </a:solidFill>
                <a:latin typeface="Inria Sans Light"/>
                <a:cs typeface="Inria Sans Light"/>
              </a:rPr>
              <a:t> </a:t>
            </a:r>
            <a:r>
              <a:rPr sz="2000" spc="50" dirty="0">
                <a:solidFill>
                  <a:srgbClr val="292929"/>
                </a:solidFill>
                <a:latin typeface="Inria Sans Light"/>
                <a:cs typeface="Inria Sans Light"/>
              </a:rPr>
              <a:t>learning </a:t>
            </a:r>
            <a:r>
              <a:rPr sz="2000" dirty="0">
                <a:solidFill>
                  <a:srgbClr val="292929"/>
                </a:solidFill>
                <a:latin typeface="Inria Sans Light"/>
                <a:cs typeface="Inria Sans Light"/>
              </a:rPr>
              <a:t>IDS</a:t>
            </a:r>
            <a:r>
              <a:rPr sz="2000" spc="165" dirty="0">
                <a:solidFill>
                  <a:srgbClr val="292929"/>
                </a:solidFill>
                <a:latin typeface="Inria Sans Light"/>
                <a:cs typeface="Inria Sans Light"/>
              </a:rPr>
              <a:t> </a:t>
            </a:r>
            <a:r>
              <a:rPr sz="2000" spc="50" dirty="0">
                <a:solidFill>
                  <a:srgbClr val="292929"/>
                </a:solidFill>
                <a:latin typeface="Inria Sans Light"/>
                <a:cs typeface="Inria Sans Light"/>
              </a:rPr>
              <a:t>models</a:t>
            </a:r>
            <a:r>
              <a:rPr sz="2000" spc="165" dirty="0">
                <a:solidFill>
                  <a:srgbClr val="292929"/>
                </a:solidFill>
                <a:latin typeface="Inria Sans Light"/>
                <a:cs typeface="Inria Sans Light"/>
              </a:rPr>
              <a:t> </a:t>
            </a:r>
            <a:r>
              <a:rPr sz="2000" spc="50" dirty="0">
                <a:solidFill>
                  <a:srgbClr val="292929"/>
                </a:solidFill>
                <a:latin typeface="Inria Sans Light"/>
                <a:cs typeface="Inria Sans Light"/>
              </a:rPr>
              <a:t>highlights</a:t>
            </a:r>
            <a:endParaRPr sz="2000">
              <a:latin typeface="Inria Sans Light"/>
              <a:cs typeface="Inria Sans Light"/>
            </a:endParaRPr>
          </a:p>
          <a:p>
            <a:pPr marL="228600" marR="5080">
              <a:lnSpc>
                <a:spcPct val="108300"/>
              </a:lnSpc>
            </a:pPr>
            <a:r>
              <a:rPr sz="2000" dirty="0">
                <a:solidFill>
                  <a:srgbClr val="292929"/>
                </a:solidFill>
                <a:latin typeface="Inria Sans Light"/>
                <a:cs typeface="Inria Sans Light"/>
              </a:rPr>
              <a:t>improvements</a:t>
            </a:r>
            <a:r>
              <a:rPr sz="2000" spc="425" dirty="0">
                <a:solidFill>
                  <a:srgbClr val="292929"/>
                </a:solidFill>
                <a:latin typeface="Inria Sans Light"/>
                <a:cs typeface="Inria Sans Light"/>
              </a:rPr>
              <a:t> </a:t>
            </a:r>
            <a:r>
              <a:rPr sz="2000" dirty="0">
                <a:solidFill>
                  <a:srgbClr val="292929"/>
                </a:solidFill>
                <a:latin typeface="Inria Sans Light"/>
                <a:cs typeface="Inria Sans Light"/>
              </a:rPr>
              <a:t>in</a:t>
            </a:r>
            <a:r>
              <a:rPr sz="2000" spc="430" dirty="0">
                <a:solidFill>
                  <a:srgbClr val="292929"/>
                </a:solidFill>
                <a:latin typeface="Inria Sans Light"/>
                <a:cs typeface="Inria Sans Light"/>
              </a:rPr>
              <a:t> </a:t>
            </a:r>
            <a:r>
              <a:rPr sz="2000" spc="50" dirty="0">
                <a:solidFill>
                  <a:srgbClr val="292929"/>
                </a:solidFill>
                <a:latin typeface="Inria Sans Light"/>
                <a:cs typeface="Inria Sans Light"/>
              </a:rPr>
              <a:t>scalability </a:t>
            </a:r>
            <a:r>
              <a:rPr sz="2000" dirty="0">
                <a:solidFill>
                  <a:srgbClr val="292929"/>
                </a:solidFill>
                <a:latin typeface="Inria Sans Light"/>
                <a:cs typeface="Inria Sans Light"/>
              </a:rPr>
              <a:t>and</a:t>
            </a:r>
            <a:r>
              <a:rPr sz="2000" spc="240" dirty="0">
                <a:solidFill>
                  <a:srgbClr val="292929"/>
                </a:solidFill>
                <a:latin typeface="Inria Sans Light"/>
                <a:cs typeface="Inria Sans Light"/>
              </a:rPr>
              <a:t> </a:t>
            </a:r>
            <a:r>
              <a:rPr sz="2000" spc="-10" dirty="0">
                <a:solidFill>
                  <a:srgbClr val="292929"/>
                </a:solidFill>
                <a:latin typeface="Inria Sans Light"/>
                <a:cs typeface="Inria Sans Light"/>
              </a:rPr>
              <a:t>efficiency.</a:t>
            </a:r>
            <a:endParaRPr sz="2000">
              <a:latin typeface="Inria Sans Light"/>
              <a:cs typeface="Inria Sans Light"/>
            </a:endParaRPr>
          </a:p>
        </p:txBody>
      </p:sp>
      <p:sp>
        <p:nvSpPr>
          <p:cNvPr id="23" name="object 23"/>
          <p:cNvSpPr txBox="1"/>
          <p:nvPr/>
        </p:nvSpPr>
        <p:spPr>
          <a:xfrm>
            <a:off x="9431653" y="4949694"/>
            <a:ext cx="3674745" cy="2778760"/>
          </a:xfrm>
          <a:prstGeom prst="rect">
            <a:avLst/>
          </a:prstGeom>
        </p:spPr>
        <p:txBody>
          <a:bodyPr vert="horz" wrap="square" lIns="0" tIns="12700" rIns="0" bIns="0" rtlCol="0">
            <a:spAutoFit/>
          </a:bodyPr>
          <a:lstStyle/>
          <a:p>
            <a:pPr marL="12700" marR="1689735">
              <a:lnSpc>
                <a:spcPct val="108300"/>
              </a:lnSpc>
              <a:spcBef>
                <a:spcPts val="100"/>
              </a:spcBef>
            </a:pPr>
            <a:r>
              <a:rPr sz="2400" b="1" spc="45" dirty="0">
                <a:solidFill>
                  <a:srgbClr val="292929"/>
                </a:solidFill>
                <a:latin typeface="Inria Serif"/>
                <a:cs typeface="Inria Serif"/>
              </a:rPr>
              <a:t>Lightweight </a:t>
            </a:r>
            <a:r>
              <a:rPr sz="2400" b="1" spc="60" dirty="0">
                <a:solidFill>
                  <a:srgbClr val="292929"/>
                </a:solidFill>
                <a:latin typeface="Inria Serif"/>
                <a:cs typeface="Inria Serif"/>
              </a:rPr>
              <a:t>Optimization </a:t>
            </a:r>
            <a:r>
              <a:rPr sz="2400" b="1" spc="40" dirty="0">
                <a:solidFill>
                  <a:srgbClr val="292929"/>
                </a:solidFill>
                <a:latin typeface="Inria Serif"/>
                <a:cs typeface="Inria Serif"/>
              </a:rPr>
              <a:t>Techniques</a:t>
            </a:r>
            <a:endParaRPr sz="2400">
              <a:latin typeface="Inria Serif"/>
              <a:cs typeface="Inria Serif"/>
            </a:endParaRPr>
          </a:p>
          <a:p>
            <a:pPr marL="228600" marR="5080" indent="-216535">
              <a:lnSpc>
                <a:spcPct val="108300"/>
              </a:lnSpc>
              <a:spcBef>
                <a:spcPts val="1920"/>
              </a:spcBef>
              <a:buFont typeface="Times New Roman"/>
              <a:buChar char="•"/>
              <a:tabLst>
                <a:tab pos="228600" algn="l"/>
              </a:tabLst>
            </a:pPr>
            <a:r>
              <a:rPr sz="2000" spc="45" dirty="0">
                <a:solidFill>
                  <a:srgbClr val="292929"/>
                </a:solidFill>
                <a:latin typeface="Inria Sans Light"/>
                <a:cs typeface="Inria Sans Light"/>
              </a:rPr>
              <a:t>Model</a:t>
            </a:r>
            <a:r>
              <a:rPr sz="2000" spc="130" dirty="0">
                <a:solidFill>
                  <a:srgbClr val="292929"/>
                </a:solidFill>
                <a:latin typeface="Inria Sans Light"/>
                <a:cs typeface="Inria Sans Light"/>
              </a:rPr>
              <a:t> </a:t>
            </a:r>
            <a:r>
              <a:rPr sz="2000" spc="50" dirty="0">
                <a:solidFill>
                  <a:srgbClr val="292929"/>
                </a:solidFill>
                <a:latin typeface="Inria Sans Light"/>
                <a:cs typeface="Inria Sans Light"/>
              </a:rPr>
              <a:t>simplification,</a:t>
            </a:r>
            <a:r>
              <a:rPr sz="2000" spc="130" dirty="0">
                <a:solidFill>
                  <a:srgbClr val="292929"/>
                </a:solidFill>
                <a:latin typeface="Inria Sans Light"/>
                <a:cs typeface="Inria Sans Light"/>
              </a:rPr>
              <a:t> </a:t>
            </a:r>
            <a:r>
              <a:rPr sz="2000" spc="50" dirty="0">
                <a:solidFill>
                  <a:srgbClr val="292929"/>
                </a:solidFill>
                <a:latin typeface="Inria Sans Light"/>
                <a:cs typeface="Inria Sans Light"/>
              </a:rPr>
              <a:t>pruning, </a:t>
            </a:r>
            <a:r>
              <a:rPr sz="2000" dirty="0">
                <a:solidFill>
                  <a:srgbClr val="292929"/>
                </a:solidFill>
                <a:latin typeface="Inria Sans Light"/>
                <a:cs typeface="Inria Sans Light"/>
              </a:rPr>
              <a:t>and</a:t>
            </a:r>
            <a:r>
              <a:rPr sz="2000" spc="180" dirty="0">
                <a:solidFill>
                  <a:srgbClr val="292929"/>
                </a:solidFill>
                <a:latin typeface="Inria Sans Light"/>
                <a:cs typeface="Inria Sans Light"/>
              </a:rPr>
              <a:t> </a:t>
            </a:r>
            <a:r>
              <a:rPr sz="2000" spc="55" dirty="0">
                <a:solidFill>
                  <a:srgbClr val="292929"/>
                </a:solidFill>
                <a:latin typeface="Inria Sans Light"/>
                <a:cs typeface="Inria Sans Light"/>
              </a:rPr>
              <a:t>quantization</a:t>
            </a:r>
            <a:r>
              <a:rPr sz="2000" spc="180" dirty="0">
                <a:solidFill>
                  <a:srgbClr val="292929"/>
                </a:solidFill>
                <a:latin typeface="Inria Sans Light"/>
                <a:cs typeface="Inria Sans Light"/>
              </a:rPr>
              <a:t> </a:t>
            </a:r>
            <a:r>
              <a:rPr sz="2000" spc="50" dirty="0">
                <a:solidFill>
                  <a:srgbClr val="292929"/>
                </a:solidFill>
                <a:latin typeface="Inria Sans Light"/>
                <a:cs typeface="Inria Sans Light"/>
              </a:rPr>
              <a:t>ensure</a:t>
            </a:r>
            <a:endParaRPr sz="2000">
              <a:latin typeface="Inria Sans Light"/>
              <a:cs typeface="Inria Sans Light"/>
            </a:endParaRPr>
          </a:p>
          <a:p>
            <a:pPr marL="228600">
              <a:lnSpc>
                <a:spcPct val="100000"/>
              </a:lnSpc>
              <a:spcBef>
                <a:spcPts val="200"/>
              </a:spcBef>
            </a:pPr>
            <a:r>
              <a:rPr sz="2000" dirty="0">
                <a:solidFill>
                  <a:srgbClr val="292929"/>
                </a:solidFill>
                <a:latin typeface="Inria Sans Light"/>
                <a:cs typeface="Inria Sans Light"/>
              </a:rPr>
              <a:t>efficient</a:t>
            </a:r>
            <a:r>
              <a:rPr sz="2000" spc="270" dirty="0">
                <a:solidFill>
                  <a:srgbClr val="292929"/>
                </a:solidFill>
                <a:latin typeface="Inria Sans Light"/>
                <a:cs typeface="Inria Sans Light"/>
              </a:rPr>
              <a:t> </a:t>
            </a:r>
            <a:r>
              <a:rPr sz="2000" spc="50" dirty="0">
                <a:solidFill>
                  <a:srgbClr val="292929"/>
                </a:solidFill>
                <a:latin typeface="Inria Sans Light"/>
                <a:cs typeface="Inria Sans Light"/>
              </a:rPr>
              <a:t>operation</a:t>
            </a:r>
            <a:r>
              <a:rPr sz="2000" spc="275" dirty="0">
                <a:solidFill>
                  <a:srgbClr val="292929"/>
                </a:solidFill>
                <a:latin typeface="Inria Sans Light"/>
                <a:cs typeface="Inria Sans Light"/>
              </a:rPr>
              <a:t> </a:t>
            </a:r>
            <a:r>
              <a:rPr sz="2000" spc="35" dirty="0">
                <a:solidFill>
                  <a:srgbClr val="292929"/>
                </a:solidFill>
                <a:latin typeface="Inria Sans Light"/>
                <a:cs typeface="Inria Sans Light"/>
              </a:rPr>
              <a:t>on</a:t>
            </a:r>
            <a:endParaRPr sz="2000">
              <a:latin typeface="Inria Sans Light"/>
              <a:cs typeface="Inria Sans Light"/>
            </a:endParaRPr>
          </a:p>
          <a:p>
            <a:pPr marL="228600">
              <a:lnSpc>
                <a:spcPct val="100000"/>
              </a:lnSpc>
              <a:spcBef>
                <a:spcPts val="200"/>
              </a:spcBef>
            </a:pPr>
            <a:r>
              <a:rPr sz="2000" spc="55" dirty="0">
                <a:solidFill>
                  <a:srgbClr val="292929"/>
                </a:solidFill>
                <a:latin typeface="Inria Sans Light"/>
                <a:cs typeface="Inria Sans Light"/>
              </a:rPr>
              <a:t>resource-</a:t>
            </a:r>
            <a:r>
              <a:rPr sz="2000" spc="50" dirty="0">
                <a:solidFill>
                  <a:srgbClr val="292929"/>
                </a:solidFill>
                <a:latin typeface="Inria Sans Light"/>
                <a:cs typeface="Inria Sans Light"/>
              </a:rPr>
              <a:t>constrained</a:t>
            </a:r>
            <a:r>
              <a:rPr sz="2000" spc="195" dirty="0">
                <a:solidFill>
                  <a:srgbClr val="292929"/>
                </a:solidFill>
                <a:latin typeface="Inria Sans Light"/>
                <a:cs typeface="Inria Sans Light"/>
              </a:rPr>
              <a:t> </a:t>
            </a:r>
            <a:r>
              <a:rPr sz="2000" spc="40" dirty="0">
                <a:solidFill>
                  <a:srgbClr val="292929"/>
                </a:solidFill>
                <a:latin typeface="Inria Sans Light"/>
                <a:cs typeface="Inria Sans Light"/>
              </a:rPr>
              <a:t>devices.</a:t>
            </a:r>
            <a:endParaRPr sz="2000">
              <a:latin typeface="Inria Sans Light"/>
              <a:cs typeface="Inria Sans Light"/>
            </a:endParaRPr>
          </a:p>
        </p:txBody>
      </p:sp>
      <p:sp>
        <p:nvSpPr>
          <p:cNvPr id="24" name="object 24"/>
          <p:cNvSpPr txBox="1"/>
          <p:nvPr/>
        </p:nvSpPr>
        <p:spPr>
          <a:xfrm>
            <a:off x="5166677" y="4949694"/>
            <a:ext cx="3690620" cy="3436620"/>
          </a:xfrm>
          <a:prstGeom prst="rect">
            <a:avLst/>
          </a:prstGeom>
        </p:spPr>
        <p:txBody>
          <a:bodyPr vert="horz" wrap="square" lIns="0" tIns="12700" rIns="0" bIns="0" rtlCol="0">
            <a:spAutoFit/>
          </a:bodyPr>
          <a:lstStyle/>
          <a:p>
            <a:pPr marL="12700" marR="1283335">
              <a:lnSpc>
                <a:spcPct val="108300"/>
              </a:lnSpc>
              <a:spcBef>
                <a:spcPts val="100"/>
              </a:spcBef>
            </a:pPr>
            <a:r>
              <a:rPr sz="2400" b="1" dirty="0">
                <a:solidFill>
                  <a:srgbClr val="292929"/>
                </a:solidFill>
                <a:latin typeface="Inria Serif"/>
                <a:cs typeface="Inria Serif"/>
              </a:rPr>
              <a:t>Reducing</a:t>
            </a:r>
            <a:r>
              <a:rPr sz="2400" b="1" spc="525" dirty="0">
                <a:solidFill>
                  <a:srgbClr val="292929"/>
                </a:solidFill>
                <a:latin typeface="Inria Serif"/>
                <a:cs typeface="Inria Serif"/>
              </a:rPr>
              <a:t> </a:t>
            </a:r>
            <a:r>
              <a:rPr sz="2400" b="1" spc="45" dirty="0">
                <a:solidFill>
                  <a:srgbClr val="292929"/>
                </a:solidFill>
                <a:latin typeface="Inria Serif"/>
                <a:cs typeface="Inria Serif"/>
              </a:rPr>
              <a:t>Model Complexity</a:t>
            </a:r>
            <a:endParaRPr sz="2400">
              <a:latin typeface="Inria Serif"/>
              <a:cs typeface="Inria Serif"/>
            </a:endParaRPr>
          </a:p>
          <a:p>
            <a:pPr marL="228600" marR="642620" indent="-216535" algn="just">
              <a:lnSpc>
                <a:spcPct val="108300"/>
              </a:lnSpc>
              <a:spcBef>
                <a:spcPts val="1920"/>
              </a:spcBef>
              <a:buFont typeface="Times New Roman"/>
              <a:buChar char="•"/>
              <a:tabLst>
                <a:tab pos="228600" algn="l"/>
              </a:tabLst>
            </a:pPr>
            <a:r>
              <a:rPr sz="2000" spc="50" dirty="0">
                <a:solidFill>
                  <a:srgbClr val="292929"/>
                </a:solidFill>
                <a:latin typeface="Inria Sans Light"/>
                <a:cs typeface="Inria Sans Light"/>
              </a:rPr>
              <a:t>Emphasis</a:t>
            </a:r>
            <a:r>
              <a:rPr sz="2000" spc="160" dirty="0">
                <a:solidFill>
                  <a:srgbClr val="292929"/>
                </a:solidFill>
                <a:latin typeface="Inria Sans Light"/>
                <a:cs typeface="Inria Sans Light"/>
              </a:rPr>
              <a:t> </a:t>
            </a:r>
            <a:r>
              <a:rPr sz="2000" dirty="0">
                <a:solidFill>
                  <a:srgbClr val="292929"/>
                </a:solidFill>
                <a:latin typeface="Inria Sans Light"/>
                <a:cs typeface="Inria Sans Light"/>
              </a:rPr>
              <a:t>on</a:t>
            </a:r>
            <a:r>
              <a:rPr sz="2000" spc="160" dirty="0">
                <a:solidFill>
                  <a:srgbClr val="292929"/>
                </a:solidFill>
                <a:latin typeface="Inria Sans Light"/>
                <a:cs typeface="Inria Sans Light"/>
              </a:rPr>
              <a:t> </a:t>
            </a:r>
            <a:r>
              <a:rPr sz="2000" spc="40" dirty="0">
                <a:solidFill>
                  <a:srgbClr val="292929"/>
                </a:solidFill>
                <a:latin typeface="Inria Sans Light"/>
                <a:cs typeface="Inria Sans Light"/>
              </a:rPr>
              <a:t>minimizing </a:t>
            </a:r>
            <a:r>
              <a:rPr sz="2000" b="1" spc="45" dirty="0">
                <a:solidFill>
                  <a:srgbClr val="292929"/>
                </a:solidFill>
                <a:latin typeface="Inria Sans"/>
                <a:cs typeface="Inria Sans"/>
              </a:rPr>
              <a:t>model</a:t>
            </a:r>
            <a:r>
              <a:rPr sz="2000" b="1" spc="204" dirty="0">
                <a:solidFill>
                  <a:srgbClr val="292929"/>
                </a:solidFill>
                <a:latin typeface="Inria Sans"/>
                <a:cs typeface="Inria Sans"/>
              </a:rPr>
              <a:t> </a:t>
            </a:r>
            <a:r>
              <a:rPr sz="2000" b="1" dirty="0">
                <a:solidFill>
                  <a:srgbClr val="292929"/>
                </a:solidFill>
                <a:latin typeface="Inria Sans"/>
                <a:cs typeface="Inria Sans"/>
              </a:rPr>
              <a:t>size</a:t>
            </a:r>
            <a:r>
              <a:rPr sz="2000" b="1" spc="290" dirty="0">
                <a:solidFill>
                  <a:srgbClr val="292929"/>
                </a:solidFill>
                <a:latin typeface="Inria Sans"/>
                <a:cs typeface="Inria Sans"/>
              </a:rPr>
              <a:t> </a:t>
            </a:r>
            <a:r>
              <a:rPr sz="2000" dirty="0">
                <a:solidFill>
                  <a:srgbClr val="292929"/>
                </a:solidFill>
                <a:latin typeface="Inria Sans Light"/>
                <a:cs typeface="Inria Sans Light"/>
              </a:rPr>
              <a:t>and</a:t>
            </a:r>
            <a:r>
              <a:rPr sz="2000" spc="229" dirty="0">
                <a:solidFill>
                  <a:srgbClr val="292929"/>
                </a:solidFill>
                <a:latin typeface="Inria Sans Light"/>
                <a:cs typeface="Inria Sans Light"/>
              </a:rPr>
              <a:t> </a:t>
            </a:r>
            <a:r>
              <a:rPr sz="2000" b="1" spc="50" dirty="0">
                <a:solidFill>
                  <a:srgbClr val="292929"/>
                </a:solidFill>
                <a:latin typeface="Inria Sans"/>
                <a:cs typeface="Inria Sans"/>
              </a:rPr>
              <a:t>memory consumption</a:t>
            </a:r>
            <a:r>
              <a:rPr sz="2000" b="1" spc="250" dirty="0">
                <a:solidFill>
                  <a:srgbClr val="292929"/>
                </a:solidFill>
                <a:latin typeface="Inria Sans"/>
                <a:cs typeface="Inria Sans"/>
              </a:rPr>
              <a:t> </a:t>
            </a:r>
            <a:r>
              <a:rPr sz="2000" dirty="0">
                <a:solidFill>
                  <a:srgbClr val="292929"/>
                </a:solidFill>
                <a:latin typeface="Inria Sans Light"/>
                <a:cs typeface="Inria Sans Light"/>
              </a:rPr>
              <a:t>for</a:t>
            </a:r>
            <a:r>
              <a:rPr sz="2000" spc="210" dirty="0">
                <a:solidFill>
                  <a:srgbClr val="292929"/>
                </a:solidFill>
                <a:latin typeface="Inria Sans Light"/>
                <a:cs typeface="Inria Sans Light"/>
              </a:rPr>
              <a:t> </a:t>
            </a:r>
            <a:r>
              <a:rPr sz="2000" spc="35" dirty="0">
                <a:solidFill>
                  <a:srgbClr val="292929"/>
                </a:solidFill>
                <a:latin typeface="Inria Sans Light"/>
                <a:cs typeface="Inria Sans Light"/>
              </a:rPr>
              <a:t>IoT</a:t>
            </a:r>
            <a:endParaRPr sz="2000">
              <a:latin typeface="Inria Sans Light"/>
              <a:cs typeface="Inria Sans Light"/>
            </a:endParaRPr>
          </a:p>
          <a:p>
            <a:pPr marL="228600">
              <a:lnSpc>
                <a:spcPct val="100000"/>
              </a:lnSpc>
              <a:spcBef>
                <a:spcPts val="200"/>
              </a:spcBef>
            </a:pPr>
            <a:r>
              <a:rPr sz="2000" spc="40" dirty="0">
                <a:solidFill>
                  <a:srgbClr val="292929"/>
                </a:solidFill>
                <a:latin typeface="Inria Sans Light"/>
                <a:cs typeface="Inria Sans Light"/>
              </a:rPr>
              <a:t>deployment.</a:t>
            </a:r>
            <a:endParaRPr sz="2000">
              <a:latin typeface="Inria Sans Light"/>
              <a:cs typeface="Inria Sans Light"/>
            </a:endParaRPr>
          </a:p>
          <a:p>
            <a:pPr marL="228600" marR="5080" indent="-216535">
              <a:lnSpc>
                <a:spcPct val="108300"/>
              </a:lnSpc>
              <a:spcBef>
                <a:spcPts val="500"/>
              </a:spcBef>
              <a:buFont typeface="Times New Roman"/>
              <a:buChar char="•"/>
              <a:tabLst>
                <a:tab pos="228600" algn="l"/>
              </a:tabLst>
            </a:pPr>
            <a:r>
              <a:rPr sz="2000" spc="45" dirty="0">
                <a:solidFill>
                  <a:srgbClr val="292929"/>
                </a:solidFill>
                <a:latin typeface="Inria Sans Light"/>
                <a:cs typeface="Inria Sans Light"/>
              </a:rPr>
              <a:t>Feature</a:t>
            </a:r>
            <a:r>
              <a:rPr sz="2000" spc="175" dirty="0">
                <a:solidFill>
                  <a:srgbClr val="292929"/>
                </a:solidFill>
                <a:latin typeface="Inria Sans Light"/>
                <a:cs typeface="Inria Sans Light"/>
              </a:rPr>
              <a:t> </a:t>
            </a:r>
            <a:r>
              <a:rPr sz="2000" spc="50" dirty="0">
                <a:solidFill>
                  <a:srgbClr val="292929"/>
                </a:solidFill>
                <a:latin typeface="Inria Sans Light"/>
                <a:cs typeface="Inria Sans Light"/>
              </a:rPr>
              <a:t>selection</a:t>
            </a:r>
            <a:r>
              <a:rPr sz="2000" spc="180" dirty="0">
                <a:solidFill>
                  <a:srgbClr val="292929"/>
                </a:solidFill>
                <a:latin typeface="Inria Sans Light"/>
                <a:cs typeface="Inria Sans Light"/>
              </a:rPr>
              <a:t> </a:t>
            </a:r>
            <a:r>
              <a:rPr sz="2000" dirty="0">
                <a:solidFill>
                  <a:srgbClr val="292929"/>
                </a:solidFill>
                <a:latin typeface="Inria Sans Light"/>
                <a:cs typeface="Inria Sans Light"/>
              </a:rPr>
              <a:t>and</a:t>
            </a:r>
            <a:r>
              <a:rPr sz="2000" spc="180" dirty="0">
                <a:solidFill>
                  <a:srgbClr val="292929"/>
                </a:solidFill>
                <a:latin typeface="Inria Sans Light"/>
                <a:cs typeface="Inria Sans Light"/>
              </a:rPr>
              <a:t> </a:t>
            </a:r>
            <a:r>
              <a:rPr sz="2000" spc="50" dirty="0">
                <a:solidFill>
                  <a:srgbClr val="292929"/>
                </a:solidFill>
                <a:latin typeface="Inria Sans Light"/>
                <a:cs typeface="Inria Sans Light"/>
              </a:rPr>
              <a:t>pruning eliminate</a:t>
            </a:r>
            <a:r>
              <a:rPr sz="2000" spc="150" dirty="0">
                <a:solidFill>
                  <a:srgbClr val="292929"/>
                </a:solidFill>
                <a:latin typeface="Inria Sans Light"/>
                <a:cs typeface="Inria Sans Light"/>
              </a:rPr>
              <a:t> </a:t>
            </a:r>
            <a:r>
              <a:rPr sz="2000" spc="45" dirty="0">
                <a:solidFill>
                  <a:srgbClr val="292929"/>
                </a:solidFill>
                <a:latin typeface="Inria Sans Light"/>
                <a:cs typeface="Inria Sans Light"/>
              </a:rPr>
              <a:t>unnecessary</a:t>
            </a:r>
            <a:endParaRPr sz="2000">
              <a:latin typeface="Inria Sans Light"/>
              <a:cs typeface="Inria Sans Light"/>
            </a:endParaRPr>
          </a:p>
          <a:p>
            <a:pPr marL="228600">
              <a:lnSpc>
                <a:spcPct val="100000"/>
              </a:lnSpc>
              <a:spcBef>
                <a:spcPts val="200"/>
              </a:spcBef>
            </a:pPr>
            <a:r>
              <a:rPr sz="2000" spc="45" dirty="0">
                <a:solidFill>
                  <a:srgbClr val="292929"/>
                </a:solidFill>
                <a:latin typeface="Inria Sans Light"/>
                <a:cs typeface="Inria Sans Light"/>
              </a:rPr>
              <a:t>computations.</a:t>
            </a:r>
            <a:endParaRPr sz="2000">
              <a:latin typeface="Inria Sans Light"/>
              <a:cs typeface="Inria Sans Light"/>
            </a:endParaRPr>
          </a:p>
        </p:txBody>
      </p:sp>
      <p:sp>
        <p:nvSpPr>
          <p:cNvPr id="25" name="object 25"/>
          <p:cNvSpPr txBox="1"/>
          <p:nvPr/>
        </p:nvSpPr>
        <p:spPr>
          <a:xfrm>
            <a:off x="901700" y="4949694"/>
            <a:ext cx="3531235" cy="2382520"/>
          </a:xfrm>
          <a:prstGeom prst="rect">
            <a:avLst/>
          </a:prstGeom>
        </p:spPr>
        <p:txBody>
          <a:bodyPr vert="horz" wrap="square" lIns="0" tIns="43180" rIns="0" bIns="0" rtlCol="0">
            <a:spAutoFit/>
          </a:bodyPr>
          <a:lstStyle/>
          <a:p>
            <a:pPr marL="12700">
              <a:lnSpc>
                <a:spcPct val="100000"/>
              </a:lnSpc>
              <a:spcBef>
                <a:spcPts val="340"/>
              </a:spcBef>
            </a:pPr>
            <a:r>
              <a:rPr sz="2400" b="1" dirty="0">
                <a:solidFill>
                  <a:srgbClr val="292929"/>
                </a:solidFill>
                <a:latin typeface="Inria Serif"/>
                <a:cs typeface="Inria Serif"/>
              </a:rPr>
              <a:t>Structured</a:t>
            </a:r>
            <a:r>
              <a:rPr sz="2400" b="1" spc="125" dirty="0">
                <a:solidFill>
                  <a:srgbClr val="292929"/>
                </a:solidFill>
                <a:latin typeface="Inria Serif"/>
                <a:cs typeface="Inria Serif"/>
              </a:rPr>
              <a:t>  </a:t>
            </a:r>
            <a:r>
              <a:rPr sz="2400" b="1" dirty="0">
                <a:solidFill>
                  <a:srgbClr val="292929"/>
                </a:solidFill>
                <a:latin typeface="Inria Serif"/>
                <a:cs typeface="Inria Serif"/>
              </a:rPr>
              <a:t>Four-</a:t>
            </a:r>
            <a:r>
              <a:rPr sz="2400" b="1" spc="35" dirty="0">
                <a:solidFill>
                  <a:srgbClr val="292929"/>
                </a:solidFill>
                <a:latin typeface="Inria Serif"/>
                <a:cs typeface="Inria Serif"/>
              </a:rPr>
              <a:t>Step</a:t>
            </a:r>
            <a:endParaRPr sz="2400">
              <a:latin typeface="Inria Serif"/>
              <a:cs typeface="Inria Serif"/>
            </a:endParaRPr>
          </a:p>
          <a:p>
            <a:pPr marL="12700">
              <a:lnSpc>
                <a:spcPct val="100000"/>
              </a:lnSpc>
              <a:spcBef>
                <a:spcPts val="240"/>
              </a:spcBef>
            </a:pPr>
            <a:r>
              <a:rPr sz="2400" b="1" spc="55" dirty="0">
                <a:solidFill>
                  <a:srgbClr val="292929"/>
                </a:solidFill>
                <a:latin typeface="Inria Serif"/>
                <a:cs typeface="Inria Serif"/>
              </a:rPr>
              <a:t>Approach</a:t>
            </a:r>
            <a:endParaRPr sz="2400">
              <a:latin typeface="Inria Serif"/>
              <a:cs typeface="Inria Serif"/>
            </a:endParaRPr>
          </a:p>
          <a:p>
            <a:pPr marL="228600" marR="494030" indent="-216535">
              <a:lnSpc>
                <a:spcPct val="108300"/>
              </a:lnSpc>
              <a:spcBef>
                <a:spcPts val="1920"/>
              </a:spcBef>
              <a:buFont typeface="Times New Roman"/>
              <a:buChar char="•"/>
              <a:tabLst>
                <a:tab pos="228600" algn="l"/>
              </a:tabLst>
            </a:pPr>
            <a:r>
              <a:rPr sz="2000" dirty="0">
                <a:solidFill>
                  <a:srgbClr val="292929"/>
                </a:solidFill>
                <a:latin typeface="Inria Sans Light"/>
                <a:cs typeface="Inria Sans Light"/>
              </a:rPr>
              <a:t>Data</a:t>
            </a:r>
            <a:r>
              <a:rPr sz="2000" spc="200" dirty="0">
                <a:solidFill>
                  <a:srgbClr val="292929"/>
                </a:solidFill>
                <a:latin typeface="Inria Sans Light"/>
                <a:cs typeface="Inria Sans Light"/>
              </a:rPr>
              <a:t> </a:t>
            </a:r>
            <a:r>
              <a:rPr sz="2000" spc="55" dirty="0">
                <a:solidFill>
                  <a:srgbClr val="292929"/>
                </a:solidFill>
                <a:latin typeface="Inria Sans Light"/>
                <a:cs typeface="Inria Sans Light"/>
              </a:rPr>
              <a:t>preparation,</a:t>
            </a:r>
            <a:r>
              <a:rPr sz="2000" spc="210" dirty="0">
                <a:solidFill>
                  <a:srgbClr val="292929"/>
                </a:solidFill>
                <a:latin typeface="Inria Sans Light"/>
                <a:cs typeface="Inria Sans Light"/>
              </a:rPr>
              <a:t> </a:t>
            </a:r>
            <a:r>
              <a:rPr sz="2000" spc="50" dirty="0">
                <a:solidFill>
                  <a:srgbClr val="292929"/>
                </a:solidFill>
                <a:latin typeface="Inria Sans Light"/>
                <a:cs typeface="Inria Sans Light"/>
              </a:rPr>
              <a:t>model </a:t>
            </a:r>
            <a:r>
              <a:rPr sz="2000" dirty="0">
                <a:solidFill>
                  <a:srgbClr val="292929"/>
                </a:solidFill>
                <a:latin typeface="Inria Sans Light"/>
                <a:cs typeface="Inria Sans Light"/>
              </a:rPr>
              <a:t>engineering,</a:t>
            </a:r>
            <a:r>
              <a:rPr sz="2000" spc="105" dirty="0">
                <a:solidFill>
                  <a:srgbClr val="292929"/>
                </a:solidFill>
                <a:latin typeface="Inria Sans Light"/>
                <a:cs typeface="Inria Sans Light"/>
              </a:rPr>
              <a:t>  </a:t>
            </a:r>
            <a:r>
              <a:rPr sz="2000" spc="50" dirty="0">
                <a:solidFill>
                  <a:srgbClr val="292929"/>
                </a:solidFill>
                <a:latin typeface="Inria Sans Light"/>
                <a:cs typeface="Inria Sans Light"/>
              </a:rPr>
              <a:t>lightweight</a:t>
            </a:r>
            <a:endParaRPr sz="2000">
              <a:latin typeface="Inria Sans Light"/>
              <a:cs typeface="Inria Sans Light"/>
            </a:endParaRPr>
          </a:p>
          <a:p>
            <a:pPr marL="228600" marR="5080">
              <a:lnSpc>
                <a:spcPct val="108300"/>
              </a:lnSpc>
            </a:pPr>
            <a:r>
              <a:rPr sz="2000" spc="55" dirty="0">
                <a:solidFill>
                  <a:srgbClr val="292929"/>
                </a:solidFill>
                <a:latin typeface="Inria Sans Light"/>
                <a:cs typeface="Inria Sans Light"/>
              </a:rPr>
              <a:t>optimization,</a:t>
            </a:r>
            <a:r>
              <a:rPr sz="2000" spc="180" dirty="0">
                <a:solidFill>
                  <a:srgbClr val="292929"/>
                </a:solidFill>
                <a:latin typeface="Inria Sans Light"/>
                <a:cs typeface="Inria Sans Light"/>
              </a:rPr>
              <a:t> </a:t>
            </a:r>
            <a:r>
              <a:rPr sz="2000" dirty="0">
                <a:solidFill>
                  <a:srgbClr val="292929"/>
                </a:solidFill>
                <a:latin typeface="Inria Sans Light"/>
                <a:cs typeface="Inria Sans Light"/>
              </a:rPr>
              <a:t>and</a:t>
            </a:r>
            <a:r>
              <a:rPr sz="2000" spc="185" dirty="0">
                <a:solidFill>
                  <a:srgbClr val="292929"/>
                </a:solidFill>
                <a:latin typeface="Inria Sans Light"/>
                <a:cs typeface="Inria Sans Light"/>
              </a:rPr>
              <a:t> </a:t>
            </a:r>
            <a:r>
              <a:rPr sz="2000" spc="50" dirty="0">
                <a:solidFill>
                  <a:srgbClr val="292929"/>
                </a:solidFill>
                <a:latin typeface="Inria Sans Light"/>
                <a:cs typeface="Inria Sans Light"/>
              </a:rPr>
              <a:t>evaluation </a:t>
            </a:r>
            <a:r>
              <a:rPr sz="2000" dirty="0">
                <a:solidFill>
                  <a:srgbClr val="292929"/>
                </a:solidFill>
                <a:latin typeface="Inria Sans Light"/>
                <a:cs typeface="Inria Sans Light"/>
              </a:rPr>
              <a:t>form</a:t>
            </a:r>
            <a:r>
              <a:rPr sz="2000" spc="250" dirty="0">
                <a:solidFill>
                  <a:srgbClr val="292929"/>
                </a:solidFill>
                <a:latin typeface="Inria Sans Light"/>
                <a:cs typeface="Inria Sans Light"/>
              </a:rPr>
              <a:t> </a:t>
            </a:r>
            <a:r>
              <a:rPr sz="2000" dirty="0">
                <a:solidFill>
                  <a:srgbClr val="292929"/>
                </a:solidFill>
                <a:latin typeface="Inria Sans Light"/>
                <a:cs typeface="Inria Sans Light"/>
              </a:rPr>
              <a:t>the</a:t>
            </a:r>
            <a:r>
              <a:rPr sz="2000" spc="254" dirty="0">
                <a:solidFill>
                  <a:srgbClr val="292929"/>
                </a:solidFill>
                <a:latin typeface="Inria Sans Light"/>
                <a:cs typeface="Inria Sans Light"/>
              </a:rPr>
              <a:t> </a:t>
            </a:r>
            <a:r>
              <a:rPr sz="2000" dirty="0">
                <a:solidFill>
                  <a:srgbClr val="292929"/>
                </a:solidFill>
                <a:latin typeface="Inria Sans Light"/>
                <a:cs typeface="Inria Sans Light"/>
              </a:rPr>
              <a:t>core</a:t>
            </a:r>
            <a:r>
              <a:rPr sz="2000" spc="254" dirty="0">
                <a:solidFill>
                  <a:srgbClr val="292929"/>
                </a:solidFill>
                <a:latin typeface="Inria Sans Light"/>
                <a:cs typeface="Inria Sans Light"/>
              </a:rPr>
              <a:t> </a:t>
            </a:r>
            <a:r>
              <a:rPr sz="2000" spc="-10" dirty="0">
                <a:solidFill>
                  <a:srgbClr val="292929"/>
                </a:solidFill>
                <a:latin typeface="Inria Sans Light"/>
                <a:cs typeface="Inria Sans Light"/>
              </a:rPr>
              <a:t>workflow.</a:t>
            </a:r>
            <a:endParaRPr sz="2000">
              <a:latin typeface="Inria Sans Light"/>
              <a:cs typeface="Inria Sans Light"/>
            </a:endParaRPr>
          </a:p>
        </p:txBody>
      </p:sp>
      <p:sp>
        <p:nvSpPr>
          <p:cNvPr id="26" name="object 26"/>
          <p:cNvSpPr/>
          <p:nvPr/>
        </p:nvSpPr>
        <p:spPr>
          <a:xfrm>
            <a:off x="942022"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7DEDD"/>
          </a:solidFill>
        </p:spPr>
        <p:txBody>
          <a:bodyPr wrap="square" lIns="0" tIns="0" rIns="0" bIns="0" rtlCol="0"/>
          <a:lstStyle/>
          <a:p>
            <a:endParaRPr/>
          </a:p>
        </p:txBody>
      </p:sp>
      <p:sp>
        <p:nvSpPr>
          <p:cNvPr id="27" name="object 27"/>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292929"/>
                </a:solidFill>
                <a:latin typeface="Inria Sans"/>
                <a:cs typeface="Inria Sans"/>
              </a:rPr>
              <a:t>5/13/2026</a:t>
            </a:r>
            <a:endParaRPr sz="2000">
              <a:latin typeface="Inria Sans"/>
              <a:cs typeface="Inria Sans"/>
            </a:endParaRPr>
          </a:p>
        </p:txBody>
      </p:sp>
      <p:sp>
        <p:nvSpPr>
          <p:cNvPr id="28" name="object 28"/>
          <p:cNvSpPr/>
          <p:nvPr/>
        </p:nvSpPr>
        <p:spPr>
          <a:xfrm>
            <a:off x="900889" y="9324426"/>
            <a:ext cx="513080" cy="403860"/>
          </a:xfrm>
          <a:custGeom>
            <a:avLst/>
            <a:gdLst/>
            <a:ahLst/>
            <a:cxnLst/>
            <a:rect l="l" t="t" r="r" b="b"/>
            <a:pathLst>
              <a:path w="513080" h="403859">
                <a:moveTo>
                  <a:pt x="459524" y="0"/>
                </a:moveTo>
                <a:lnTo>
                  <a:pt x="53555" y="0"/>
                </a:lnTo>
                <a:lnTo>
                  <a:pt x="32805" y="4240"/>
                </a:lnTo>
                <a:lnTo>
                  <a:pt x="15771" y="15770"/>
                </a:lnTo>
                <a:lnTo>
                  <a:pt x="4240" y="32800"/>
                </a:lnTo>
                <a:lnTo>
                  <a:pt x="0" y="53543"/>
                </a:lnTo>
                <a:lnTo>
                  <a:pt x="0" y="349897"/>
                </a:lnTo>
                <a:lnTo>
                  <a:pt x="4240" y="370640"/>
                </a:lnTo>
                <a:lnTo>
                  <a:pt x="15771" y="387670"/>
                </a:lnTo>
                <a:lnTo>
                  <a:pt x="32805" y="399200"/>
                </a:lnTo>
                <a:lnTo>
                  <a:pt x="53555" y="403440"/>
                </a:lnTo>
                <a:lnTo>
                  <a:pt x="459892" y="403440"/>
                </a:lnTo>
                <a:lnTo>
                  <a:pt x="480836" y="399188"/>
                </a:lnTo>
                <a:lnTo>
                  <a:pt x="497895" y="387578"/>
                </a:lnTo>
                <a:lnTo>
                  <a:pt x="509246" y="370329"/>
                </a:lnTo>
                <a:lnTo>
                  <a:pt x="513067" y="349161"/>
                </a:lnTo>
                <a:lnTo>
                  <a:pt x="513067" y="53543"/>
                </a:lnTo>
                <a:lnTo>
                  <a:pt x="508878" y="32800"/>
                </a:lnTo>
                <a:lnTo>
                  <a:pt x="497435" y="15770"/>
                </a:lnTo>
                <a:lnTo>
                  <a:pt x="480422" y="4240"/>
                </a:lnTo>
                <a:lnTo>
                  <a:pt x="459524" y="0"/>
                </a:lnTo>
                <a:close/>
              </a:path>
            </a:pathLst>
          </a:custGeom>
          <a:solidFill>
            <a:srgbClr val="282828"/>
          </a:solidFill>
        </p:spPr>
        <p:txBody>
          <a:bodyPr wrap="square" lIns="0" tIns="0" rIns="0" bIns="0" rtlCol="0"/>
          <a:lstStyle/>
          <a:p>
            <a:endParaRPr/>
          </a:p>
        </p:txBody>
      </p:sp>
      <p:sp>
        <p:nvSpPr>
          <p:cNvPr id="29" name="object 29"/>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10</a:t>
            </a:fld>
            <a:r>
              <a:rPr spc="-25"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351708" y="443077"/>
            <a:ext cx="11812092" cy="1322070"/>
          </a:xfrm>
          <a:prstGeom prst="rect">
            <a:avLst/>
          </a:prstGeom>
        </p:spPr>
        <p:txBody>
          <a:bodyPr vert="horz" wrap="square" lIns="0" tIns="13335" rIns="0" bIns="0" rtlCol="0">
            <a:spAutoFit/>
          </a:bodyPr>
          <a:lstStyle/>
          <a:p>
            <a:pPr marL="12700">
              <a:lnSpc>
                <a:spcPct val="100000"/>
              </a:lnSpc>
              <a:spcBef>
                <a:spcPts val="105"/>
              </a:spcBef>
            </a:pPr>
            <a:r>
              <a:rPr sz="8500" dirty="0">
                <a:latin typeface="Bebas Neue Regular"/>
                <a:cs typeface="Bebas Neue Regular"/>
              </a:rPr>
              <a:t>PROPOSED</a:t>
            </a:r>
            <a:r>
              <a:rPr sz="8500" spc="-130" dirty="0">
                <a:latin typeface="Bebas Neue Regular"/>
                <a:cs typeface="Bebas Neue Regular"/>
              </a:rPr>
              <a:t> </a:t>
            </a:r>
            <a:r>
              <a:rPr sz="8500" dirty="0">
                <a:latin typeface="Bebas Neue Regular"/>
                <a:cs typeface="Bebas Neue Regular"/>
              </a:rPr>
              <a:t>ARCHITECTURE</a:t>
            </a:r>
            <a:r>
              <a:rPr sz="8500" spc="-130" dirty="0">
                <a:latin typeface="Bebas Neue Regular"/>
                <a:cs typeface="Bebas Neue Regular"/>
              </a:rPr>
              <a:t> </a:t>
            </a:r>
            <a:r>
              <a:rPr sz="8500" spc="-10" dirty="0">
                <a:latin typeface="Bebas Neue Regular"/>
                <a:cs typeface="Bebas Neue Regular"/>
              </a:rPr>
              <a:t>DIAGRAM</a:t>
            </a:r>
            <a:endParaRPr sz="8500" dirty="0">
              <a:latin typeface="Bebas Neue Regular"/>
              <a:cs typeface="Bebas Neue Regular"/>
            </a:endParaRPr>
          </a:p>
        </p:txBody>
      </p:sp>
      <p:sp>
        <p:nvSpPr>
          <p:cNvPr id="4" name="object 4"/>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FFFFFF"/>
                </a:solidFill>
                <a:latin typeface="Inria Sans"/>
                <a:cs typeface="Inria Sans"/>
              </a:rPr>
              <a:t>5/13/2026</a:t>
            </a:r>
            <a:endParaRPr sz="2000">
              <a:latin typeface="Inria Sans"/>
              <a:cs typeface="Inria Sans"/>
            </a:endParaRPr>
          </a:p>
        </p:txBody>
      </p:sp>
      <p:grpSp>
        <p:nvGrpSpPr>
          <p:cNvPr id="5" name="object 5"/>
          <p:cNvGrpSpPr/>
          <p:nvPr/>
        </p:nvGrpSpPr>
        <p:grpSpPr>
          <a:xfrm>
            <a:off x="873485" y="1562100"/>
            <a:ext cx="13452115" cy="8528597"/>
            <a:chOff x="-2894557" y="1983652"/>
            <a:chExt cx="12754502" cy="8112277"/>
          </a:xfrm>
        </p:grpSpPr>
        <p:sp>
          <p:nvSpPr>
            <p:cNvPr id="6" name="object 6"/>
            <p:cNvSpPr/>
            <p:nvPr/>
          </p:nvSpPr>
          <p:spPr>
            <a:xfrm>
              <a:off x="-2894557" y="9355182"/>
              <a:ext cx="450850" cy="398145"/>
            </a:xfrm>
            <a:custGeom>
              <a:avLst/>
              <a:gdLst/>
              <a:ahLst/>
              <a:cxnLst/>
              <a:rect l="l" t="t" r="r" b="b"/>
              <a:pathLst>
                <a:path w="450850" h="398145">
                  <a:moveTo>
                    <a:pt x="398043" y="0"/>
                  </a:moveTo>
                  <a:lnTo>
                    <a:pt x="52806" y="0"/>
                  </a:lnTo>
                  <a:lnTo>
                    <a:pt x="32345" y="4182"/>
                  </a:lnTo>
                  <a:lnTo>
                    <a:pt x="15549" y="15554"/>
                  </a:lnTo>
                  <a:lnTo>
                    <a:pt x="4180" y="32350"/>
                  </a:lnTo>
                  <a:lnTo>
                    <a:pt x="0" y="52806"/>
                  </a:lnTo>
                  <a:lnTo>
                    <a:pt x="0" y="345046"/>
                  </a:lnTo>
                  <a:lnTo>
                    <a:pt x="4180" y="365502"/>
                  </a:lnTo>
                  <a:lnTo>
                    <a:pt x="15549" y="382298"/>
                  </a:lnTo>
                  <a:lnTo>
                    <a:pt x="32345" y="393670"/>
                  </a:lnTo>
                  <a:lnTo>
                    <a:pt x="52806" y="397852"/>
                  </a:lnTo>
                  <a:lnTo>
                    <a:pt x="398399" y="397852"/>
                  </a:lnTo>
                  <a:lnTo>
                    <a:pt x="419054" y="393658"/>
                  </a:lnTo>
                  <a:lnTo>
                    <a:pt x="435876" y="382208"/>
                  </a:lnTo>
                  <a:lnTo>
                    <a:pt x="447069" y="365197"/>
                  </a:lnTo>
                  <a:lnTo>
                    <a:pt x="450837" y="344322"/>
                  </a:lnTo>
                  <a:lnTo>
                    <a:pt x="450837" y="52806"/>
                  </a:lnTo>
                  <a:lnTo>
                    <a:pt x="446706" y="32350"/>
                  </a:lnTo>
                  <a:lnTo>
                    <a:pt x="435422" y="15554"/>
                  </a:lnTo>
                  <a:lnTo>
                    <a:pt x="418647" y="4182"/>
                  </a:lnTo>
                  <a:lnTo>
                    <a:pt x="398043" y="0"/>
                  </a:lnTo>
                  <a:close/>
                </a:path>
              </a:pathLst>
            </a:custGeom>
            <a:solidFill>
              <a:srgbClr val="282828"/>
            </a:solidFill>
          </p:spPr>
          <p:txBody>
            <a:bodyPr wrap="square" lIns="0" tIns="0" rIns="0" bIns="0" rtlCol="0"/>
            <a:lstStyle/>
            <a:p>
              <a:endParaRPr/>
            </a:p>
          </p:txBody>
        </p:sp>
        <p:pic>
          <p:nvPicPr>
            <p:cNvPr id="7" name="object 7"/>
            <p:cNvPicPr/>
            <p:nvPr/>
          </p:nvPicPr>
          <p:blipFill>
            <a:blip r:embed="rId3" cstate="print"/>
            <a:stretch>
              <a:fillRect/>
            </a:stretch>
          </p:blipFill>
          <p:spPr>
            <a:xfrm>
              <a:off x="467660" y="1983652"/>
              <a:ext cx="9392285" cy="8112277"/>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11</a:t>
            </a:fld>
            <a:r>
              <a:rPr spc="-25"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01700" y="1510004"/>
            <a:ext cx="10299700" cy="1252220"/>
          </a:xfrm>
          <a:prstGeom prst="rect">
            <a:avLst/>
          </a:prstGeom>
        </p:spPr>
        <p:txBody>
          <a:bodyPr vert="horz" wrap="square" lIns="0" tIns="12700" rIns="0" bIns="0" rtlCol="0">
            <a:spAutoFit/>
          </a:bodyPr>
          <a:lstStyle/>
          <a:p>
            <a:pPr marL="12700">
              <a:lnSpc>
                <a:spcPct val="100000"/>
              </a:lnSpc>
              <a:spcBef>
                <a:spcPts val="100"/>
              </a:spcBef>
            </a:pPr>
            <a:r>
              <a:rPr sz="8050" dirty="0">
                <a:latin typeface="Bebas Neue Regular"/>
                <a:cs typeface="Bebas Neue Regular"/>
              </a:rPr>
              <a:t>CNN</a:t>
            </a:r>
            <a:r>
              <a:rPr sz="8050" spc="-65" dirty="0">
                <a:latin typeface="Bebas Neue Regular"/>
                <a:cs typeface="Bebas Neue Regular"/>
              </a:rPr>
              <a:t> </a:t>
            </a:r>
            <a:r>
              <a:rPr sz="8050" dirty="0">
                <a:latin typeface="Bebas Neue Regular"/>
                <a:cs typeface="Bebas Neue Regular"/>
              </a:rPr>
              <a:t>MODEL</a:t>
            </a:r>
            <a:r>
              <a:rPr sz="8050" spc="-65" dirty="0">
                <a:latin typeface="Bebas Neue Regular"/>
                <a:cs typeface="Bebas Neue Regular"/>
              </a:rPr>
              <a:t> </a:t>
            </a:r>
            <a:r>
              <a:rPr sz="8050" dirty="0">
                <a:latin typeface="Bebas Neue Regular"/>
                <a:cs typeface="Bebas Neue Regular"/>
              </a:rPr>
              <a:t>&amp;</a:t>
            </a:r>
            <a:r>
              <a:rPr sz="8050" spc="-65" dirty="0">
                <a:latin typeface="Bebas Neue Regular"/>
                <a:cs typeface="Bebas Neue Regular"/>
              </a:rPr>
              <a:t> </a:t>
            </a:r>
            <a:r>
              <a:rPr sz="8050" spc="-10" dirty="0">
                <a:latin typeface="Bebas Neue Regular"/>
                <a:cs typeface="Bebas Neue Regular"/>
              </a:rPr>
              <a:t>OPTIMIZATION</a:t>
            </a:r>
            <a:endParaRPr sz="8050" dirty="0">
              <a:latin typeface="Bebas Neue Regular"/>
              <a:cs typeface="Bebas Neue Regular"/>
            </a:endParaRPr>
          </a:p>
        </p:txBody>
      </p:sp>
      <p:sp>
        <p:nvSpPr>
          <p:cNvPr id="3" name="object 3"/>
          <p:cNvSpPr/>
          <p:nvPr/>
        </p:nvSpPr>
        <p:spPr>
          <a:xfrm>
            <a:off x="942060"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7DEDD"/>
          </a:solidFill>
        </p:spPr>
        <p:txBody>
          <a:bodyPr wrap="square" lIns="0" tIns="0" rIns="0" bIns="0" rtlCol="0"/>
          <a:lstStyle/>
          <a:p>
            <a:endParaRPr/>
          </a:p>
        </p:txBody>
      </p:sp>
      <p:sp>
        <p:nvSpPr>
          <p:cNvPr id="4" name="object 4"/>
          <p:cNvSpPr txBox="1"/>
          <p:nvPr/>
        </p:nvSpPr>
        <p:spPr>
          <a:xfrm>
            <a:off x="998512"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292929"/>
                </a:solidFill>
                <a:latin typeface="Inria Sans"/>
                <a:cs typeface="Inria Sans"/>
              </a:rPr>
              <a:t>5/13/2026</a:t>
            </a:r>
            <a:endParaRPr sz="2000">
              <a:latin typeface="Inria Sans"/>
              <a:cs typeface="Inria Sans"/>
            </a:endParaRPr>
          </a:p>
        </p:txBody>
      </p:sp>
      <p:sp>
        <p:nvSpPr>
          <p:cNvPr id="5" name="object 5"/>
          <p:cNvSpPr/>
          <p:nvPr/>
        </p:nvSpPr>
        <p:spPr>
          <a:xfrm>
            <a:off x="901054" y="9324550"/>
            <a:ext cx="488950" cy="400685"/>
          </a:xfrm>
          <a:custGeom>
            <a:avLst/>
            <a:gdLst/>
            <a:ahLst/>
            <a:cxnLst/>
            <a:rect l="l" t="t" r="r" b="b"/>
            <a:pathLst>
              <a:path w="488950" h="400684">
                <a:moveTo>
                  <a:pt x="435508" y="0"/>
                </a:moveTo>
                <a:lnTo>
                  <a:pt x="53174" y="0"/>
                </a:lnTo>
                <a:lnTo>
                  <a:pt x="32575" y="4211"/>
                </a:lnTo>
                <a:lnTo>
                  <a:pt x="15662" y="15662"/>
                </a:lnTo>
                <a:lnTo>
                  <a:pt x="4211" y="32575"/>
                </a:lnTo>
                <a:lnTo>
                  <a:pt x="0" y="53174"/>
                </a:lnTo>
                <a:lnTo>
                  <a:pt x="0" y="347472"/>
                </a:lnTo>
                <a:lnTo>
                  <a:pt x="4211" y="368071"/>
                </a:lnTo>
                <a:lnTo>
                  <a:pt x="15662" y="384984"/>
                </a:lnTo>
                <a:lnTo>
                  <a:pt x="32575" y="396435"/>
                </a:lnTo>
                <a:lnTo>
                  <a:pt x="53174" y="400646"/>
                </a:lnTo>
                <a:lnTo>
                  <a:pt x="435876" y="400646"/>
                </a:lnTo>
                <a:lnTo>
                  <a:pt x="456677" y="396423"/>
                </a:lnTo>
                <a:lnTo>
                  <a:pt x="473619" y="384894"/>
                </a:lnTo>
                <a:lnTo>
                  <a:pt x="484891" y="367766"/>
                </a:lnTo>
                <a:lnTo>
                  <a:pt x="488683" y="346748"/>
                </a:lnTo>
                <a:lnTo>
                  <a:pt x="488683" y="53174"/>
                </a:lnTo>
                <a:lnTo>
                  <a:pt x="484523" y="32575"/>
                </a:lnTo>
                <a:lnTo>
                  <a:pt x="473159" y="15662"/>
                </a:lnTo>
                <a:lnTo>
                  <a:pt x="456263" y="4211"/>
                </a:lnTo>
                <a:lnTo>
                  <a:pt x="435508" y="0"/>
                </a:lnTo>
                <a:close/>
              </a:path>
            </a:pathLst>
          </a:custGeom>
          <a:solidFill>
            <a:srgbClr val="282828"/>
          </a:solidFill>
        </p:spPr>
        <p:txBody>
          <a:bodyPr wrap="square" lIns="0" tIns="0" rIns="0" bIns="0" rtlCol="0"/>
          <a:lstStyle/>
          <a:p>
            <a:endParaRPr/>
          </a:p>
        </p:txBody>
      </p:sp>
      <p:sp>
        <p:nvSpPr>
          <p:cNvPr id="6" name="object 6"/>
          <p:cNvSpPr txBox="1"/>
          <p:nvPr/>
        </p:nvSpPr>
        <p:spPr>
          <a:xfrm>
            <a:off x="14288194" y="3657583"/>
            <a:ext cx="1416050" cy="1089025"/>
          </a:xfrm>
          <a:prstGeom prst="rect">
            <a:avLst/>
          </a:prstGeom>
        </p:spPr>
        <p:txBody>
          <a:bodyPr vert="horz" wrap="square" lIns="0" tIns="39370" rIns="0" bIns="0" rtlCol="0">
            <a:spAutoFit/>
          </a:bodyPr>
          <a:lstStyle/>
          <a:p>
            <a:pPr marL="12700">
              <a:lnSpc>
                <a:spcPct val="100000"/>
              </a:lnSpc>
              <a:spcBef>
                <a:spcPts val="310"/>
              </a:spcBef>
            </a:pPr>
            <a:r>
              <a:rPr sz="2150" b="1" spc="-10" dirty="0">
                <a:solidFill>
                  <a:srgbClr val="292929"/>
                </a:solidFill>
                <a:latin typeface="Inria Serif"/>
                <a:cs typeface="Inria Serif"/>
              </a:rPr>
              <a:t>Hybrid</a:t>
            </a:r>
            <a:endParaRPr sz="2150">
              <a:latin typeface="Inria Serif"/>
              <a:cs typeface="Inria Serif"/>
            </a:endParaRPr>
          </a:p>
          <a:p>
            <a:pPr marL="12700">
              <a:lnSpc>
                <a:spcPct val="100000"/>
              </a:lnSpc>
              <a:spcBef>
                <a:spcPts val="210"/>
              </a:spcBef>
            </a:pPr>
            <a:r>
              <a:rPr sz="2150" b="1" dirty="0">
                <a:solidFill>
                  <a:srgbClr val="292929"/>
                </a:solidFill>
                <a:latin typeface="Inria Serif"/>
                <a:cs typeface="Inria Serif"/>
              </a:rPr>
              <a:t>CNN-</a:t>
            </a:r>
            <a:r>
              <a:rPr sz="2150" b="1" spc="-20" dirty="0">
                <a:solidFill>
                  <a:srgbClr val="292929"/>
                </a:solidFill>
                <a:latin typeface="Inria Serif"/>
                <a:cs typeface="Inria Serif"/>
              </a:rPr>
              <a:t>LSTM</a:t>
            </a:r>
            <a:endParaRPr sz="2150">
              <a:latin typeface="Inria Serif"/>
              <a:cs typeface="Inria Serif"/>
            </a:endParaRPr>
          </a:p>
          <a:p>
            <a:pPr marL="12700">
              <a:lnSpc>
                <a:spcPct val="100000"/>
              </a:lnSpc>
              <a:spcBef>
                <a:spcPts val="210"/>
              </a:spcBef>
            </a:pPr>
            <a:r>
              <a:rPr sz="2150" b="1" spc="-10" dirty="0">
                <a:solidFill>
                  <a:srgbClr val="292929"/>
                </a:solidFill>
                <a:latin typeface="Inria Serif"/>
                <a:cs typeface="Inria Serif"/>
              </a:rPr>
              <a:t>Models</a:t>
            </a:r>
            <a:endParaRPr sz="2150">
              <a:latin typeface="Inria Serif"/>
              <a:cs typeface="Inria Serif"/>
            </a:endParaRPr>
          </a:p>
        </p:txBody>
      </p:sp>
      <p:sp>
        <p:nvSpPr>
          <p:cNvPr id="7" name="object 7"/>
          <p:cNvSpPr txBox="1"/>
          <p:nvPr/>
        </p:nvSpPr>
        <p:spPr>
          <a:xfrm>
            <a:off x="10050577" y="3657583"/>
            <a:ext cx="1770380" cy="1089025"/>
          </a:xfrm>
          <a:prstGeom prst="rect">
            <a:avLst/>
          </a:prstGeom>
        </p:spPr>
        <p:txBody>
          <a:bodyPr vert="horz" wrap="square" lIns="0" tIns="12700" rIns="0" bIns="0" rtlCol="0">
            <a:spAutoFit/>
          </a:bodyPr>
          <a:lstStyle/>
          <a:p>
            <a:pPr marL="12700" marR="5080">
              <a:lnSpc>
                <a:spcPct val="108200"/>
              </a:lnSpc>
              <a:spcBef>
                <a:spcPts val="100"/>
              </a:spcBef>
            </a:pPr>
            <a:r>
              <a:rPr sz="2150" b="1" dirty="0">
                <a:solidFill>
                  <a:srgbClr val="292929"/>
                </a:solidFill>
                <a:latin typeface="Inria Serif"/>
                <a:cs typeface="Inria Serif"/>
              </a:rPr>
              <a:t>Pruning</a:t>
            </a:r>
            <a:r>
              <a:rPr sz="2150" b="1" spc="395" dirty="0">
                <a:solidFill>
                  <a:srgbClr val="292929"/>
                </a:solidFill>
                <a:latin typeface="Inria Serif"/>
                <a:cs typeface="Inria Serif"/>
              </a:rPr>
              <a:t> </a:t>
            </a:r>
            <a:r>
              <a:rPr sz="2150" b="1" spc="-25" dirty="0">
                <a:solidFill>
                  <a:srgbClr val="292929"/>
                </a:solidFill>
                <a:latin typeface="Inria Serif"/>
                <a:cs typeface="Inria Serif"/>
              </a:rPr>
              <a:t>and </a:t>
            </a:r>
            <a:r>
              <a:rPr sz="2150" b="1" spc="-10" dirty="0">
                <a:solidFill>
                  <a:srgbClr val="292929"/>
                </a:solidFill>
                <a:latin typeface="Inria Serif"/>
                <a:cs typeface="Inria Serif"/>
              </a:rPr>
              <a:t>Quantization Techniques</a:t>
            </a:r>
            <a:endParaRPr sz="2150">
              <a:latin typeface="Inria Serif"/>
              <a:cs typeface="Inria Serif"/>
            </a:endParaRPr>
          </a:p>
        </p:txBody>
      </p:sp>
      <p:sp>
        <p:nvSpPr>
          <p:cNvPr id="8" name="object 8"/>
          <p:cNvSpPr txBox="1"/>
          <p:nvPr/>
        </p:nvSpPr>
        <p:spPr>
          <a:xfrm>
            <a:off x="5812961" y="3657583"/>
            <a:ext cx="1917064" cy="1089025"/>
          </a:xfrm>
          <a:prstGeom prst="rect">
            <a:avLst/>
          </a:prstGeom>
        </p:spPr>
        <p:txBody>
          <a:bodyPr vert="horz" wrap="square" lIns="0" tIns="39370" rIns="0" bIns="0" rtlCol="0">
            <a:spAutoFit/>
          </a:bodyPr>
          <a:lstStyle/>
          <a:p>
            <a:pPr marL="12700">
              <a:lnSpc>
                <a:spcPct val="100000"/>
              </a:lnSpc>
              <a:spcBef>
                <a:spcPts val="310"/>
              </a:spcBef>
            </a:pPr>
            <a:r>
              <a:rPr sz="2150" b="1" spc="-10" dirty="0">
                <a:solidFill>
                  <a:srgbClr val="292929"/>
                </a:solidFill>
                <a:latin typeface="Inria Serif"/>
                <a:cs typeface="Inria Serif"/>
              </a:rPr>
              <a:t>Model</a:t>
            </a:r>
            <a:endParaRPr sz="2150">
              <a:latin typeface="Inria Serif"/>
              <a:cs typeface="Inria Serif"/>
            </a:endParaRPr>
          </a:p>
          <a:p>
            <a:pPr marL="12700" marR="5080">
              <a:lnSpc>
                <a:spcPct val="108200"/>
              </a:lnSpc>
            </a:pPr>
            <a:r>
              <a:rPr sz="2150" b="1" spc="35" dirty="0">
                <a:solidFill>
                  <a:srgbClr val="292929"/>
                </a:solidFill>
                <a:latin typeface="Inria Serif"/>
                <a:cs typeface="Inria Serif"/>
              </a:rPr>
              <a:t>Simpliﬁcation </a:t>
            </a:r>
            <a:r>
              <a:rPr sz="2150" b="1" spc="-10" dirty="0">
                <a:solidFill>
                  <a:srgbClr val="292929"/>
                </a:solidFill>
                <a:latin typeface="Inria Serif"/>
                <a:cs typeface="Inria Serif"/>
              </a:rPr>
              <a:t>Strategies</a:t>
            </a:r>
            <a:endParaRPr sz="2150">
              <a:latin typeface="Inria Serif"/>
              <a:cs typeface="Inria Serif"/>
            </a:endParaRPr>
          </a:p>
        </p:txBody>
      </p:sp>
      <p:sp>
        <p:nvSpPr>
          <p:cNvPr id="9" name="object 9"/>
          <p:cNvSpPr txBox="1"/>
          <p:nvPr/>
        </p:nvSpPr>
        <p:spPr>
          <a:xfrm>
            <a:off x="1575344" y="3657583"/>
            <a:ext cx="1450975" cy="1443355"/>
          </a:xfrm>
          <a:prstGeom prst="rect">
            <a:avLst/>
          </a:prstGeom>
        </p:spPr>
        <p:txBody>
          <a:bodyPr vert="horz" wrap="square" lIns="0" tIns="12700" rIns="0" bIns="0" rtlCol="0">
            <a:spAutoFit/>
          </a:bodyPr>
          <a:lstStyle/>
          <a:p>
            <a:pPr marL="12700" marR="305435">
              <a:lnSpc>
                <a:spcPct val="108200"/>
              </a:lnSpc>
              <a:spcBef>
                <a:spcPts val="100"/>
              </a:spcBef>
            </a:pPr>
            <a:r>
              <a:rPr sz="2150" b="1" spc="-10" dirty="0">
                <a:solidFill>
                  <a:srgbClr val="292929"/>
                </a:solidFill>
                <a:latin typeface="Inria Serif"/>
                <a:cs typeface="Inria Serif"/>
              </a:rPr>
              <a:t>Eﬃcient Feature</a:t>
            </a:r>
            <a:endParaRPr sz="2150">
              <a:latin typeface="Inria Serif"/>
              <a:cs typeface="Inria Serif"/>
            </a:endParaRPr>
          </a:p>
          <a:p>
            <a:pPr marL="12700" marR="5080">
              <a:lnSpc>
                <a:spcPct val="108200"/>
              </a:lnSpc>
            </a:pPr>
            <a:r>
              <a:rPr sz="2150" b="1" spc="-10" dirty="0">
                <a:solidFill>
                  <a:srgbClr val="292929"/>
                </a:solidFill>
                <a:latin typeface="Inria Serif"/>
                <a:cs typeface="Inria Serif"/>
              </a:rPr>
              <a:t>Extraction </a:t>
            </a:r>
            <a:r>
              <a:rPr sz="2150" b="1" dirty="0">
                <a:solidFill>
                  <a:srgbClr val="292929"/>
                </a:solidFill>
                <a:latin typeface="Inria Serif"/>
                <a:cs typeface="Inria Serif"/>
              </a:rPr>
              <a:t>with</a:t>
            </a:r>
            <a:r>
              <a:rPr sz="2150" b="1" spc="250" dirty="0">
                <a:solidFill>
                  <a:srgbClr val="292929"/>
                </a:solidFill>
                <a:latin typeface="Inria Serif"/>
                <a:cs typeface="Inria Serif"/>
              </a:rPr>
              <a:t> </a:t>
            </a:r>
            <a:r>
              <a:rPr sz="2150" b="1" spc="-25" dirty="0">
                <a:solidFill>
                  <a:srgbClr val="292929"/>
                </a:solidFill>
                <a:latin typeface="Inria Serif"/>
                <a:cs typeface="Inria Serif"/>
              </a:rPr>
              <a:t>CNN</a:t>
            </a:r>
            <a:endParaRPr sz="2150">
              <a:latin typeface="Inria Serif"/>
              <a:cs typeface="Inria Serif"/>
            </a:endParaRPr>
          </a:p>
        </p:txBody>
      </p:sp>
      <p:sp>
        <p:nvSpPr>
          <p:cNvPr id="10" name="object 10"/>
          <p:cNvSpPr txBox="1"/>
          <p:nvPr/>
        </p:nvSpPr>
        <p:spPr>
          <a:xfrm>
            <a:off x="14288045" y="5021047"/>
            <a:ext cx="2901315" cy="2378215"/>
          </a:xfrm>
          <a:prstGeom prst="rect">
            <a:avLst/>
          </a:prstGeom>
        </p:spPr>
        <p:txBody>
          <a:bodyPr vert="horz" wrap="square" lIns="0" tIns="11430" rIns="0" bIns="0" rtlCol="0">
            <a:spAutoFit/>
          </a:bodyPr>
          <a:lstStyle/>
          <a:p>
            <a:pPr marL="204470" marR="7620" indent="-192405" algn="just">
              <a:lnSpc>
                <a:spcPct val="110700"/>
              </a:lnSpc>
              <a:spcBef>
                <a:spcPts val="90"/>
              </a:spcBef>
              <a:buFont typeface="Times New Roman"/>
              <a:buChar char="•"/>
              <a:tabLst>
                <a:tab pos="205740" algn="l"/>
              </a:tabLst>
            </a:pPr>
            <a:r>
              <a:rPr sz="1750" spc="50" dirty="0">
                <a:solidFill>
                  <a:srgbClr val="292929"/>
                </a:solidFill>
                <a:latin typeface="Inria Sans Light"/>
                <a:cs typeface="Inria Sans Light"/>
              </a:rPr>
              <a:t>Hybrid</a:t>
            </a:r>
            <a:r>
              <a:rPr sz="1750" spc="125" dirty="0">
                <a:solidFill>
                  <a:srgbClr val="292929"/>
                </a:solidFill>
                <a:latin typeface="Inria Sans Light"/>
                <a:cs typeface="Inria Sans Light"/>
              </a:rPr>
              <a:t> </a:t>
            </a:r>
            <a:r>
              <a:rPr sz="1750" spc="55" dirty="0">
                <a:solidFill>
                  <a:srgbClr val="292929"/>
                </a:solidFill>
                <a:latin typeface="Inria Sans Light"/>
                <a:cs typeface="Inria Sans Light"/>
              </a:rPr>
              <a:t>models</a:t>
            </a:r>
            <a:r>
              <a:rPr sz="1750" spc="130" dirty="0">
                <a:solidFill>
                  <a:srgbClr val="292929"/>
                </a:solidFill>
                <a:latin typeface="Inria Sans Light"/>
                <a:cs typeface="Inria Sans Light"/>
              </a:rPr>
              <a:t> </a:t>
            </a:r>
            <a:r>
              <a:rPr sz="1750" spc="55" dirty="0">
                <a:solidFill>
                  <a:srgbClr val="292929"/>
                </a:solidFill>
                <a:latin typeface="Inria Sans Light"/>
                <a:cs typeface="Inria Sans Light"/>
              </a:rPr>
              <a:t>considered 	</a:t>
            </a:r>
            <a:r>
              <a:rPr sz="1750" dirty="0">
                <a:solidFill>
                  <a:srgbClr val="292929"/>
                </a:solidFill>
                <a:latin typeface="Inria Sans Light"/>
                <a:cs typeface="Inria Sans Light"/>
              </a:rPr>
              <a:t>for</a:t>
            </a:r>
            <a:r>
              <a:rPr sz="1750" spc="175" dirty="0">
                <a:solidFill>
                  <a:srgbClr val="292929"/>
                </a:solidFill>
                <a:latin typeface="Inria Sans Light"/>
                <a:cs typeface="Inria Sans Light"/>
              </a:rPr>
              <a:t> </a:t>
            </a:r>
            <a:r>
              <a:rPr sz="1750" spc="50" dirty="0">
                <a:solidFill>
                  <a:srgbClr val="292929"/>
                </a:solidFill>
                <a:latin typeface="Inria Sans Light"/>
                <a:cs typeface="Inria Sans Light"/>
              </a:rPr>
              <a:t>combining</a:t>
            </a:r>
            <a:r>
              <a:rPr sz="1750" spc="175" dirty="0">
                <a:solidFill>
                  <a:srgbClr val="292929"/>
                </a:solidFill>
                <a:latin typeface="Inria Sans Light"/>
                <a:cs typeface="Inria Sans Light"/>
              </a:rPr>
              <a:t> </a:t>
            </a:r>
            <a:r>
              <a:rPr sz="1750" spc="55" dirty="0">
                <a:solidFill>
                  <a:srgbClr val="292929"/>
                </a:solidFill>
                <a:latin typeface="Inria Sans Light"/>
                <a:cs typeface="Inria Sans Light"/>
              </a:rPr>
              <a:t>spatial</a:t>
            </a:r>
            <a:r>
              <a:rPr sz="1750" spc="175" dirty="0">
                <a:solidFill>
                  <a:srgbClr val="292929"/>
                </a:solidFill>
                <a:latin typeface="Inria Sans Light"/>
                <a:cs typeface="Inria Sans Light"/>
              </a:rPr>
              <a:t> </a:t>
            </a:r>
            <a:r>
              <a:rPr sz="1750" spc="40" dirty="0">
                <a:solidFill>
                  <a:srgbClr val="292929"/>
                </a:solidFill>
                <a:latin typeface="Inria Sans Light"/>
                <a:cs typeface="Inria Sans Light"/>
              </a:rPr>
              <a:t>and 	</a:t>
            </a:r>
            <a:r>
              <a:rPr sz="1750" spc="50" dirty="0">
                <a:solidFill>
                  <a:srgbClr val="292929"/>
                </a:solidFill>
                <a:latin typeface="Inria Sans Light"/>
                <a:cs typeface="Inria Sans Light"/>
              </a:rPr>
              <a:t>temporal</a:t>
            </a:r>
            <a:r>
              <a:rPr sz="1750" spc="130" dirty="0">
                <a:solidFill>
                  <a:srgbClr val="292929"/>
                </a:solidFill>
                <a:latin typeface="Inria Sans Light"/>
                <a:cs typeface="Inria Sans Light"/>
              </a:rPr>
              <a:t> </a:t>
            </a:r>
            <a:r>
              <a:rPr sz="1750" spc="50" dirty="0">
                <a:solidFill>
                  <a:srgbClr val="292929"/>
                </a:solidFill>
                <a:latin typeface="Inria Sans Light"/>
                <a:cs typeface="Inria Sans Light"/>
              </a:rPr>
              <a:t>analysis</a:t>
            </a:r>
            <a:endParaRPr sz="1750" dirty="0">
              <a:latin typeface="Inria Sans Light"/>
              <a:cs typeface="Inria Sans Light"/>
            </a:endParaRPr>
          </a:p>
          <a:p>
            <a:pPr marL="204470" marR="5080" indent="-192405" algn="just">
              <a:lnSpc>
                <a:spcPct val="110700"/>
              </a:lnSpc>
              <a:spcBef>
                <a:spcPts val="114"/>
              </a:spcBef>
              <a:buFont typeface="Times New Roman"/>
              <a:buChar char="•"/>
              <a:tabLst>
                <a:tab pos="205740" algn="l"/>
              </a:tabLst>
            </a:pPr>
            <a:r>
              <a:rPr sz="1750" spc="50" dirty="0">
                <a:solidFill>
                  <a:srgbClr val="292929"/>
                </a:solidFill>
                <a:latin typeface="Inria Sans Light"/>
                <a:cs typeface="Inria Sans Light"/>
              </a:rPr>
              <a:t>Performance</a:t>
            </a:r>
            <a:r>
              <a:rPr sz="1750" spc="145" dirty="0">
                <a:solidFill>
                  <a:srgbClr val="292929"/>
                </a:solidFill>
                <a:latin typeface="Inria Sans Light"/>
                <a:cs typeface="Inria Sans Light"/>
              </a:rPr>
              <a:t> </a:t>
            </a:r>
            <a:r>
              <a:rPr sz="1750" spc="50" dirty="0">
                <a:solidFill>
                  <a:srgbClr val="292929"/>
                </a:solidFill>
                <a:latin typeface="Inria Sans Light"/>
                <a:cs typeface="Inria Sans Light"/>
              </a:rPr>
              <a:t>compared</a:t>
            </a:r>
            <a:r>
              <a:rPr sz="1750" spc="145" dirty="0">
                <a:solidFill>
                  <a:srgbClr val="292929"/>
                </a:solidFill>
                <a:latin typeface="Inria Sans Light"/>
                <a:cs typeface="Inria Sans Light"/>
              </a:rPr>
              <a:t> </a:t>
            </a:r>
            <a:r>
              <a:rPr sz="1750" spc="30" dirty="0">
                <a:solidFill>
                  <a:srgbClr val="292929"/>
                </a:solidFill>
                <a:latin typeface="Inria Sans Light"/>
                <a:cs typeface="Inria Sans Light"/>
              </a:rPr>
              <a:t>to 	</a:t>
            </a:r>
            <a:r>
              <a:rPr sz="1750" spc="50" dirty="0">
                <a:solidFill>
                  <a:srgbClr val="292929"/>
                </a:solidFill>
                <a:latin typeface="Inria Sans Light"/>
                <a:cs typeface="Inria Sans Light"/>
              </a:rPr>
              <a:t>pure</a:t>
            </a:r>
            <a:r>
              <a:rPr sz="1750" spc="165" dirty="0">
                <a:solidFill>
                  <a:srgbClr val="292929"/>
                </a:solidFill>
                <a:latin typeface="Inria Sans Light"/>
                <a:cs typeface="Inria Sans Light"/>
              </a:rPr>
              <a:t> </a:t>
            </a:r>
            <a:r>
              <a:rPr sz="1750" spc="55" dirty="0">
                <a:solidFill>
                  <a:srgbClr val="292929"/>
                </a:solidFill>
                <a:latin typeface="Inria Sans Light"/>
                <a:cs typeface="Inria Sans Light"/>
              </a:rPr>
              <a:t>CNN</a:t>
            </a:r>
            <a:r>
              <a:rPr sz="1750" spc="170" dirty="0">
                <a:solidFill>
                  <a:srgbClr val="292929"/>
                </a:solidFill>
                <a:latin typeface="Inria Sans Light"/>
                <a:cs typeface="Inria Sans Light"/>
              </a:rPr>
              <a:t> </a:t>
            </a:r>
            <a:r>
              <a:rPr sz="1750" dirty="0">
                <a:solidFill>
                  <a:srgbClr val="292929"/>
                </a:solidFill>
                <a:latin typeface="Inria Sans Light"/>
                <a:cs typeface="Inria Sans Light"/>
              </a:rPr>
              <a:t>for</a:t>
            </a:r>
            <a:r>
              <a:rPr sz="1750" spc="170" dirty="0">
                <a:solidFill>
                  <a:srgbClr val="292929"/>
                </a:solidFill>
                <a:latin typeface="Inria Sans Light"/>
                <a:cs typeface="Inria Sans Light"/>
              </a:rPr>
              <a:t> </a:t>
            </a:r>
            <a:r>
              <a:rPr sz="1750" spc="45" dirty="0">
                <a:solidFill>
                  <a:srgbClr val="292929"/>
                </a:solidFill>
                <a:latin typeface="Inria Sans Light"/>
                <a:cs typeface="Inria Sans Light"/>
              </a:rPr>
              <a:t>optimal</a:t>
            </a:r>
            <a:endParaRPr sz="1750" dirty="0">
              <a:latin typeface="Inria Sans Light"/>
              <a:cs typeface="Inria Sans Light"/>
            </a:endParaRPr>
          </a:p>
          <a:p>
            <a:pPr marL="205740">
              <a:lnSpc>
                <a:spcPct val="100000"/>
              </a:lnSpc>
              <a:spcBef>
                <a:spcPts val="225"/>
              </a:spcBef>
            </a:pPr>
            <a:r>
              <a:rPr lang="en-IN" sz="1750" spc="40" dirty="0">
                <a:solidFill>
                  <a:srgbClr val="292929"/>
                </a:solidFill>
                <a:latin typeface="Inria Sans Light"/>
                <a:cs typeface="Inria Sans Light"/>
              </a:rPr>
              <a:t>B</a:t>
            </a:r>
            <a:r>
              <a:rPr sz="1750" spc="40" dirty="0" err="1">
                <a:solidFill>
                  <a:srgbClr val="292929"/>
                </a:solidFill>
                <a:latin typeface="Inria Sans Light"/>
                <a:cs typeface="Inria Sans Light"/>
              </a:rPr>
              <a:t>alance</a:t>
            </a:r>
            <a:endParaRPr lang="en-US" sz="1750" spc="40" dirty="0">
              <a:solidFill>
                <a:srgbClr val="292929"/>
              </a:solidFill>
              <a:latin typeface="Inria Sans Light"/>
              <a:cs typeface="Inria Sans Light"/>
            </a:endParaRPr>
          </a:p>
          <a:p>
            <a:pPr marL="491490" indent="-285750">
              <a:lnSpc>
                <a:spcPct val="100000"/>
              </a:lnSpc>
              <a:spcBef>
                <a:spcPts val="225"/>
              </a:spcBef>
              <a:buFont typeface="Arial" panose="020B0604020202020204" pitchFamily="34" charset="0"/>
              <a:buChar char="•"/>
            </a:pPr>
            <a:r>
              <a:rPr lang="en-IN" sz="1750" spc="40" dirty="0">
                <a:solidFill>
                  <a:srgbClr val="292929"/>
                </a:solidFill>
                <a:latin typeface="Inria Sans Light"/>
                <a:cs typeface="Inria Sans Light"/>
              </a:rPr>
              <a:t>This will be used after CNN models success</a:t>
            </a:r>
            <a:endParaRPr sz="1750" dirty="0">
              <a:latin typeface="Inria Sans Light"/>
              <a:cs typeface="Inria Sans Light"/>
            </a:endParaRPr>
          </a:p>
        </p:txBody>
      </p:sp>
      <p:sp>
        <p:nvSpPr>
          <p:cNvPr id="11" name="object 11"/>
          <p:cNvSpPr txBox="1"/>
          <p:nvPr/>
        </p:nvSpPr>
        <p:spPr>
          <a:xfrm>
            <a:off x="10050462" y="5021047"/>
            <a:ext cx="2947035" cy="2107565"/>
          </a:xfrm>
          <a:prstGeom prst="rect">
            <a:avLst/>
          </a:prstGeom>
        </p:spPr>
        <p:txBody>
          <a:bodyPr vert="horz" wrap="square" lIns="0" tIns="40005" rIns="0" bIns="0" rtlCol="0">
            <a:spAutoFit/>
          </a:bodyPr>
          <a:lstStyle/>
          <a:p>
            <a:pPr marL="205104" indent="-192405">
              <a:lnSpc>
                <a:spcPct val="100000"/>
              </a:lnSpc>
              <a:spcBef>
                <a:spcPts val="315"/>
              </a:spcBef>
              <a:buFont typeface="Times New Roman"/>
              <a:buChar char="•"/>
              <a:tabLst>
                <a:tab pos="205104" algn="l"/>
              </a:tabLst>
            </a:pPr>
            <a:r>
              <a:rPr sz="1750" spc="55" dirty="0">
                <a:solidFill>
                  <a:srgbClr val="292929"/>
                </a:solidFill>
                <a:latin typeface="Inria Sans Light"/>
                <a:cs typeface="Inria Sans Light"/>
              </a:rPr>
              <a:t>Pruning</a:t>
            </a:r>
            <a:r>
              <a:rPr sz="1750" spc="120" dirty="0">
                <a:solidFill>
                  <a:srgbClr val="292929"/>
                </a:solidFill>
                <a:latin typeface="Inria Sans Light"/>
                <a:cs typeface="Inria Sans Light"/>
              </a:rPr>
              <a:t> </a:t>
            </a:r>
            <a:r>
              <a:rPr sz="1750" spc="45" dirty="0">
                <a:solidFill>
                  <a:srgbClr val="292929"/>
                </a:solidFill>
                <a:latin typeface="Inria Sans Light"/>
                <a:cs typeface="Inria Sans Light"/>
              </a:rPr>
              <a:t>removes</a:t>
            </a:r>
            <a:endParaRPr sz="1750">
              <a:latin typeface="Inria Sans Light"/>
              <a:cs typeface="Inria Sans Light"/>
            </a:endParaRPr>
          </a:p>
          <a:p>
            <a:pPr marL="205740" marR="282575">
              <a:lnSpc>
                <a:spcPct val="110700"/>
              </a:lnSpc>
            </a:pPr>
            <a:r>
              <a:rPr sz="1750" spc="60" dirty="0">
                <a:solidFill>
                  <a:srgbClr val="292929"/>
                </a:solidFill>
                <a:latin typeface="Inria Sans Light"/>
                <a:cs typeface="Inria Sans Light"/>
              </a:rPr>
              <a:t>redundant</a:t>
            </a:r>
            <a:r>
              <a:rPr sz="1750" spc="130" dirty="0">
                <a:solidFill>
                  <a:srgbClr val="292929"/>
                </a:solidFill>
                <a:latin typeface="Inria Sans Light"/>
                <a:cs typeface="Inria Sans Light"/>
              </a:rPr>
              <a:t> </a:t>
            </a:r>
            <a:r>
              <a:rPr sz="1750" spc="50" dirty="0">
                <a:solidFill>
                  <a:srgbClr val="292929"/>
                </a:solidFill>
                <a:latin typeface="Inria Sans Light"/>
                <a:cs typeface="Inria Sans Light"/>
              </a:rPr>
              <a:t>connections, </a:t>
            </a:r>
            <a:r>
              <a:rPr sz="1750" spc="55" dirty="0">
                <a:solidFill>
                  <a:srgbClr val="292929"/>
                </a:solidFill>
                <a:latin typeface="Inria Sans Light"/>
                <a:cs typeface="Inria Sans Light"/>
              </a:rPr>
              <a:t>lowering</a:t>
            </a:r>
            <a:r>
              <a:rPr sz="1750" spc="140" dirty="0">
                <a:solidFill>
                  <a:srgbClr val="292929"/>
                </a:solidFill>
                <a:latin typeface="Inria Sans Light"/>
                <a:cs typeface="Inria Sans Light"/>
              </a:rPr>
              <a:t> </a:t>
            </a:r>
            <a:r>
              <a:rPr sz="1750" spc="50" dirty="0">
                <a:solidFill>
                  <a:srgbClr val="292929"/>
                </a:solidFill>
                <a:latin typeface="Inria Sans Light"/>
                <a:cs typeface="Inria Sans Light"/>
              </a:rPr>
              <a:t>memory</a:t>
            </a:r>
            <a:r>
              <a:rPr sz="1750" spc="140" dirty="0">
                <a:solidFill>
                  <a:srgbClr val="292929"/>
                </a:solidFill>
                <a:latin typeface="Inria Sans Light"/>
                <a:cs typeface="Inria Sans Light"/>
              </a:rPr>
              <a:t> </a:t>
            </a:r>
            <a:r>
              <a:rPr sz="1750" spc="55" dirty="0">
                <a:solidFill>
                  <a:srgbClr val="292929"/>
                </a:solidFill>
                <a:latin typeface="Inria Sans Light"/>
                <a:cs typeface="Inria Sans Light"/>
              </a:rPr>
              <a:t>usage</a:t>
            </a:r>
            <a:endParaRPr sz="1750">
              <a:latin typeface="Inria Sans Light"/>
              <a:cs typeface="Inria Sans Light"/>
            </a:endParaRPr>
          </a:p>
          <a:p>
            <a:pPr marL="205104" indent="-192405">
              <a:lnSpc>
                <a:spcPct val="100000"/>
              </a:lnSpc>
              <a:spcBef>
                <a:spcPts val="340"/>
              </a:spcBef>
              <a:buFont typeface="Times New Roman"/>
              <a:buChar char="•"/>
              <a:tabLst>
                <a:tab pos="205104" algn="l"/>
              </a:tabLst>
            </a:pPr>
            <a:r>
              <a:rPr sz="1750" spc="60" dirty="0">
                <a:solidFill>
                  <a:srgbClr val="292929"/>
                </a:solidFill>
                <a:latin typeface="Inria Sans Light"/>
                <a:cs typeface="Inria Sans Light"/>
              </a:rPr>
              <a:t>Quantization</a:t>
            </a:r>
            <a:r>
              <a:rPr sz="1750" spc="135" dirty="0">
                <a:solidFill>
                  <a:srgbClr val="292929"/>
                </a:solidFill>
                <a:latin typeface="Inria Sans Light"/>
                <a:cs typeface="Inria Sans Light"/>
              </a:rPr>
              <a:t> </a:t>
            </a:r>
            <a:r>
              <a:rPr sz="1750" spc="55" dirty="0">
                <a:solidFill>
                  <a:srgbClr val="292929"/>
                </a:solidFill>
                <a:latin typeface="Inria Sans Light"/>
                <a:cs typeface="Inria Sans Light"/>
              </a:rPr>
              <a:t>reduces</a:t>
            </a:r>
            <a:endParaRPr sz="1750">
              <a:latin typeface="Inria Sans Light"/>
              <a:cs typeface="Inria Sans Light"/>
            </a:endParaRPr>
          </a:p>
          <a:p>
            <a:pPr marL="205740" marR="5080">
              <a:lnSpc>
                <a:spcPct val="110700"/>
              </a:lnSpc>
            </a:pPr>
            <a:r>
              <a:rPr sz="1750" spc="55" dirty="0">
                <a:solidFill>
                  <a:srgbClr val="292929"/>
                </a:solidFill>
                <a:latin typeface="Inria Sans Light"/>
                <a:cs typeface="Inria Sans Light"/>
              </a:rPr>
              <a:t>weight</a:t>
            </a:r>
            <a:r>
              <a:rPr sz="1750" spc="145" dirty="0">
                <a:solidFill>
                  <a:srgbClr val="292929"/>
                </a:solidFill>
                <a:latin typeface="Inria Sans Light"/>
                <a:cs typeface="Inria Sans Light"/>
              </a:rPr>
              <a:t> </a:t>
            </a:r>
            <a:r>
              <a:rPr sz="1750" spc="55" dirty="0">
                <a:solidFill>
                  <a:srgbClr val="292929"/>
                </a:solidFill>
                <a:latin typeface="Inria Sans Light"/>
                <a:cs typeface="Inria Sans Light"/>
              </a:rPr>
              <a:t>precision,</a:t>
            </a:r>
            <a:r>
              <a:rPr sz="1750" spc="145" dirty="0">
                <a:solidFill>
                  <a:srgbClr val="292929"/>
                </a:solidFill>
                <a:latin typeface="Inria Sans Light"/>
                <a:cs typeface="Inria Sans Light"/>
              </a:rPr>
              <a:t> </a:t>
            </a:r>
            <a:r>
              <a:rPr sz="1750" spc="55" dirty="0">
                <a:solidFill>
                  <a:srgbClr val="292929"/>
                </a:solidFill>
                <a:latin typeface="Inria Sans Light"/>
                <a:cs typeface="Inria Sans Light"/>
              </a:rPr>
              <a:t>speeding </a:t>
            </a:r>
            <a:r>
              <a:rPr sz="1750" dirty="0">
                <a:solidFill>
                  <a:srgbClr val="292929"/>
                </a:solidFill>
                <a:latin typeface="Inria Sans Light"/>
                <a:cs typeface="Inria Sans Light"/>
              </a:rPr>
              <a:t>up</a:t>
            </a:r>
            <a:r>
              <a:rPr sz="1750" spc="155" dirty="0">
                <a:solidFill>
                  <a:srgbClr val="292929"/>
                </a:solidFill>
                <a:latin typeface="Inria Sans Light"/>
                <a:cs typeface="Inria Sans Light"/>
              </a:rPr>
              <a:t> </a:t>
            </a:r>
            <a:r>
              <a:rPr sz="1750" spc="55" dirty="0">
                <a:solidFill>
                  <a:srgbClr val="292929"/>
                </a:solidFill>
                <a:latin typeface="Inria Sans Light"/>
                <a:cs typeface="Inria Sans Light"/>
              </a:rPr>
              <a:t>inference</a:t>
            </a:r>
            <a:r>
              <a:rPr sz="1750" spc="160" dirty="0">
                <a:solidFill>
                  <a:srgbClr val="292929"/>
                </a:solidFill>
                <a:latin typeface="Inria Sans Light"/>
                <a:cs typeface="Inria Sans Light"/>
              </a:rPr>
              <a:t> </a:t>
            </a:r>
            <a:r>
              <a:rPr sz="1750" spc="50" dirty="0">
                <a:solidFill>
                  <a:srgbClr val="292929"/>
                </a:solidFill>
                <a:latin typeface="Inria Sans Light"/>
                <a:cs typeface="Inria Sans Light"/>
              </a:rPr>
              <a:t>and</a:t>
            </a:r>
            <a:r>
              <a:rPr sz="1750" spc="155" dirty="0">
                <a:solidFill>
                  <a:srgbClr val="292929"/>
                </a:solidFill>
                <a:latin typeface="Inria Sans Light"/>
                <a:cs typeface="Inria Sans Light"/>
              </a:rPr>
              <a:t> </a:t>
            </a:r>
            <a:r>
              <a:rPr sz="1750" spc="45" dirty="0">
                <a:solidFill>
                  <a:srgbClr val="292929"/>
                </a:solidFill>
                <a:latin typeface="Inria Sans Light"/>
                <a:cs typeface="Inria Sans Light"/>
              </a:rPr>
              <a:t>saving</a:t>
            </a:r>
            <a:endParaRPr sz="1750">
              <a:latin typeface="Inria Sans Light"/>
              <a:cs typeface="Inria Sans Light"/>
            </a:endParaRPr>
          </a:p>
          <a:p>
            <a:pPr marL="205740">
              <a:lnSpc>
                <a:spcPct val="100000"/>
              </a:lnSpc>
              <a:spcBef>
                <a:spcPts val="225"/>
              </a:spcBef>
            </a:pPr>
            <a:r>
              <a:rPr sz="1750" spc="45" dirty="0">
                <a:solidFill>
                  <a:srgbClr val="292929"/>
                </a:solidFill>
                <a:latin typeface="Inria Sans Light"/>
                <a:cs typeface="Inria Sans Light"/>
              </a:rPr>
              <a:t>energy</a:t>
            </a:r>
            <a:endParaRPr sz="1750">
              <a:latin typeface="Inria Sans Light"/>
              <a:cs typeface="Inria Sans Light"/>
            </a:endParaRPr>
          </a:p>
        </p:txBody>
      </p:sp>
      <p:sp>
        <p:nvSpPr>
          <p:cNvPr id="12" name="object 12"/>
          <p:cNvSpPr txBox="1"/>
          <p:nvPr/>
        </p:nvSpPr>
        <p:spPr>
          <a:xfrm>
            <a:off x="5812878" y="5021047"/>
            <a:ext cx="2923540" cy="1811655"/>
          </a:xfrm>
          <a:prstGeom prst="rect">
            <a:avLst/>
          </a:prstGeom>
        </p:spPr>
        <p:txBody>
          <a:bodyPr vert="horz" wrap="square" lIns="0" tIns="40005" rIns="0" bIns="0" rtlCol="0">
            <a:spAutoFit/>
          </a:bodyPr>
          <a:lstStyle/>
          <a:p>
            <a:pPr marL="205104" indent="-192405" algn="just">
              <a:lnSpc>
                <a:spcPct val="100000"/>
              </a:lnSpc>
              <a:spcBef>
                <a:spcPts val="315"/>
              </a:spcBef>
              <a:buFont typeface="Times New Roman"/>
              <a:buChar char="•"/>
              <a:tabLst>
                <a:tab pos="205104" algn="l"/>
              </a:tabLst>
            </a:pPr>
            <a:r>
              <a:rPr sz="1750" spc="55" dirty="0">
                <a:solidFill>
                  <a:srgbClr val="292929"/>
                </a:solidFill>
                <a:latin typeface="Inria Sans Light"/>
                <a:cs typeface="Inria Sans Light"/>
              </a:rPr>
              <a:t>Reduced</a:t>
            </a:r>
            <a:r>
              <a:rPr sz="1750" spc="270" dirty="0">
                <a:solidFill>
                  <a:srgbClr val="292929"/>
                </a:solidFill>
                <a:latin typeface="Inria Sans Light"/>
                <a:cs typeface="Inria Sans Light"/>
              </a:rPr>
              <a:t> </a:t>
            </a:r>
            <a:r>
              <a:rPr sz="1750" dirty="0">
                <a:solidFill>
                  <a:srgbClr val="292929"/>
                </a:solidFill>
                <a:latin typeface="Inria Sans Light"/>
                <a:cs typeface="Inria Sans Light"/>
              </a:rPr>
              <a:t>layers</a:t>
            </a:r>
            <a:r>
              <a:rPr sz="1750" spc="275" dirty="0">
                <a:solidFill>
                  <a:srgbClr val="292929"/>
                </a:solidFill>
                <a:latin typeface="Inria Sans Light"/>
                <a:cs typeface="Inria Sans Light"/>
              </a:rPr>
              <a:t> </a:t>
            </a:r>
            <a:r>
              <a:rPr sz="1750" spc="40" dirty="0">
                <a:solidFill>
                  <a:srgbClr val="292929"/>
                </a:solidFill>
                <a:latin typeface="Inria Sans Light"/>
                <a:cs typeface="Inria Sans Light"/>
              </a:rPr>
              <a:t>and</a:t>
            </a:r>
            <a:endParaRPr sz="1750">
              <a:latin typeface="Inria Sans Light"/>
              <a:cs typeface="Inria Sans Light"/>
            </a:endParaRPr>
          </a:p>
          <a:p>
            <a:pPr marL="205740" marR="194945" algn="just">
              <a:lnSpc>
                <a:spcPct val="110700"/>
              </a:lnSpc>
            </a:pPr>
            <a:r>
              <a:rPr sz="1750" spc="50" dirty="0">
                <a:solidFill>
                  <a:srgbClr val="292929"/>
                </a:solidFill>
                <a:latin typeface="Inria Sans Light"/>
                <a:cs typeface="Inria Sans Light"/>
              </a:rPr>
              <a:t>parameters</a:t>
            </a:r>
            <a:r>
              <a:rPr sz="1750" spc="165" dirty="0">
                <a:solidFill>
                  <a:srgbClr val="292929"/>
                </a:solidFill>
                <a:latin typeface="Inria Sans Light"/>
                <a:cs typeface="Inria Sans Light"/>
              </a:rPr>
              <a:t> </a:t>
            </a:r>
            <a:r>
              <a:rPr sz="1750" dirty="0">
                <a:solidFill>
                  <a:srgbClr val="292929"/>
                </a:solidFill>
                <a:latin typeface="Inria Sans Light"/>
                <a:cs typeface="Inria Sans Light"/>
              </a:rPr>
              <a:t>to</a:t>
            </a:r>
            <a:r>
              <a:rPr sz="1750" spc="165" dirty="0">
                <a:solidFill>
                  <a:srgbClr val="292929"/>
                </a:solidFill>
                <a:latin typeface="Inria Sans Light"/>
                <a:cs typeface="Inria Sans Light"/>
              </a:rPr>
              <a:t> </a:t>
            </a:r>
            <a:r>
              <a:rPr sz="1750" spc="45" dirty="0">
                <a:solidFill>
                  <a:srgbClr val="292929"/>
                </a:solidFill>
                <a:latin typeface="Inria Sans Light"/>
                <a:cs typeface="Inria Sans Light"/>
              </a:rPr>
              <a:t>minimize </a:t>
            </a:r>
            <a:r>
              <a:rPr sz="1750" spc="50" dirty="0">
                <a:solidFill>
                  <a:srgbClr val="292929"/>
                </a:solidFill>
                <a:latin typeface="Inria Sans Light"/>
                <a:cs typeface="Inria Sans Light"/>
              </a:rPr>
              <a:t>computational</a:t>
            </a:r>
            <a:r>
              <a:rPr sz="1750" spc="170" dirty="0">
                <a:solidFill>
                  <a:srgbClr val="292929"/>
                </a:solidFill>
                <a:latin typeface="Inria Sans Light"/>
                <a:cs typeface="Inria Sans Light"/>
              </a:rPr>
              <a:t> </a:t>
            </a:r>
            <a:r>
              <a:rPr sz="1750" spc="50" dirty="0">
                <a:solidFill>
                  <a:srgbClr val="292929"/>
                </a:solidFill>
                <a:latin typeface="Inria Sans Light"/>
                <a:cs typeface="Inria Sans Light"/>
              </a:rPr>
              <a:t>overhead</a:t>
            </a:r>
            <a:endParaRPr sz="1750">
              <a:latin typeface="Inria Sans Light"/>
              <a:cs typeface="Inria Sans Light"/>
            </a:endParaRPr>
          </a:p>
          <a:p>
            <a:pPr marL="204470" marR="5080" indent="-192405" algn="just">
              <a:lnSpc>
                <a:spcPct val="110700"/>
              </a:lnSpc>
              <a:spcBef>
                <a:spcPts val="114"/>
              </a:spcBef>
              <a:buFont typeface="Times New Roman"/>
              <a:buChar char="•"/>
              <a:tabLst>
                <a:tab pos="205740" algn="l"/>
              </a:tabLst>
            </a:pPr>
            <a:r>
              <a:rPr sz="1750" spc="60" dirty="0">
                <a:solidFill>
                  <a:srgbClr val="292929"/>
                </a:solidFill>
                <a:latin typeface="Inria Sans Light"/>
                <a:cs typeface="Inria Sans Light"/>
              </a:rPr>
              <a:t>Optimized</a:t>
            </a:r>
            <a:r>
              <a:rPr sz="1750" spc="190" dirty="0">
                <a:solidFill>
                  <a:srgbClr val="292929"/>
                </a:solidFill>
                <a:latin typeface="Inria Sans Light"/>
                <a:cs typeface="Inria Sans Light"/>
              </a:rPr>
              <a:t> </a:t>
            </a:r>
            <a:r>
              <a:rPr sz="1750" dirty="0">
                <a:solidFill>
                  <a:srgbClr val="292929"/>
                </a:solidFill>
                <a:latin typeface="Inria Sans Light"/>
                <a:cs typeface="Inria Sans Light"/>
              </a:rPr>
              <a:t>for</a:t>
            </a:r>
            <a:r>
              <a:rPr sz="1750" spc="195" dirty="0">
                <a:solidFill>
                  <a:srgbClr val="292929"/>
                </a:solidFill>
                <a:latin typeface="Inria Sans Light"/>
                <a:cs typeface="Inria Sans Light"/>
              </a:rPr>
              <a:t> </a:t>
            </a:r>
            <a:r>
              <a:rPr sz="1750" spc="50" dirty="0">
                <a:solidFill>
                  <a:srgbClr val="292929"/>
                </a:solidFill>
                <a:latin typeface="Inria Sans Light"/>
                <a:cs typeface="Inria Sans Light"/>
              </a:rPr>
              <a:t>deployment 	</a:t>
            </a:r>
            <a:r>
              <a:rPr sz="1750" dirty="0">
                <a:solidFill>
                  <a:srgbClr val="292929"/>
                </a:solidFill>
                <a:latin typeface="Inria Sans Light"/>
                <a:cs typeface="Inria Sans Light"/>
              </a:rPr>
              <a:t>on</a:t>
            </a:r>
            <a:r>
              <a:rPr sz="1750" spc="204" dirty="0">
                <a:solidFill>
                  <a:srgbClr val="292929"/>
                </a:solidFill>
                <a:latin typeface="Inria Sans Light"/>
                <a:cs typeface="Inria Sans Light"/>
              </a:rPr>
              <a:t> </a:t>
            </a:r>
            <a:r>
              <a:rPr sz="1750" spc="55" dirty="0">
                <a:solidFill>
                  <a:srgbClr val="292929"/>
                </a:solidFill>
                <a:latin typeface="Inria Sans Light"/>
                <a:cs typeface="Inria Sans Light"/>
              </a:rPr>
              <a:t>devices</a:t>
            </a:r>
            <a:r>
              <a:rPr sz="1750" spc="204" dirty="0">
                <a:solidFill>
                  <a:srgbClr val="292929"/>
                </a:solidFill>
                <a:latin typeface="Inria Sans Light"/>
                <a:cs typeface="Inria Sans Light"/>
              </a:rPr>
              <a:t> </a:t>
            </a:r>
            <a:r>
              <a:rPr sz="1750" dirty="0">
                <a:solidFill>
                  <a:srgbClr val="292929"/>
                </a:solidFill>
                <a:latin typeface="Inria Sans Light"/>
                <a:cs typeface="Inria Sans Light"/>
              </a:rPr>
              <a:t>like</a:t>
            </a:r>
            <a:r>
              <a:rPr sz="1750" spc="204" dirty="0">
                <a:solidFill>
                  <a:srgbClr val="292929"/>
                </a:solidFill>
                <a:latin typeface="Inria Sans Light"/>
                <a:cs typeface="Inria Sans Light"/>
              </a:rPr>
              <a:t> </a:t>
            </a:r>
            <a:r>
              <a:rPr sz="1750" b="1" spc="55" dirty="0">
                <a:solidFill>
                  <a:srgbClr val="292929"/>
                </a:solidFill>
                <a:latin typeface="Inria Sans"/>
                <a:cs typeface="Inria Sans"/>
              </a:rPr>
              <a:t>Raspberry 	</a:t>
            </a:r>
            <a:r>
              <a:rPr sz="1750" b="1" spc="35" dirty="0">
                <a:solidFill>
                  <a:srgbClr val="292929"/>
                </a:solidFill>
                <a:latin typeface="Inria Sans"/>
                <a:cs typeface="Inria Sans"/>
              </a:rPr>
              <a:t>Pi</a:t>
            </a:r>
            <a:endParaRPr sz="1750">
              <a:latin typeface="Inria Sans"/>
              <a:cs typeface="Inria Sans"/>
            </a:endParaRPr>
          </a:p>
        </p:txBody>
      </p:sp>
      <p:sp>
        <p:nvSpPr>
          <p:cNvPr id="13" name="object 13"/>
          <p:cNvSpPr txBox="1"/>
          <p:nvPr/>
        </p:nvSpPr>
        <p:spPr>
          <a:xfrm>
            <a:off x="1575296" y="5375454"/>
            <a:ext cx="2936240" cy="2107565"/>
          </a:xfrm>
          <a:prstGeom prst="rect">
            <a:avLst/>
          </a:prstGeom>
        </p:spPr>
        <p:txBody>
          <a:bodyPr vert="horz" wrap="square" lIns="0" tIns="11430" rIns="0" bIns="0" rtlCol="0">
            <a:spAutoFit/>
          </a:bodyPr>
          <a:lstStyle/>
          <a:p>
            <a:pPr marL="204470" marR="5080" indent="-192405" algn="just">
              <a:lnSpc>
                <a:spcPct val="110700"/>
              </a:lnSpc>
              <a:spcBef>
                <a:spcPts val="90"/>
              </a:spcBef>
              <a:buFont typeface="Times New Roman"/>
              <a:buChar char="•"/>
              <a:tabLst>
                <a:tab pos="205740" algn="l"/>
              </a:tabLst>
            </a:pPr>
            <a:r>
              <a:rPr sz="1750" spc="55" dirty="0">
                <a:solidFill>
                  <a:srgbClr val="292929"/>
                </a:solidFill>
                <a:latin typeface="Inria Sans Light"/>
                <a:cs typeface="Inria Sans Light"/>
              </a:rPr>
              <a:t>CNN</a:t>
            </a:r>
            <a:r>
              <a:rPr sz="1750" spc="120" dirty="0">
                <a:solidFill>
                  <a:srgbClr val="292929"/>
                </a:solidFill>
                <a:latin typeface="Inria Sans Light"/>
                <a:cs typeface="Inria Sans Light"/>
              </a:rPr>
              <a:t> </a:t>
            </a:r>
            <a:r>
              <a:rPr sz="1750" spc="60" dirty="0">
                <a:solidFill>
                  <a:srgbClr val="292929"/>
                </a:solidFill>
                <a:latin typeface="Inria Sans Light"/>
                <a:cs typeface="Inria Sans Light"/>
              </a:rPr>
              <a:t>architecture</a:t>
            </a:r>
            <a:r>
              <a:rPr sz="1750" spc="125" dirty="0">
                <a:solidFill>
                  <a:srgbClr val="292929"/>
                </a:solidFill>
                <a:latin typeface="Inria Sans Light"/>
                <a:cs typeface="Inria Sans Light"/>
              </a:rPr>
              <a:t> </a:t>
            </a:r>
            <a:r>
              <a:rPr sz="1750" spc="50" dirty="0">
                <a:solidFill>
                  <a:srgbClr val="292929"/>
                </a:solidFill>
                <a:latin typeface="Inria Sans Light"/>
                <a:cs typeface="Inria Sans Light"/>
              </a:rPr>
              <a:t>excels</a:t>
            </a:r>
            <a:r>
              <a:rPr sz="1750" spc="125" dirty="0">
                <a:solidFill>
                  <a:srgbClr val="292929"/>
                </a:solidFill>
                <a:latin typeface="Inria Sans Light"/>
                <a:cs typeface="Inria Sans Light"/>
              </a:rPr>
              <a:t> </a:t>
            </a:r>
            <a:r>
              <a:rPr sz="1750" spc="30" dirty="0">
                <a:solidFill>
                  <a:srgbClr val="292929"/>
                </a:solidFill>
                <a:latin typeface="Inria Sans Light"/>
                <a:cs typeface="Inria Sans Light"/>
              </a:rPr>
              <a:t>at 	</a:t>
            </a:r>
            <a:r>
              <a:rPr sz="1750" spc="60" dirty="0">
                <a:solidFill>
                  <a:srgbClr val="292929"/>
                </a:solidFill>
                <a:latin typeface="Inria Sans Light"/>
                <a:cs typeface="Inria Sans Light"/>
              </a:rPr>
              <a:t>capturing</a:t>
            </a:r>
            <a:r>
              <a:rPr sz="1750" spc="120" dirty="0">
                <a:solidFill>
                  <a:srgbClr val="292929"/>
                </a:solidFill>
                <a:latin typeface="Inria Sans Light"/>
                <a:cs typeface="Inria Sans Light"/>
              </a:rPr>
              <a:t> </a:t>
            </a:r>
            <a:r>
              <a:rPr sz="1750" spc="55" dirty="0">
                <a:solidFill>
                  <a:srgbClr val="292929"/>
                </a:solidFill>
                <a:latin typeface="Inria Sans Light"/>
                <a:cs typeface="Inria Sans Light"/>
              </a:rPr>
              <a:t>spatial</a:t>
            </a:r>
            <a:r>
              <a:rPr sz="1750" spc="125" dirty="0">
                <a:solidFill>
                  <a:srgbClr val="292929"/>
                </a:solidFill>
                <a:latin typeface="Inria Sans Light"/>
                <a:cs typeface="Inria Sans Light"/>
              </a:rPr>
              <a:t> </a:t>
            </a:r>
            <a:r>
              <a:rPr sz="1750" spc="45" dirty="0">
                <a:solidFill>
                  <a:srgbClr val="292929"/>
                </a:solidFill>
                <a:latin typeface="Inria Sans Light"/>
                <a:cs typeface="Inria Sans Light"/>
              </a:rPr>
              <a:t>patterns 	</a:t>
            </a:r>
            <a:r>
              <a:rPr sz="1750" dirty="0">
                <a:solidFill>
                  <a:srgbClr val="292929"/>
                </a:solidFill>
                <a:latin typeface="Inria Sans Light"/>
                <a:cs typeface="Inria Sans Light"/>
              </a:rPr>
              <a:t>in</a:t>
            </a:r>
            <a:r>
              <a:rPr sz="1750" spc="204" dirty="0">
                <a:solidFill>
                  <a:srgbClr val="292929"/>
                </a:solidFill>
                <a:latin typeface="Inria Sans Light"/>
                <a:cs typeface="Inria Sans Light"/>
              </a:rPr>
              <a:t> </a:t>
            </a:r>
            <a:r>
              <a:rPr sz="1750" spc="60" dirty="0">
                <a:solidFill>
                  <a:srgbClr val="292929"/>
                </a:solidFill>
                <a:latin typeface="Inria Sans Light"/>
                <a:cs typeface="Inria Sans Light"/>
              </a:rPr>
              <a:t>network</a:t>
            </a:r>
            <a:r>
              <a:rPr sz="1750" spc="210" dirty="0">
                <a:solidFill>
                  <a:srgbClr val="292929"/>
                </a:solidFill>
                <a:latin typeface="Inria Sans Light"/>
                <a:cs typeface="Inria Sans Light"/>
              </a:rPr>
              <a:t> </a:t>
            </a:r>
            <a:r>
              <a:rPr sz="1750" dirty="0">
                <a:solidFill>
                  <a:srgbClr val="292929"/>
                </a:solidFill>
                <a:latin typeface="Inria Sans Light"/>
                <a:cs typeface="Inria Sans Light"/>
              </a:rPr>
              <a:t>traffic</a:t>
            </a:r>
            <a:r>
              <a:rPr sz="1750" spc="210" dirty="0">
                <a:solidFill>
                  <a:srgbClr val="292929"/>
                </a:solidFill>
                <a:latin typeface="Inria Sans Light"/>
                <a:cs typeface="Inria Sans Light"/>
              </a:rPr>
              <a:t> </a:t>
            </a:r>
            <a:r>
              <a:rPr sz="1750" spc="35" dirty="0">
                <a:solidFill>
                  <a:srgbClr val="292929"/>
                </a:solidFill>
                <a:latin typeface="Inria Sans Light"/>
                <a:cs typeface="Inria Sans Light"/>
              </a:rPr>
              <a:t>data</a:t>
            </a:r>
            <a:endParaRPr sz="1750" dirty="0">
              <a:latin typeface="Inria Sans Light"/>
              <a:cs typeface="Inria Sans Light"/>
            </a:endParaRPr>
          </a:p>
          <a:p>
            <a:pPr marL="205104" indent="-192405" algn="just">
              <a:lnSpc>
                <a:spcPct val="100000"/>
              </a:lnSpc>
              <a:spcBef>
                <a:spcPts val="340"/>
              </a:spcBef>
              <a:buFont typeface="Times New Roman"/>
              <a:buChar char="•"/>
              <a:tabLst>
                <a:tab pos="205104" algn="l"/>
              </a:tabLst>
            </a:pPr>
            <a:r>
              <a:rPr sz="1750" spc="50" dirty="0">
                <a:solidFill>
                  <a:srgbClr val="292929"/>
                </a:solidFill>
                <a:latin typeface="Inria Sans Light"/>
                <a:cs typeface="Inria Sans Light"/>
              </a:rPr>
              <a:t>Chosen</a:t>
            </a:r>
            <a:r>
              <a:rPr sz="1750" spc="204" dirty="0">
                <a:solidFill>
                  <a:srgbClr val="292929"/>
                </a:solidFill>
                <a:latin typeface="Inria Sans Light"/>
                <a:cs typeface="Inria Sans Light"/>
              </a:rPr>
              <a:t> </a:t>
            </a:r>
            <a:r>
              <a:rPr sz="1750" dirty="0">
                <a:solidFill>
                  <a:srgbClr val="292929"/>
                </a:solidFill>
                <a:latin typeface="Inria Sans Light"/>
                <a:cs typeface="Inria Sans Light"/>
              </a:rPr>
              <a:t>for</a:t>
            </a:r>
            <a:r>
              <a:rPr sz="1750" spc="210" dirty="0">
                <a:solidFill>
                  <a:srgbClr val="292929"/>
                </a:solidFill>
                <a:latin typeface="Inria Sans Light"/>
                <a:cs typeface="Inria Sans Light"/>
              </a:rPr>
              <a:t> </a:t>
            </a:r>
            <a:r>
              <a:rPr sz="1750" dirty="0">
                <a:solidFill>
                  <a:srgbClr val="292929"/>
                </a:solidFill>
                <a:latin typeface="Inria Sans Light"/>
                <a:cs typeface="Inria Sans Light"/>
              </a:rPr>
              <a:t>its</a:t>
            </a:r>
            <a:r>
              <a:rPr sz="1750" spc="210" dirty="0">
                <a:solidFill>
                  <a:srgbClr val="292929"/>
                </a:solidFill>
                <a:latin typeface="Inria Sans Light"/>
                <a:cs typeface="Inria Sans Light"/>
              </a:rPr>
              <a:t> </a:t>
            </a:r>
            <a:r>
              <a:rPr sz="1750" b="1" spc="55" dirty="0">
                <a:solidFill>
                  <a:srgbClr val="292929"/>
                </a:solidFill>
                <a:latin typeface="Inria Sans"/>
                <a:cs typeface="Inria Sans"/>
              </a:rPr>
              <a:t>energy</a:t>
            </a:r>
            <a:endParaRPr sz="1750" dirty="0">
              <a:latin typeface="Inria Sans"/>
              <a:cs typeface="Inria Sans"/>
            </a:endParaRPr>
          </a:p>
          <a:p>
            <a:pPr marL="205740" marR="182880">
              <a:lnSpc>
                <a:spcPct val="110700"/>
              </a:lnSpc>
            </a:pPr>
            <a:r>
              <a:rPr sz="1750" b="1" spc="-150" dirty="0">
                <a:solidFill>
                  <a:srgbClr val="292929"/>
                </a:solidFill>
                <a:latin typeface="Inria Sans"/>
                <a:cs typeface="Inria Sans"/>
              </a:rPr>
              <a:t>e</a:t>
            </a:r>
            <a:r>
              <a:rPr lang="en-US" sz="1750" b="1" spc="-150" dirty="0">
                <a:solidFill>
                  <a:srgbClr val="292929"/>
                </a:solidFill>
                <a:latin typeface="Inria Sans"/>
                <a:cs typeface="Inria Sans"/>
              </a:rPr>
              <a:t>ffi</a:t>
            </a:r>
            <a:r>
              <a:rPr sz="1750" b="1" spc="-150" dirty="0">
                <a:solidFill>
                  <a:srgbClr val="292929"/>
                </a:solidFill>
                <a:latin typeface="Inria Sans"/>
                <a:cs typeface="Inria Sans"/>
              </a:rPr>
              <a:t>ciency</a:t>
            </a:r>
            <a:r>
              <a:rPr sz="1750" b="1" spc="125" dirty="0">
                <a:solidFill>
                  <a:srgbClr val="292929"/>
                </a:solidFill>
                <a:latin typeface="Inria Sans"/>
                <a:cs typeface="Inria Sans"/>
              </a:rPr>
              <a:t> </a:t>
            </a:r>
            <a:r>
              <a:rPr sz="1750" spc="50" dirty="0">
                <a:solidFill>
                  <a:srgbClr val="292929"/>
                </a:solidFill>
                <a:latin typeface="Inria Sans Light"/>
                <a:cs typeface="Inria Sans Light"/>
              </a:rPr>
              <a:t>and</a:t>
            </a:r>
            <a:r>
              <a:rPr sz="1750" spc="75" dirty="0">
                <a:solidFill>
                  <a:srgbClr val="292929"/>
                </a:solidFill>
                <a:latin typeface="Inria Sans Light"/>
                <a:cs typeface="Inria Sans Light"/>
              </a:rPr>
              <a:t> </a:t>
            </a:r>
            <a:r>
              <a:rPr sz="1750" spc="50" dirty="0">
                <a:solidFill>
                  <a:srgbClr val="292929"/>
                </a:solidFill>
                <a:latin typeface="Inria Sans Light"/>
                <a:cs typeface="Inria Sans Light"/>
              </a:rPr>
              <a:t>suitability </a:t>
            </a:r>
            <a:r>
              <a:rPr sz="1750" dirty="0">
                <a:solidFill>
                  <a:srgbClr val="292929"/>
                </a:solidFill>
                <a:latin typeface="Inria Sans Light"/>
                <a:cs typeface="Inria Sans Light"/>
              </a:rPr>
              <a:t>for</a:t>
            </a:r>
            <a:r>
              <a:rPr sz="1750" spc="215" dirty="0">
                <a:solidFill>
                  <a:srgbClr val="292929"/>
                </a:solidFill>
                <a:latin typeface="Inria Sans Light"/>
                <a:cs typeface="Inria Sans Light"/>
              </a:rPr>
              <a:t> </a:t>
            </a:r>
            <a:r>
              <a:rPr sz="1750" spc="60" dirty="0">
                <a:solidFill>
                  <a:srgbClr val="292929"/>
                </a:solidFill>
                <a:latin typeface="Inria Sans Light"/>
                <a:cs typeface="Inria Sans Light"/>
              </a:rPr>
              <a:t>resource-</a:t>
            </a:r>
            <a:r>
              <a:rPr sz="1750" spc="55" dirty="0">
                <a:solidFill>
                  <a:srgbClr val="292929"/>
                </a:solidFill>
                <a:latin typeface="Inria Sans Light"/>
                <a:cs typeface="Inria Sans Light"/>
              </a:rPr>
              <a:t>limited</a:t>
            </a:r>
            <a:r>
              <a:rPr sz="1750" spc="220" dirty="0">
                <a:solidFill>
                  <a:srgbClr val="292929"/>
                </a:solidFill>
                <a:latin typeface="Inria Sans Light"/>
                <a:cs typeface="Inria Sans Light"/>
              </a:rPr>
              <a:t> </a:t>
            </a:r>
            <a:r>
              <a:rPr sz="1750" spc="40" dirty="0">
                <a:solidFill>
                  <a:srgbClr val="292929"/>
                </a:solidFill>
                <a:latin typeface="Inria Sans Light"/>
                <a:cs typeface="Inria Sans Light"/>
              </a:rPr>
              <a:t>IoT </a:t>
            </a:r>
            <a:r>
              <a:rPr sz="1750" spc="50" dirty="0">
                <a:solidFill>
                  <a:srgbClr val="292929"/>
                </a:solidFill>
                <a:latin typeface="Inria Sans Light"/>
                <a:cs typeface="Inria Sans Light"/>
              </a:rPr>
              <a:t>devices</a:t>
            </a:r>
            <a:endParaRPr sz="1750" dirty="0">
              <a:latin typeface="Inria Sans Light"/>
              <a:cs typeface="Inria Sans Light"/>
            </a:endParaRPr>
          </a:p>
        </p:txBody>
      </p:sp>
      <p:grpSp>
        <p:nvGrpSpPr>
          <p:cNvPr id="14" name="object 14"/>
          <p:cNvGrpSpPr/>
          <p:nvPr/>
        </p:nvGrpSpPr>
        <p:grpSpPr>
          <a:xfrm>
            <a:off x="13095087" y="3276866"/>
            <a:ext cx="1064260" cy="5558790"/>
            <a:chOff x="13095087" y="3276866"/>
            <a:chExt cx="1064260" cy="5558790"/>
          </a:xfrm>
        </p:grpSpPr>
        <p:sp>
          <p:nvSpPr>
            <p:cNvPr id="15" name="object 15"/>
            <p:cNvSpPr/>
            <p:nvPr/>
          </p:nvSpPr>
          <p:spPr>
            <a:xfrm>
              <a:off x="13612858" y="3276866"/>
              <a:ext cx="0" cy="5558790"/>
            </a:xfrm>
            <a:custGeom>
              <a:avLst/>
              <a:gdLst/>
              <a:ahLst/>
              <a:cxnLst/>
              <a:rect l="l" t="t" r="r" b="b"/>
              <a:pathLst>
                <a:path h="5558790">
                  <a:moveTo>
                    <a:pt x="0" y="0"/>
                  </a:moveTo>
                  <a:lnTo>
                    <a:pt x="0" y="5558193"/>
                  </a:lnTo>
                </a:path>
              </a:pathLst>
            </a:custGeom>
            <a:ln w="28575">
              <a:solidFill>
                <a:srgbClr val="27DDDF"/>
              </a:solidFill>
            </a:ln>
          </p:spPr>
          <p:txBody>
            <a:bodyPr wrap="square" lIns="0" tIns="0" rIns="0" bIns="0" rtlCol="0"/>
            <a:lstStyle/>
            <a:p>
              <a:endParaRPr/>
            </a:p>
          </p:txBody>
        </p:sp>
        <p:sp>
          <p:nvSpPr>
            <p:cNvPr id="16" name="object 16"/>
            <p:cNvSpPr/>
            <p:nvPr/>
          </p:nvSpPr>
          <p:spPr>
            <a:xfrm>
              <a:off x="13095087" y="3540852"/>
              <a:ext cx="1064260" cy="1064260"/>
            </a:xfrm>
            <a:custGeom>
              <a:avLst/>
              <a:gdLst/>
              <a:ahLst/>
              <a:cxnLst/>
              <a:rect l="l" t="t" r="r" b="b"/>
              <a:pathLst>
                <a:path w="1064259" h="1064260">
                  <a:moveTo>
                    <a:pt x="532091" y="0"/>
                  </a:moveTo>
                  <a:lnTo>
                    <a:pt x="483658" y="2174"/>
                  </a:lnTo>
                  <a:lnTo>
                    <a:pt x="436444" y="8572"/>
                  </a:lnTo>
                  <a:lnTo>
                    <a:pt x="390636" y="19005"/>
                  </a:lnTo>
                  <a:lnTo>
                    <a:pt x="346423" y="33287"/>
                  </a:lnTo>
                  <a:lnTo>
                    <a:pt x="303991" y="51229"/>
                  </a:lnTo>
                  <a:lnTo>
                    <a:pt x="263529" y="72643"/>
                  </a:lnTo>
                  <a:lnTo>
                    <a:pt x="225225" y="97341"/>
                  </a:lnTo>
                  <a:lnTo>
                    <a:pt x="189267" y="125136"/>
                  </a:lnTo>
                  <a:lnTo>
                    <a:pt x="155841" y="155840"/>
                  </a:lnTo>
                  <a:lnTo>
                    <a:pt x="125137" y="189264"/>
                  </a:lnTo>
                  <a:lnTo>
                    <a:pt x="97342" y="225222"/>
                  </a:lnTo>
                  <a:lnTo>
                    <a:pt x="72643" y="263525"/>
                  </a:lnTo>
                  <a:lnTo>
                    <a:pt x="51229" y="303986"/>
                  </a:lnTo>
                  <a:lnTo>
                    <a:pt x="33287" y="346417"/>
                  </a:lnTo>
                  <a:lnTo>
                    <a:pt x="19006" y="390629"/>
                  </a:lnTo>
                  <a:lnTo>
                    <a:pt x="8572" y="436435"/>
                  </a:lnTo>
                  <a:lnTo>
                    <a:pt x="2174" y="483648"/>
                  </a:lnTo>
                  <a:lnTo>
                    <a:pt x="0" y="532079"/>
                  </a:lnTo>
                  <a:lnTo>
                    <a:pt x="2174" y="580510"/>
                  </a:lnTo>
                  <a:lnTo>
                    <a:pt x="8572" y="627723"/>
                  </a:lnTo>
                  <a:lnTo>
                    <a:pt x="19006" y="673529"/>
                  </a:lnTo>
                  <a:lnTo>
                    <a:pt x="33287" y="717742"/>
                  </a:lnTo>
                  <a:lnTo>
                    <a:pt x="51229" y="760174"/>
                  </a:lnTo>
                  <a:lnTo>
                    <a:pt x="72643" y="800635"/>
                  </a:lnTo>
                  <a:lnTo>
                    <a:pt x="97342" y="838939"/>
                  </a:lnTo>
                  <a:lnTo>
                    <a:pt x="125137" y="874898"/>
                  </a:lnTo>
                  <a:lnTo>
                    <a:pt x="155841" y="908324"/>
                  </a:lnTo>
                  <a:lnTo>
                    <a:pt x="189267" y="939029"/>
                  </a:lnTo>
                  <a:lnTo>
                    <a:pt x="225225" y="966825"/>
                  </a:lnTo>
                  <a:lnTo>
                    <a:pt x="263529" y="991524"/>
                  </a:lnTo>
                  <a:lnTo>
                    <a:pt x="303991" y="1012939"/>
                  </a:lnTo>
                  <a:lnTo>
                    <a:pt x="346423" y="1030881"/>
                  </a:lnTo>
                  <a:lnTo>
                    <a:pt x="390636" y="1045164"/>
                  </a:lnTo>
                  <a:lnTo>
                    <a:pt x="436444" y="1055598"/>
                  </a:lnTo>
                  <a:lnTo>
                    <a:pt x="483658" y="1061996"/>
                  </a:lnTo>
                  <a:lnTo>
                    <a:pt x="532091" y="1064171"/>
                  </a:lnTo>
                  <a:lnTo>
                    <a:pt x="580522" y="1061996"/>
                  </a:lnTo>
                  <a:lnTo>
                    <a:pt x="627735" y="1055598"/>
                  </a:lnTo>
                  <a:lnTo>
                    <a:pt x="673541" y="1045164"/>
                  </a:lnTo>
                  <a:lnTo>
                    <a:pt x="717754" y="1030881"/>
                  </a:lnTo>
                  <a:lnTo>
                    <a:pt x="760184" y="1012939"/>
                  </a:lnTo>
                  <a:lnTo>
                    <a:pt x="800645" y="991524"/>
                  </a:lnTo>
                  <a:lnTo>
                    <a:pt x="838948" y="966825"/>
                  </a:lnTo>
                  <a:lnTo>
                    <a:pt x="874906" y="939029"/>
                  </a:lnTo>
                  <a:lnTo>
                    <a:pt x="908330" y="908324"/>
                  </a:lnTo>
                  <a:lnTo>
                    <a:pt x="939034" y="874898"/>
                  </a:lnTo>
                  <a:lnTo>
                    <a:pt x="966829" y="838939"/>
                  </a:lnTo>
                  <a:lnTo>
                    <a:pt x="991528" y="800635"/>
                  </a:lnTo>
                  <a:lnTo>
                    <a:pt x="1012941" y="760174"/>
                  </a:lnTo>
                  <a:lnTo>
                    <a:pt x="1030883" y="717742"/>
                  </a:lnTo>
                  <a:lnTo>
                    <a:pt x="1045165" y="673529"/>
                  </a:lnTo>
                  <a:lnTo>
                    <a:pt x="1055598" y="627723"/>
                  </a:lnTo>
                  <a:lnTo>
                    <a:pt x="1061996" y="580510"/>
                  </a:lnTo>
                  <a:lnTo>
                    <a:pt x="1064171" y="532079"/>
                  </a:lnTo>
                  <a:lnTo>
                    <a:pt x="1061996" y="483648"/>
                  </a:lnTo>
                  <a:lnTo>
                    <a:pt x="1055598" y="436435"/>
                  </a:lnTo>
                  <a:lnTo>
                    <a:pt x="1045165" y="390629"/>
                  </a:lnTo>
                  <a:lnTo>
                    <a:pt x="1030883" y="346417"/>
                  </a:lnTo>
                  <a:lnTo>
                    <a:pt x="1012941" y="303986"/>
                  </a:lnTo>
                  <a:lnTo>
                    <a:pt x="991528" y="263525"/>
                  </a:lnTo>
                  <a:lnTo>
                    <a:pt x="966829" y="225222"/>
                  </a:lnTo>
                  <a:lnTo>
                    <a:pt x="939034" y="189264"/>
                  </a:lnTo>
                  <a:lnTo>
                    <a:pt x="908330" y="155840"/>
                  </a:lnTo>
                  <a:lnTo>
                    <a:pt x="874906" y="125136"/>
                  </a:lnTo>
                  <a:lnTo>
                    <a:pt x="838948" y="97341"/>
                  </a:lnTo>
                  <a:lnTo>
                    <a:pt x="800645" y="72643"/>
                  </a:lnTo>
                  <a:lnTo>
                    <a:pt x="760184" y="51229"/>
                  </a:lnTo>
                  <a:lnTo>
                    <a:pt x="717754" y="33287"/>
                  </a:lnTo>
                  <a:lnTo>
                    <a:pt x="673541" y="19005"/>
                  </a:lnTo>
                  <a:lnTo>
                    <a:pt x="627735" y="8572"/>
                  </a:lnTo>
                  <a:lnTo>
                    <a:pt x="580522" y="2174"/>
                  </a:lnTo>
                  <a:lnTo>
                    <a:pt x="532091" y="0"/>
                  </a:lnTo>
                  <a:close/>
                </a:path>
              </a:pathLst>
            </a:custGeom>
            <a:solidFill>
              <a:srgbClr val="FFFFFF"/>
            </a:solidFill>
          </p:spPr>
          <p:txBody>
            <a:bodyPr wrap="square" lIns="0" tIns="0" rIns="0" bIns="0" rtlCol="0"/>
            <a:lstStyle/>
            <a:p>
              <a:endParaRPr/>
            </a:p>
          </p:txBody>
        </p:sp>
        <p:sp>
          <p:nvSpPr>
            <p:cNvPr id="17" name="object 17"/>
            <p:cNvSpPr/>
            <p:nvPr/>
          </p:nvSpPr>
          <p:spPr>
            <a:xfrm>
              <a:off x="13405573" y="3732123"/>
              <a:ext cx="378460" cy="519430"/>
            </a:xfrm>
            <a:custGeom>
              <a:avLst/>
              <a:gdLst/>
              <a:ahLst/>
              <a:cxnLst/>
              <a:rect l="l" t="t" r="r" b="b"/>
              <a:pathLst>
                <a:path w="378459" h="519429">
                  <a:moveTo>
                    <a:pt x="29654" y="339445"/>
                  </a:moveTo>
                  <a:lnTo>
                    <a:pt x="18072" y="342569"/>
                  </a:lnTo>
                  <a:lnTo>
                    <a:pt x="8648" y="349504"/>
                  </a:lnTo>
                  <a:lnTo>
                    <a:pt x="2311" y="359359"/>
                  </a:lnTo>
                  <a:lnTo>
                    <a:pt x="0" y="371233"/>
                  </a:lnTo>
                  <a:lnTo>
                    <a:pt x="2311" y="383108"/>
                  </a:lnTo>
                  <a:lnTo>
                    <a:pt x="8648" y="392963"/>
                  </a:lnTo>
                  <a:lnTo>
                    <a:pt x="18072" y="399897"/>
                  </a:lnTo>
                  <a:lnTo>
                    <a:pt x="29654" y="403021"/>
                  </a:lnTo>
                  <a:lnTo>
                    <a:pt x="28346" y="395922"/>
                  </a:lnTo>
                  <a:lnTo>
                    <a:pt x="27774" y="388632"/>
                  </a:lnTo>
                  <a:lnTo>
                    <a:pt x="27774" y="353834"/>
                  </a:lnTo>
                  <a:lnTo>
                    <a:pt x="28346" y="346532"/>
                  </a:lnTo>
                  <a:lnTo>
                    <a:pt x="29654" y="339445"/>
                  </a:lnTo>
                  <a:close/>
                </a:path>
                <a:path w="378459" h="519429">
                  <a:moveTo>
                    <a:pt x="227076" y="349288"/>
                  </a:moveTo>
                  <a:lnTo>
                    <a:pt x="184670" y="349288"/>
                  </a:lnTo>
                  <a:lnTo>
                    <a:pt x="184670" y="391693"/>
                  </a:lnTo>
                  <a:lnTo>
                    <a:pt x="227076" y="391693"/>
                  </a:lnTo>
                  <a:lnTo>
                    <a:pt x="227076" y="349288"/>
                  </a:lnTo>
                  <a:close/>
                </a:path>
                <a:path w="378459" h="519429">
                  <a:moveTo>
                    <a:pt x="255346" y="501942"/>
                  </a:moveTo>
                  <a:lnTo>
                    <a:pt x="159232" y="501942"/>
                  </a:lnTo>
                  <a:lnTo>
                    <a:pt x="159232" y="518909"/>
                  </a:lnTo>
                  <a:lnTo>
                    <a:pt x="255346" y="518909"/>
                  </a:lnTo>
                  <a:lnTo>
                    <a:pt x="255346" y="501942"/>
                  </a:lnTo>
                  <a:close/>
                </a:path>
                <a:path w="378459" h="519429">
                  <a:moveTo>
                    <a:pt x="262407" y="320078"/>
                  </a:moveTo>
                  <a:lnTo>
                    <a:pt x="256146" y="313956"/>
                  </a:lnTo>
                  <a:lnTo>
                    <a:pt x="241211" y="313956"/>
                  </a:lnTo>
                  <a:lnTo>
                    <a:pt x="241211" y="338328"/>
                  </a:lnTo>
                  <a:lnTo>
                    <a:pt x="241211" y="402666"/>
                  </a:lnTo>
                  <a:lnTo>
                    <a:pt x="238036" y="405828"/>
                  </a:lnTo>
                  <a:lnTo>
                    <a:pt x="173697" y="405828"/>
                  </a:lnTo>
                  <a:lnTo>
                    <a:pt x="170535" y="402666"/>
                  </a:lnTo>
                  <a:lnTo>
                    <a:pt x="170535" y="338328"/>
                  </a:lnTo>
                  <a:lnTo>
                    <a:pt x="173697" y="335153"/>
                  </a:lnTo>
                  <a:lnTo>
                    <a:pt x="238036" y="335153"/>
                  </a:lnTo>
                  <a:lnTo>
                    <a:pt x="241211" y="338328"/>
                  </a:lnTo>
                  <a:lnTo>
                    <a:pt x="241211" y="313956"/>
                  </a:lnTo>
                  <a:lnTo>
                    <a:pt x="155778" y="313956"/>
                  </a:lnTo>
                  <a:lnTo>
                    <a:pt x="149326" y="320078"/>
                  </a:lnTo>
                  <a:lnTo>
                    <a:pt x="149326" y="420446"/>
                  </a:lnTo>
                  <a:lnTo>
                    <a:pt x="155778" y="427037"/>
                  </a:lnTo>
                  <a:lnTo>
                    <a:pt x="256146" y="427037"/>
                  </a:lnTo>
                  <a:lnTo>
                    <a:pt x="262394" y="420446"/>
                  </a:lnTo>
                  <a:lnTo>
                    <a:pt x="262407" y="405828"/>
                  </a:lnTo>
                  <a:lnTo>
                    <a:pt x="262407" y="335153"/>
                  </a:lnTo>
                  <a:lnTo>
                    <a:pt x="262407" y="320078"/>
                  </a:lnTo>
                  <a:close/>
                </a:path>
                <a:path w="378459" h="519429">
                  <a:moveTo>
                    <a:pt x="378002" y="119380"/>
                  </a:moveTo>
                  <a:lnTo>
                    <a:pt x="374853" y="111760"/>
                  </a:lnTo>
                  <a:lnTo>
                    <a:pt x="369100" y="106680"/>
                  </a:lnTo>
                  <a:lnTo>
                    <a:pt x="359029" y="100330"/>
                  </a:lnTo>
                  <a:lnTo>
                    <a:pt x="347573" y="97790"/>
                  </a:lnTo>
                  <a:lnTo>
                    <a:pt x="336118" y="100330"/>
                  </a:lnTo>
                  <a:lnTo>
                    <a:pt x="326059" y="106680"/>
                  </a:lnTo>
                  <a:lnTo>
                    <a:pt x="320306" y="111760"/>
                  </a:lnTo>
                  <a:lnTo>
                    <a:pt x="317144" y="119380"/>
                  </a:lnTo>
                  <a:lnTo>
                    <a:pt x="317144" y="135890"/>
                  </a:lnTo>
                  <a:lnTo>
                    <a:pt x="320192" y="143510"/>
                  </a:lnTo>
                  <a:lnTo>
                    <a:pt x="330771" y="153670"/>
                  </a:lnTo>
                  <a:lnTo>
                    <a:pt x="337337" y="157480"/>
                  </a:lnTo>
                  <a:lnTo>
                    <a:pt x="342988" y="157480"/>
                  </a:lnTo>
                  <a:lnTo>
                    <a:pt x="342988" y="162560"/>
                  </a:lnTo>
                  <a:lnTo>
                    <a:pt x="286448" y="199390"/>
                  </a:lnTo>
                  <a:lnTo>
                    <a:pt x="276580" y="205740"/>
                  </a:lnTo>
                  <a:lnTo>
                    <a:pt x="268998" y="213360"/>
                  </a:lnTo>
                  <a:lnTo>
                    <a:pt x="264134" y="223520"/>
                  </a:lnTo>
                  <a:lnTo>
                    <a:pt x="262420" y="234950"/>
                  </a:lnTo>
                  <a:lnTo>
                    <a:pt x="262420" y="255270"/>
                  </a:lnTo>
                  <a:lnTo>
                    <a:pt x="244043" y="255270"/>
                  </a:lnTo>
                  <a:lnTo>
                    <a:pt x="244043" y="190500"/>
                  </a:lnTo>
                  <a:lnTo>
                    <a:pt x="251764" y="182880"/>
                  </a:lnTo>
                  <a:lnTo>
                    <a:pt x="261010" y="182880"/>
                  </a:lnTo>
                  <a:lnTo>
                    <a:pt x="273050" y="180340"/>
                  </a:lnTo>
                  <a:lnTo>
                    <a:pt x="282930" y="173990"/>
                  </a:lnTo>
                  <a:lnTo>
                    <a:pt x="289636" y="163830"/>
                  </a:lnTo>
                  <a:lnTo>
                    <a:pt x="292100" y="152400"/>
                  </a:lnTo>
                  <a:lnTo>
                    <a:pt x="292100" y="107950"/>
                  </a:lnTo>
                  <a:lnTo>
                    <a:pt x="297751" y="106680"/>
                  </a:lnTo>
                  <a:lnTo>
                    <a:pt x="302412" y="104140"/>
                  </a:lnTo>
                  <a:lnTo>
                    <a:pt x="312293" y="93980"/>
                  </a:lnTo>
                  <a:lnTo>
                    <a:pt x="315442" y="86360"/>
                  </a:lnTo>
                  <a:lnTo>
                    <a:pt x="315442" y="69850"/>
                  </a:lnTo>
                  <a:lnTo>
                    <a:pt x="312267" y="62230"/>
                  </a:lnTo>
                  <a:lnTo>
                    <a:pt x="306514" y="55880"/>
                  </a:lnTo>
                  <a:lnTo>
                    <a:pt x="296443" y="49530"/>
                  </a:lnTo>
                  <a:lnTo>
                    <a:pt x="284975" y="46990"/>
                  </a:lnTo>
                  <a:lnTo>
                    <a:pt x="273507" y="49530"/>
                  </a:lnTo>
                  <a:lnTo>
                    <a:pt x="263448" y="55880"/>
                  </a:lnTo>
                  <a:lnTo>
                    <a:pt x="257695" y="62230"/>
                  </a:lnTo>
                  <a:lnTo>
                    <a:pt x="254520" y="69850"/>
                  </a:lnTo>
                  <a:lnTo>
                    <a:pt x="254520" y="86360"/>
                  </a:lnTo>
                  <a:lnTo>
                    <a:pt x="257721" y="93980"/>
                  </a:lnTo>
                  <a:lnTo>
                    <a:pt x="267601" y="104140"/>
                  </a:lnTo>
                  <a:lnTo>
                    <a:pt x="272313" y="106680"/>
                  </a:lnTo>
                  <a:lnTo>
                    <a:pt x="277964" y="107950"/>
                  </a:lnTo>
                  <a:lnTo>
                    <a:pt x="277964" y="161290"/>
                  </a:lnTo>
                  <a:lnTo>
                    <a:pt x="270243" y="168910"/>
                  </a:lnTo>
                  <a:lnTo>
                    <a:pt x="261010" y="168910"/>
                  </a:lnTo>
                  <a:lnTo>
                    <a:pt x="248958" y="171450"/>
                  </a:lnTo>
                  <a:lnTo>
                    <a:pt x="239064" y="177800"/>
                  </a:lnTo>
                  <a:lnTo>
                    <a:pt x="232359" y="187960"/>
                  </a:lnTo>
                  <a:lnTo>
                    <a:pt x="229908" y="199390"/>
                  </a:lnTo>
                  <a:lnTo>
                    <a:pt x="229908" y="255270"/>
                  </a:lnTo>
                  <a:lnTo>
                    <a:pt x="214363" y="255270"/>
                  </a:lnTo>
                  <a:lnTo>
                    <a:pt x="214363" y="59690"/>
                  </a:lnTo>
                  <a:lnTo>
                    <a:pt x="219786" y="58420"/>
                  </a:lnTo>
                  <a:lnTo>
                    <a:pt x="224790" y="55880"/>
                  </a:lnTo>
                  <a:lnTo>
                    <a:pt x="228828" y="50800"/>
                  </a:lnTo>
                  <a:lnTo>
                    <a:pt x="235496" y="41910"/>
                  </a:lnTo>
                  <a:lnTo>
                    <a:pt x="237731" y="30480"/>
                  </a:lnTo>
                  <a:lnTo>
                    <a:pt x="235496" y="17780"/>
                  </a:lnTo>
                  <a:lnTo>
                    <a:pt x="228828" y="8890"/>
                  </a:lnTo>
                  <a:lnTo>
                    <a:pt x="223075" y="2540"/>
                  </a:lnTo>
                  <a:lnTo>
                    <a:pt x="215430" y="0"/>
                  </a:lnTo>
                  <a:lnTo>
                    <a:pt x="199161" y="0"/>
                  </a:lnTo>
                  <a:lnTo>
                    <a:pt x="191503" y="2540"/>
                  </a:lnTo>
                  <a:lnTo>
                    <a:pt x="185762" y="8890"/>
                  </a:lnTo>
                  <a:lnTo>
                    <a:pt x="179082" y="17780"/>
                  </a:lnTo>
                  <a:lnTo>
                    <a:pt x="176847" y="30480"/>
                  </a:lnTo>
                  <a:lnTo>
                    <a:pt x="179082" y="41910"/>
                  </a:lnTo>
                  <a:lnTo>
                    <a:pt x="185762" y="50800"/>
                  </a:lnTo>
                  <a:lnTo>
                    <a:pt x="189801" y="55880"/>
                  </a:lnTo>
                  <a:lnTo>
                    <a:pt x="194792" y="58420"/>
                  </a:lnTo>
                  <a:lnTo>
                    <a:pt x="200228" y="59690"/>
                  </a:lnTo>
                  <a:lnTo>
                    <a:pt x="200228" y="255270"/>
                  </a:lnTo>
                  <a:lnTo>
                    <a:pt x="184683" y="255270"/>
                  </a:lnTo>
                  <a:lnTo>
                    <a:pt x="184683" y="199390"/>
                  </a:lnTo>
                  <a:lnTo>
                    <a:pt x="182206" y="187960"/>
                  </a:lnTo>
                  <a:lnTo>
                    <a:pt x="175514" y="177800"/>
                  </a:lnTo>
                  <a:lnTo>
                    <a:pt x="165620" y="171450"/>
                  </a:lnTo>
                  <a:lnTo>
                    <a:pt x="153581" y="168910"/>
                  </a:lnTo>
                  <a:lnTo>
                    <a:pt x="144348" y="168910"/>
                  </a:lnTo>
                  <a:lnTo>
                    <a:pt x="136613" y="161290"/>
                  </a:lnTo>
                  <a:lnTo>
                    <a:pt x="136613" y="107950"/>
                  </a:lnTo>
                  <a:lnTo>
                    <a:pt x="142278" y="106680"/>
                  </a:lnTo>
                  <a:lnTo>
                    <a:pt x="146989" y="104140"/>
                  </a:lnTo>
                  <a:lnTo>
                    <a:pt x="156870" y="93980"/>
                  </a:lnTo>
                  <a:lnTo>
                    <a:pt x="160045" y="86360"/>
                  </a:lnTo>
                  <a:lnTo>
                    <a:pt x="160045" y="69850"/>
                  </a:lnTo>
                  <a:lnTo>
                    <a:pt x="156895" y="62230"/>
                  </a:lnTo>
                  <a:lnTo>
                    <a:pt x="151142" y="55880"/>
                  </a:lnTo>
                  <a:lnTo>
                    <a:pt x="141071" y="49530"/>
                  </a:lnTo>
                  <a:lnTo>
                    <a:pt x="129603" y="46990"/>
                  </a:lnTo>
                  <a:lnTo>
                    <a:pt x="118135" y="49530"/>
                  </a:lnTo>
                  <a:lnTo>
                    <a:pt x="108077" y="55880"/>
                  </a:lnTo>
                  <a:lnTo>
                    <a:pt x="102323" y="62230"/>
                  </a:lnTo>
                  <a:lnTo>
                    <a:pt x="99148" y="69850"/>
                  </a:lnTo>
                  <a:lnTo>
                    <a:pt x="99148" y="86360"/>
                  </a:lnTo>
                  <a:lnTo>
                    <a:pt x="102298" y="93980"/>
                  </a:lnTo>
                  <a:lnTo>
                    <a:pt x="112179" y="104140"/>
                  </a:lnTo>
                  <a:lnTo>
                    <a:pt x="116827" y="106680"/>
                  </a:lnTo>
                  <a:lnTo>
                    <a:pt x="122478" y="107950"/>
                  </a:lnTo>
                  <a:lnTo>
                    <a:pt x="122478" y="152400"/>
                  </a:lnTo>
                  <a:lnTo>
                    <a:pt x="124942" y="163830"/>
                  </a:lnTo>
                  <a:lnTo>
                    <a:pt x="131635" y="173990"/>
                  </a:lnTo>
                  <a:lnTo>
                    <a:pt x="141528" y="180340"/>
                  </a:lnTo>
                  <a:lnTo>
                    <a:pt x="153581" y="182880"/>
                  </a:lnTo>
                  <a:lnTo>
                    <a:pt x="162814" y="182880"/>
                  </a:lnTo>
                  <a:lnTo>
                    <a:pt x="170548" y="190500"/>
                  </a:lnTo>
                  <a:lnTo>
                    <a:pt x="170548" y="255270"/>
                  </a:lnTo>
                  <a:lnTo>
                    <a:pt x="152171" y="255270"/>
                  </a:lnTo>
                  <a:lnTo>
                    <a:pt x="152171" y="234950"/>
                  </a:lnTo>
                  <a:lnTo>
                    <a:pt x="150431" y="223520"/>
                  </a:lnTo>
                  <a:lnTo>
                    <a:pt x="145542" y="213360"/>
                  </a:lnTo>
                  <a:lnTo>
                    <a:pt x="137934" y="205740"/>
                  </a:lnTo>
                  <a:lnTo>
                    <a:pt x="128079" y="199390"/>
                  </a:lnTo>
                  <a:lnTo>
                    <a:pt x="86398" y="184150"/>
                  </a:lnTo>
                  <a:lnTo>
                    <a:pt x="80302" y="180340"/>
                  </a:lnTo>
                  <a:lnTo>
                    <a:pt x="75641" y="176530"/>
                  </a:lnTo>
                  <a:lnTo>
                    <a:pt x="72644" y="170180"/>
                  </a:lnTo>
                  <a:lnTo>
                    <a:pt x="71602" y="162560"/>
                  </a:lnTo>
                  <a:lnTo>
                    <a:pt x="71602" y="157480"/>
                  </a:lnTo>
                  <a:lnTo>
                    <a:pt x="77254" y="157480"/>
                  </a:lnTo>
                  <a:lnTo>
                    <a:pt x="83820" y="153670"/>
                  </a:lnTo>
                  <a:lnTo>
                    <a:pt x="94399" y="143510"/>
                  </a:lnTo>
                  <a:lnTo>
                    <a:pt x="97510" y="135890"/>
                  </a:lnTo>
                  <a:lnTo>
                    <a:pt x="97510" y="119380"/>
                  </a:lnTo>
                  <a:lnTo>
                    <a:pt x="94310" y="111760"/>
                  </a:lnTo>
                  <a:lnTo>
                    <a:pt x="88557" y="106680"/>
                  </a:lnTo>
                  <a:lnTo>
                    <a:pt x="78473" y="100330"/>
                  </a:lnTo>
                  <a:lnTo>
                    <a:pt x="67005" y="97790"/>
                  </a:lnTo>
                  <a:lnTo>
                    <a:pt x="55537" y="100330"/>
                  </a:lnTo>
                  <a:lnTo>
                    <a:pt x="45466" y="106680"/>
                  </a:lnTo>
                  <a:lnTo>
                    <a:pt x="39712" y="111760"/>
                  </a:lnTo>
                  <a:lnTo>
                    <a:pt x="36537" y="119380"/>
                  </a:lnTo>
                  <a:lnTo>
                    <a:pt x="36537" y="135890"/>
                  </a:lnTo>
                  <a:lnTo>
                    <a:pt x="39827" y="143510"/>
                  </a:lnTo>
                  <a:lnTo>
                    <a:pt x="48996" y="152400"/>
                  </a:lnTo>
                  <a:lnTo>
                    <a:pt x="53225" y="154940"/>
                  </a:lnTo>
                  <a:lnTo>
                    <a:pt x="57467" y="156210"/>
                  </a:lnTo>
                  <a:lnTo>
                    <a:pt x="57467" y="162560"/>
                  </a:lnTo>
                  <a:lnTo>
                    <a:pt x="81546" y="198120"/>
                  </a:lnTo>
                  <a:lnTo>
                    <a:pt x="123228" y="213360"/>
                  </a:lnTo>
                  <a:lnTo>
                    <a:pt x="129311" y="217170"/>
                  </a:lnTo>
                  <a:lnTo>
                    <a:pt x="133985" y="220980"/>
                  </a:lnTo>
                  <a:lnTo>
                    <a:pt x="136969" y="227330"/>
                  </a:lnTo>
                  <a:lnTo>
                    <a:pt x="138036" y="234950"/>
                  </a:lnTo>
                  <a:lnTo>
                    <a:pt x="138036" y="255270"/>
                  </a:lnTo>
                  <a:lnTo>
                    <a:pt x="100355" y="266700"/>
                  </a:lnTo>
                  <a:lnTo>
                    <a:pt x="69837" y="289560"/>
                  </a:lnTo>
                  <a:lnTo>
                    <a:pt x="49377" y="322580"/>
                  </a:lnTo>
                  <a:lnTo>
                    <a:pt x="41922" y="360680"/>
                  </a:lnTo>
                  <a:lnTo>
                    <a:pt x="41922" y="381000"/>
                  </a:lnTo>
                  <a:lnTo>
                    <a:pt x="50241" y="422910"/>
                  </a:lnTo>
                  <a:lnTo>
                    <a:pt x="72961" y="455930"/>
                  </a:lnTo>
                  <a:lnTo>
                    <a:pt x="106654" y="478790"/>
                  </a:lnTo>
                  <a:lnTo>
                    <a:pt x="147929" y="486410"/>
                  </a:lnTo>
                  <a:lnTo>
                    <a:pt x="266661" y="486410"/>
                  </a:lnTo>
                  <a:lnTo>
                    <a:pt x="307924" y="478790"/>
                  </a:lnTo>
                  <a:lnTo>
                    <a:pt x="341617" y="455930"/>
                  </a:lnTo>
                  <a:lnTo>
                    <a:pt x="364337" y="422910"/>
                  </a:lnTo>
                  <a:lnTo>
                    <a:pt x="372668" y="381000"/>
                  </a:lnTo>
                  <a:lnTo>
                    <a:pt x="372668" y="360680"/>
                  </a:lnTo>
                  <a:lnTo>
                    <a:pt x="365201" y="322580"/>
                  </a:lnTo>
                  <a:lnTo>
                    <a:pt x="344741" y="289560"/>
                  </a:lnTo>
                  <a:lnTo>
                    <a:pt x="314223" y="266700"/>
                  </a:lnTo>
                  <a:lnTo>
                    <a:pt x="301561" y="262864"/>
                  </a:lnTo>
                  <a:lnTo>
                    <a:pt x="301561" y="332740"/>
                  </a:lnTo>
                  <a:lnTo>
                    <a:pt x="301561" y="341630"/>
                  </a:lnTo>
                  <a:lnTo>
                    <a:pt x="298399" y="344170"/>
                  </a:lnTo>
                  <a:lnTo>
                    <a:pt x="276555" y="344170"/>
                  </a:lnTo>
                  <a:lnTo>
                    <a:pt x="276555" y="364490"/>
                  </a:lnTo>
                  <a:lnTo>
                    <a:pt x="298399" y="364490"/>
                  </a:lnTo>
                  <a:lnTo>
                    <a:pt x="301561" y="367030"/>
                  </a:lnTo>
                  <a:lnTo>
                    <a:pt x="301561" y="374650"/>
                  </a:lnTo>
                  <a:lnTo>
                    <a:pt x="298399" y="378460"/>
                  </a:lnTo>
                  <a:lnTo>
                    <a:pt x="276555" y="378460"/>
                  </a:lnTo>
                  <a:lnTo>
                    <a:pt x="276555" y="397510"/>
                  </a:lnTo>
                  <a:lnTo>
                    <a:pt x="298399" y="397510"/>
                  </a:lnTo>
                  <a:lnTo>
                    <a:pt x="301561" y="401320"/>
                  </a:lnTo>
                  <a:lnTo>
                    <a:pt x="301561" y="408940"/>
                  </a:lnTo>
                  <a:lnTo>
                    <a:pt x="298399" y="412750"/>
                  </a:lnTo>
                  <a:lnTo>
                    <a:pt x="276555" y="412750"/>
                  </a:lnTo>
                  <a:lnTo>
                    <a:pt x="274332" y="424180"/>
                  </a:lnTo>
                  <a:lnTo>
                    <a:pt x="268300" y="433070"/>
                  </a:lnTo>
                  <a:lnTo>
                    <a:pt x="259334" y="439420"/>
                  </a:lnTo>
                  <a:lnTo>
                    <a:pt x="248361" y="441960"/>
                  </a:lnTo>
                  <a:lnTo>
                    <a:pt x="246875" y="441960"/>
                  </a:lnTo>
                  <a:lnTo>
                    <a:pt x="246875" y="463550"/>
                  </a:lnTo>
                  <a:lnTo>
                    <a:pt x="243700" y="466090"/>
                  </a:lnTo>
                  <a:lnTo>
                    <a:pt x="235902" y="466090"/>
                  </a:lnTo>
                  <a:lnTo>
                    <a:pt x="232740" y="463550"/>
                  </a:lnTo>
                  <a:lnTo>
                    <a:pt x="232740" y="441960"/>
                  </a:lnTo>
                  <a:lnTo>
                    <a:pt x="212940" y="441960"/>
                  </a:lnTo>
                  <a:lnTo>
                    <a:pt x="212940" y="463550"/>
                  </a:lnTo>
                  <a:lnTo>
                    <a:pt x="209778" y="466090"/>
                  </a:lnTo>
                  <a:lnTo>
                    <a:pt x="201980" y="466090"/>
                  </a:lnTo>
                  <a:lnTo>
                    <a:pt x="198805" y="463550"/>
                  </a:lnTo>
                  <a:lnTo>
                    <a:pt x="198805" y="441960"/>
                  </a:lnTo>
                  <a:lnTo>
                    <a:pt x="179019" y="441960"/>
                  </a:lnTo>
                  <a:lnTo>
                    <a:pt x="179019" y="463550"/>
                  </a:lnTo>
                  <a:lnTo>
                    <a:pt x="175856" y="466090"/>
                  </a:lnTo>
                  <a:lnTo>
                    <a:pt x="168046" y="466090"/>
                  </a:lnTo>
                  <a:lnTo>
                    <a:pt x="164884" y="463550"/>
                  </a:lnTo>
                  <a:lnTo>
                    <a:pt x="164884" y="441960"/>
                  </a:lnTo>
                  <a:lnTo>
                    <a:pt x="163576" y="441960"/>
                  </a:lnTo>
                  <a:lnTo>
                    <a:pt x="152565" y="439420"/>
                  </a:lnTo>
                  <a:lnTo>
                    <a:pt x="143535" y="433070"/>
                  </a:lnTo>
                  <a:lnTo>
                    <a:pt x="137439" y="424180"/>
                  </a:lnTo>
                  <a:lnTo>
                    <a:pt x="135204" y="412750"/>
                  </a:lnTo>
                  <a:lnTo>
                    <a:pt x="113550" y="412750"/>
                  </a:lnTo>
                  <a:lnTo>
                    <a:pt x="110388" y="408940"/>
                  </a:lnTo>
                  <a:lnTo>
                    <a:pt x="110388" y="401320"/>
                  </a:lnTo>
                  <a:lnTo>
                    <a:pt x="113550" y="397510"/>
                  </a:lnTo>
                  <a:lnTo>
                    <a:pt x="135204" y="397510"/>
                  </a:lnTo>
                  <a:lnTo>
                    <a:pt x="135204" y="378460"/>
                  </a:lnTo>
                  <a:lnTo>
                    <a:pt x="113550" y="378460"/>
                  </a:lnTo>
                  <a:lnTo>
                    <a:pt x="110388" y="374650"/>
                  </a:lnTo>
                  <a:lnTo>
                    <a:pt x="110388" y="367030"/>
                  </a:lnTo>
                  <a:lnTo>
                    <a:pt x="113550" y="364490"/>
                  </a:lnTo>
                  <a:lnTo>
                    <a:pt x="135204" y="364490"/>
                  </a:lnTo>
                  <a:lnTo>
                    <a:pt x="135204" y="344170"/>
                  </a:lnTo>
                  <a:lnTo>
                    <a:pt x="113550" y="344170"/>
                  </a:lnTo>
                  <a:lnTo>
                    <a:pt x="110388" y="341630"/>
                  </a:lnTo>
                  <a:lnTo>
                    <a:pt x="110388" y="332740"/>
                  </a:lnTo>
                  <a:lnTo>
                    <a:pt x="113550" y="330200"/>
                  </a:lnTo>
                  <a:lnTo>
                    <a:pt x="135204" y="330200"/>
                  </a:lnTo>
                  <a:lnTo>
                    <a:pt x="135204" y="328930"/>
                  </a:lnTo>
                  <a:lnTo>
                    <a:pt x="137439" y="317500"/>
                  </a:lnTo>
                  <a:lnTo>
                    <a:pt x="143535" y="308610"/>
                  </a:lnTo>
                  <a:lnTo>
                    <a:pt x="152565" y="302260"/>
                  </a:lnTo>
                  <a:lnTo>
                    <a:pt x="163576" y="300990"/>
                  </a:lnTo>
                  <a:lnTo>
                    <a:pt x="164884" y="300990"/>
                  </a:lnTo>
                  <a:lnTo>
                    <a:pt x="164884" y="278130"/>
                  </a:lnTo>
                  <a:lnTo>
                    <a:pt x="168046" y="275590"/>
                  </a:lnTo>
                  <a:lnTo>
                    <a:pt x="175856" y="275590"/>
                  </a:lnTo>
                  <a:lnTo>
                    <a:pt x="179019" y="278130"/>
                  </a:lnTo>
                  <a:lnTo>
                    <a:pt x="179019" y="300990"/>
                  </a:lnTo>
                  <a:lnTo>
                    <a:pt x="198805" y="300990"/>
                  </a:lnTo>
                  <a:lnTo>
                    <a:pt x="198805" y="278130"/>
                  </a:lnTo>
                  <a:lnTo>
                    <a:pt x="201980" y="275590"/>
                  </a:lnTo>
                  <a:lnTo>
                    <a:pt x="209778" y="275590"/>
                  </a:lnTo>
                  <a:lnTo>
                    <a:pt x="212940" y="278130"/>
                  </a:lnTo>
                  <a:lnTo>
                    <a:pt x="212940" y="300990"/>
                  </a:lnTo>
                  <a:lnTo>
                    <a:pt x="232740" y="300990"/>
                  </a:lnTo>
                  <a:lnTo>
                    <a:pt x="232740" y="278130"/>
                  </a:lnTo>
                  <a:lnTo>
                    <a:pt x="235902" y="275590"/>
                  </a:lnTo>
                  <a:lnTo>
                    <a:pt x="243700" y="275590"/>
                  </a:lnTo>
                  <a:lnTo>
                    <a:pt x="246875" y="278130"/>
                  </a:lnTo>
                  <a:lnTo>
                    <a:pt x="246875" y="300990"/>
                  </a:lnTo>
                  <a:lnTo>
                    <a:pt x="248361" y="300990"/>
                  </a:lnTo>
                  <a:lnTo>
                    <a:pt x="259334" y="302260"/>
                  </a:lnTo>
                  <a:lnTo>
                    <a:pt x="268300" y="308610"/>
                  </a:lnTo>
                  <a:lnTo>
                    <a:pt x="274332" y="317500"/>
                  </a:lnTo>
                  <a:lnTo>
                    <a:pt x="276555" y="328930"/>
                  </a:lnTo>
                  <a:lnTo>
                    <a:pt x="276555" y="330200"/>
                  </a:lnTo>
                  <a:lnTo>
                    <a:pt x="298399" y="330200"/>
                  </a:lnTo>
                  <a:lnTo>
                    <a:pt x="301561" y="332740"/>
                  </a:lnTo>
                  <a:lnTo>
                    <a:pt x="301561" y="262864"/>
                  </a:lnTo>
                  <a:lnTo>
                    <a:pt x="276555" y="255270"/>
                  </a:lnTo>
                  <a:lnTo>
                    <a:pt x="276555" y="234950"/>
                  </a:lnTo>
                  <a:lnTo>
                    <a:pt x="333095" y="198120"/>
                  </a:lnTo>
                  <a:lnTo>
                    <a:pt x="342950" y="191770"/>
                  </a:lnTo>
                  <a:lnTo>
                    <a:pt x="350532" y="184150"/>
                  </a:lnTo>
                  <a:lnTo>
                    <a:pt x="355396" y="173990"/>
                  </a:lnTo>
                  <a:lnTo>
                    <a:pt x="357124" y="162560"/>
                  </a:lnTo>
                  <a:lnTo>
                    <a:pt x="357124" y="156210"/>
                  </a:lnTo>
                  <a:lnTo>
                    <a:pt x="361365" y="154940"/>
                  </a:lnTo>
                  <a:lnTo>
                    <a:pt x="365594" y="152400"/>
                  </a:lnTo>
                  <a:lnTo>
                    <a:pt x="374777" y="143510"/>
                  </a:lnTo>
                  <a:lnTo>
                    <a:pt x="378002" y="135890"/>
                  </a:lnTo>
                  <a:lnTo>
                    <a:pt x="378002" y="119380"/>
                  </a:lnTo>
                  <a:close/>
                </a:path>
              </a:pathLst>
            </a:custGeom>
            <a:solidFill>
              <a:srgbClr val="292929"/>
            </a:solidFill>
          </p:spPr>
          <p:txBody>
            <a:bodyPr wrap="square" lIns="0" tIns="0" rIns="0" bIns="0" rtlCol="0"/>
            <a:lstStyle/>
            <a:p>
              <a:endParaRPr/>
            </a:p>
          </p:txBody>
        </p:sp>
        <p:pic>
          <p:nvPicPr>
            <p:cNvPr id="18" name="object 18"/>
            <p:cNvPicPr/>
            <p:nvPr/>
          </p:nvPicPr>
          <p:blipFill>
            <a:blip r:embed="rId3" cstate="print"/>
            <a:stretch>
              <a:fillRect/>
            </a:stretch>
          </p:blipFill>
          <p:spPr>
            <a:xfrm>
              <a:off x="13554915" y="4329376"/>
              <a:ext cx="115900" cy="85623"/>
            </a:xfrm>
            <a:prstGeom prst="rect">
              <a:avLst/>
            </a:prstGeom>
          </p:spPr>
        </p:pic>
        <p:sp>
          <p:nvSpPr>
            <p:cNvPr id="19" name="object 19"/>
            <p:cNvSpPr/>
            <p:nvPr/>
          </p:nvSpPr>
          <p:spPr>
            <a:xfrm>
              <a:off x="13444651" y="4071568"/>
              <a:ext cx="375920" cy="343535"/>
            </a:xfrm>
            <a:custGeom>
              <a:avLst/>
              <a:gdLst/>
              <a:ahLst/>
              <a:cxnLst/>
              <a:rect l="l" t="t" r="r" b="b"/>
              <a:pathLst>
                <a:path w="375919" h="343535">
                  <a:moveTo>
                    <a:pt x="336410" y="343433"/>
                  </a:moveTo>
                  <a:lnTo>
                    <a:pt x="336334" y="257289"/>
                  </a:lnTo>
                  <a:lnTo>
                    <a:pt x="333527" y="243674"/>
                  </a:lnTo>
                  <a:lnTo>
                    <a:pt x="332486" y="238633"/>
                  </a:lnTo>
                  <a:lnTo>
                    <a:pt x="331241" y="232587"/>
                  </a:lnTo>
                  <a:lnTo>
                    <a:pt x="317207" y="212242"/>
                  </a:lnTo>
                  <a:lnTo>
                    <a:pt x="296481" y="198589"/>
                  </a:lnTo>
                  <a:lnTo>
                    <a:pt x="271233" y="193598"/>
                  </a:lnTo>
                  <a:lnTo>
                    <a:pt x="65189" y="193598"/>
                  </a:lnTo>
                  <a:lnTo>
                    <a:pt x="39928" y="198589"/>
                  </a:lnTo>
                  <a:lnTo>
                    <a:pt x="38163" y="199758"/>
                  </a:lnTo>
                  <a:lnTo>
                    <a:pt x="38163" y="241795"/>
                  </a:lnTo>
                  <a:lnTo>
                    <a:pt x="38163" y="254127"/>
                  </a:lnTo>
                  <a:lnTo>
                    <a:pt x="38163" y="273939"/>
                  </a:lnTo>
                  <a:lnTo>
                    <a:pt x="38163" y="331076"/>
                  </a:lnTo>
                  <a:lnTo>
                    <a:pt x="35001" y="334238"/>
                  </a:lnTo>
                  <a:lnTo>
                    <a:pt x="27203" y="334238"/>
                  </a:lnTo>
                  <a:lnTo>
                    <a:pt x="24041" y="331076"/>
                  </a:lnTo>
                  <a:lnTo>
                    <a:pt x="24041" y="273939"/>
                  </a:lnTo>
                  <a:lnTo>
                    <a:pt x="27203" y="270776"/>
                  </a:lnTo>
                  <a:lnTo>
                    <a:pt x="35001" y="270776"/>
                  </a:lnTo>
                  <a:lnTo>
                    <a:pt x="38163" y="273939"/>
                  </a:lnTo>
                  <a:lnTo>
                    <a:pt x="38163" y="254127"/>
                  </a:lnTo>
                  <a:lnTo>
                    <a:pt x="35001" y="257289"/>
                  </a:lnTo>
                  <a:lnTo>
                    <a:pt x="27203" y="257289"/>
                  </a:lnTo>
                  <a:lnTo>
                    <a:pt x="24041" y="254127"/>
                  </a:lnTo>
                  <a:lnTo>
                    <a:pt x="24041" y="241795"/>
                  </a:lnTo>
                  <a:lnTo>
                    <a:pt x="27203" y="238633"/>
                  </a:lnTo>
                  <a:lnTo>
                    <a:pt x="35001" y="238633"/>
                  </a:lnTo>
                  <a:lnTo>
                    <a:pt x="38163" y="241795"/>
                  </a:lnTo>
                  <a:lnTo>
                    <a:pt x="38163" y="199758"/>
                  </a:lnTo>
                  <a:lnTo>
                    <a:pt x="19202" y="212242"/>
                  </a:lnTo>
                  <a:lnTo>
                    <a:pt x="5156" y="232587"/>
                  </a:lnTo>
                  <a:lnTo>
                    <a:pt x="76" y="257289"/>
                  </a:lnTo>
                  <a:lnTo>
                    <a:pt x="0" y="343433"/>
                  </a:lnTo>
                  <a:lnTo>
                    <a:pt x="96126" y="343433"/>
                  </a:lnTo>
                  <a:lnTo>
                    <a:pt x="96126" y="334238"/>
                  </a:lnTo>
                  <a:lnTo>
                    <a:pt x="96126" y="315506"/>
                  </a:lnTo>
                  <a:lnTo>
                    <a:pt x="113207" y="270776"/>
                  </a:lnTo>
                  <a:lnTo>
                    <a:pt x="168211" y="243674"/>
                  </a:lnTo>
                  <a:lnTo>
                    <a:pt x="196176" y="249339"/>
                  </a:lnTo>
                  <a:lnTo>
                    <a:pt x="219100" y="264744"/>
                  </a:lnTo>
                  <a:lnTo>
                    <a:pt x="234594" y="287578"/>
                  </a:lnTo>
                  <a:lnTo>
                    <a:pt x="240296" y="315506"/>
                  </a:lnTo>
                  <a:lnTo>
                    <a:pt x="240296" y="343433"/>
                  </a:lnTo>
                  <a:lnTo>
                    <a:pt x="336410" y="343433"/>
                  </a:lnTo>
                  <a:close/>
                </a:path>
                <a:path w="375919" h="343535">
                  <a:moveTo>
                    <a:pt x="375500" y="31788"/>
                  </a:moveTo>
                  <a:lnTo>
                    <a:pt x="373176" y="19913"/>
                  </a:lnTo>
                  <a:lnTo>
                    <a:pt x="366852" y="10058"/>
                  </a:lnTo>
                  <a:lnTo>
                    <a:pt x="357428" y="3124"/>
                  </a:lnTo>
                  <a:lnTo>
                    <a:pt x="345846" y="0"/>
                  </a:lnTo>
                  <a:lnTo>
                    <a:pt x="347154" y="7086"/>
                  </a:lnTo>
                  <a:lnTo>
                    <a:pt x="347726" y="14389"/>
                  </a:lnTo>
                  <a:lnTo>
                    <a:pt x="347726" y="49187"/>
                  </a:lnTo>
                  <a:lnTo>
                    <a:pt x="347154" y="56476"/>
                  </a:lnTo>
                  <a:lnTo>
                    <a:pt x="345846" y="63576"/>
                  </a:lnTo>
                  <a:lnTo>
                    <a:pt x="357428" y="60452"/>
                  </a:lnTo>
                  <a:lnTo>
                    <a:pt x="366852" y="53517"/>
                  </a:lnTo>
                  <a:lnTo>
                    <a:pt x="373176" y="43662"/>
                  </a:lnTo>
                  <a:lnTo>
                    <a:pt x="375500" y="31788"/>
                  </a:lnTo>
                  <a:close/>
                </a:path>
              </a:pathLst>
            </a:custGeom>
            <a:solidFill>
              <a:srgbClr val="292929"/>
            </a:solidFill>
          </p:spPr>
          <p:txBody>
            <a:bodyPr wrap="square" lIns="0" tIns="0" rIns="0" bIns="0" rtlCol="0"/>
            <a:lstStyle/>
            <a:p>
              <a:endParaRPr/>
            </a:p>
          </p:txBody>
        </p:sp>
      </p:grpSp>
      <p:grpSp>
        <p:nvGrpSpPr>
          <p:cNvPr id="20" name="object 20"/>
          <p:cNvGrpSpPr/>
          <p:nvPr/>
        </p:nvGrpSpPr>
        <p:grpSpPr>
          <a:xfrm>
            <a:off x="8857505" y="3276866"/>
            <a:ext cx="1064260" cy="5558790"/>
            <a:chOff x="8857505" y="3276866"/>
            <a:chExt cx="1064260" cy="5558790"/>
          </a:xfrm>
        </p:grpSpPr>
        <p:sp>
          <p:nvSpPr>
            <p:cNvPr id="21" name="object 21"/>
            <p:cNvSpPr/>
            <p:nvPr/>
          </p:nvSpPr>
          <p:spPr>
            <a:xfrm>
              <a:off x="9375275" y="3276866"/>
              <a:ext cx="0" cy="5558790"/>
            </a:xfrm>
            <a:custGeom>
              <a:avLst/>
              <a:gdLst/>
              <a:ahLst/>
              <a:cxnLst/>
              <a:rect l="l" t="t" r="r" b="b"/>
              <a:pathLst>
                <a:path h="5558790">
                  <a:moveTo>
                    <a:pt x="0" y="0"/>
                  </a:moveTo>
                  <a:lnTo>
                    <a:pt x="0" y="5558193"/>
                  </a:lnTo>
                </a:path>
              </a:pathLst>
            </a:custGeom>
            <a:ln w="28575">
              <a:solidFill>
                <a:srgbClr val="27DDDF"/>
              </a:solidFill>
            </a:ln>
          </p:spPr>
          <p:txBody>
            <a:bodyPr wrap="square" lIns="0" tIns="0" rIns="0" bIns="0" rtlCol="0"/>
            <a:lstStyle/>
            <a:p>
              <a:endParaRPr/>
            </a:p>
          </p:txBody>
        </p:sp>
        <p:sp>
          <p:nvSpPr>
            <p:cNvPr id="22" name="object 22"/>
            <p:cNvSpPr/>
            <p:nvPr/>
          </p:nvSpPr>
          <p:spPr>
            <a:xfrm>
              <a:off x="8857505" y="3540852"/>
              <a:ext cx="1064260" cy="1064260"/>
            </a:xfrm>
            <a:custGeom>
              <a:avLst/>
              <a:gdLst/>
              <a:ahLst/>
              <a:cxnLst/>
              <a:rect l="l" t="t" r="r" b="b"/>
              <a:pathLst>
                <a:path w="1064259" h="1064260">
                  <a:moveTo>
                    <a:pt x="532091" y="0"/>
                  </a:moveTo>
                  <a:lnTo>
                    <a:pt x="483660" y="2174"/>
                  </a:lnTo>
                  <a:lnTo>
                    <a:pt x="436447" y="8572"/>
                  </a:lnTo>
                  <a:lnTo>
                    <a:pt x="390641" y="19005"/>
                  </a:lnTo>
                  <a:lnTo>
                    <a:pt x="346428" y="33287"/>
                  </a:lnTo>
                  <a:lnTo>
                    <a:pt x="303996" y="51229"/>
                  </a:lnTo>
                  <a:lnTo>
                    <a:pt x="263535" y="72643"/>
                  </a:lnTo>
                  <a:lnTo>
                    <a:pt x="225231" y="97341"/>
                  </a:lnTo>
                  <a:lnTo>
                    <a:pt x="189272" y="125136"/>
                  </a:lnTo>
                  <a:lnTo>
                    <a:pt x="155846" y="155840"/>
                  </a:lnTo>
                  <a:lnTo>
                    <a:pt x="125141" y="189264"/>
                  </a:lnTo>
                  <a:lnTo>
                    <a:pt x="97345" y="225222"/>
                  </a:lnTo>
                  <a:lnTo>
                    <a:pt x="72646" y="263525"/>
                  </a:lnTo>
                  <a:lnTo>
                    <a:pt x="51231" y="303986"/>
                  </a:lnTo>
                  <a:lnTo>
                    <a:pt x="33289" y="346417"/>
                  </a:lnTo>
                  <a:lnTo>
                    <a:pt x="19006" y="390629"/>
                  </a:lnTo>
                  <a:lnTo>
                    <a:pt x="8572" y="436435"/>
                  </a:lnTo>
                  <a:lnTo>
                    <a:pt x="2174" y="483648"/>
                  </a:lnTo>
                  <a:lnTo>
                    <a:pt x="0" y="532079"/>
                  </a:lnTo>
                  <a:lnTo>
                    <a:pt x="2174" y="580510"/>
                  </a:lnTo>
                  <a:lnTo>
                    <a:pt x="8572" y="627723"/>
                  </a:lnTo>
                  <a:lnTo>
                    <a:pt x="19006" y="673529"/>
                  </a:lnTo>
                  <a:lnTo>
                    <a:pt x="33289" y="717742"/>
                  </a:lnTo>
                  <a:lnTo>
                    <a:pt x="51231" y="760174"/>
                  </a:lnTo>
                  <a:lnTo>
                    <a:pt x="72646" y="800635"/>
                  </a:lnTo>
                  <a:lnTo>
                    <a:pt x="97345" y="838939"/>
                  </a:lnTo>
                  <a:lnTo>
                    <a:pt x="125141" y="874898"/>
                  </a:lnTo>
                  <a:lnTo>
                    <a:pt x="155846" y="908324"/>
                  </a:lnTo>
                  <a:lnTo>
                    <a:pt x="189272" y="939029"/>
                  </a:lnTo>
                  <a:lnTo>
                    <a:pt x="225231" y="966825"/>
                  </a:lnTo>
                  <a:lnTo>
                    <a:pt x="263535" y="991524"/>
                  </a:lnTo>
                  <a:lnTo>
                    <a:pt x="303996" y="1012939"/>
                  </a:lnTo>
                  <a:lnTo>
                    <a:pt x="346428" y="1030881"/>
                  </a:lnTo>
                  <a:lnTo>
                    <a:pt x="390641" y="1045164"/>
                  </a:lnTo>
                  <a:lnTo>
                    <a:pt x="436447" y="1055598"/>
                  </a:lnTo>
                  <a:lnTo>
                    <a:pt x="483660" y="1061996"/>
                  </a:lnTo>
                  <a:lnTo>
                    <a:pt x="532091" y="1064171"/>
                  </a:lnTo>
                  <a:lnTo>
                    <a:pt x="580522" y="1061996"/>
                  </a:lnTo>
                  <a:lnTo>
                    <a:pt x="627735" y="1055598"/>
                  </a:lnTo>
                  <a:lnTo>
                    <a:pt x="673541" y="1045164"/>
                  </a:lnTo>
                  <a:lnTo>
                    <a:pt x="717754" y="1030881"/>
                  </a:lnTo>
                  <a:lnTo>
                    <a:pt x="760184" y="1012939"/>
                  </a:lnTo>
                  <a:lnTo>
                    <a:pt x="800645" y="991524"/>
                  </a:lnTo>
                  <a:lnTo>
                    <a:pt x="838948" y="966825"/>
                  </a:lnTo>
                  <a:lnTo>
                    <a:pt x="874906" y="939029"/>
                  </a:lnTo>
                  <a:lnTo>
                    <a:pt x="908330" y="908324"/>
                  </a:lnTo>
                  <a:lnTo>
                    <a:pt x="939034" y="874898"/>
                  </a:lnTo>
                  <a:lnTo>
                    <a:pt x="966829" y="838939"/>
                  </a:lnTo>
                  <a:lnTo>
                    <a:pt x="991528" y="800635"/>
                  </a:lnTo>
                  <a:lnTo>
                    <a:pt x="1012941" y="760174"/>
                  </a:lnTo>
                  <a:lnTo>
                    <a:pt x="1030883" y="717742"/>
                  </a:lnTo>
                  <a:lnTo>
                    <a:pt x="1045165" y="673529"/>
                  </a:lnTo>
                  <a:lnTo>
                    <a:pt x="1055598" y="627723"/>
                  </a:lnTo>
                  <a:lnTo>
                    <a:pt x="1061996" y="580510"/>
                  </a:lnTo>
                  <a:lnTo>
                    <a:pt x="1064171" y="532079"/>
                  </a:lnTo>
                  <a:lnTo>
                    <a:pt x="1061996" y="483648"/>
                  </a:lnTo>
                  <a:lnTo>
                    <a:pt x="1055598" y="436435"/>
                  </a:lnTo>
                  <a:lnTo>
                    <a:pt x="1045165" y="390629"/>
                  </a:lnTo>
                  <a:lnTo>
                    <a:pt x="1030883" y="346417"/>
                  </a:lnTo>
                  <a:lnTo>
                    <a:pt x="1012941" y="303986"/>
                  </a:lnTo>
                  <a:lnTo>
                    <a:pt x="991528" y="263525"/>
                  </a:lnTo>
                  <a:lnTo>
                    <a:pt x="966829" y="225222"/>
                  </a:lnTo>
                  <a:lnTo>
                    <a:pt x="939034" y="189264"/>
                  </a:lnTo>
                  <a:lnTo>
                    <a:pt x="908330" y="155840"/>
                  </a:lnTo>
                  <a:lnTo>
                    <a:pt x="874906" y="125136"/>
                  </a:lnTo>
                  <a:lnTo>
                    <a:pt x="838948" y="97341"/>
                  </a:lnTo>
                  <a:lnTo>
                    <a:pt x="800645" y="72643"/>
                  </a:lnTo>
                  <a:lnTo>
                    <a:pt x="760184" y="51229"/>
                  </a:lnTo>
                  <a:lnTo>
                    <a:pt x="717754" y="33287"/>
                  </a:lnTo>
                  <a:lnTo>
                    <a:pt x="673541" y="19005"/>
                  </a:lnTo>
                  <a:lnTo>
                    <a:pt x="627735" y="8572"/>
                  </a:lnTo>
                  <a:lnTo>
                    <a:pt x="580522" y="2174"/>
                  </a:lnTo>
                  <a:lnTo>
                    <a:pt x="532091" y="0"/>
                  </a:lnTo>
                  <a:close/>
                </a:path>
              </a:pathLst>
            </a:custGeom>
            <a:solidFill>
              <a:srgbClr val="FFFFFF"/>
            </a:solidFill>
          </p:spPr>
          <p:txBody>
            <a:bodyPr wrap="square" lIns="0" tIns="0" rIns="0" bIns="0" rtlCol="0"/>
            <a:lstStyle/>
            <a:p>
              <a:endParaRPr/>
            </a:p>
          </p:txBody>
        </p:sp>
        <p:sp>
          <p:nvSpPr>
            <p:cNvPr id="23" name="object 23"/>
            <p:cNvSpPr/>
            <p:nvPr/>
          </p:nvSpPr>
          <p:spPr>
            <a:xfrm>
              <a:off x="9501724" y="4324243"/>
              <a:ext cx="62865" cy="62865"/>
            </a:xfrm>
            <a:custGeom>
              <a:avLst/>
              <a:gdLst/>
              <a:ahLst/>
              <a:cxnLst/>
              <a:rect l="l" t="t" r="r" b="b"/>
              <a:pathLst>
                <a:path w="62865" h="62864">
                  <a:moveTo>
                    <a:pt x="36692" y="0"/>
                  </a:moveTo>
                  <a:lnTo>
                    <a:pt x="24060" y="412"/>
                  </a:lnTo>
                  <a:lnTo>
                    <a:pt x="12585" y="5693"/>
                  </a:lnTo>
                  <a:lnTo>
                    <a:pt x="4311" y="14657"/>
                  </a:lnTo>
                  <a:lnTo>
                    <a:pt x="0" y="26071"/>
                  </a:lnTo>
                  <a:lnTo>
                    <a:pt x="412" y="38703"/>
                  </a:lnTo>
                  <a:lnTo>
                    <a:pt x="5691" y="50184"/>
                  </a:lnTo>
                  <a:lnTo>
                    <a:pt x="14651" y="58462"/>
                  </a:lnTo>
                  <a:lnTo>
                    <a:pt x="26060" y="62775"/>
                  </a:lnTo>
                  <a:lnTo>
                    <a:pt x="38690" y="62363"/>
                  </a:lnTo>
                  <a:lnTo>
                    <a:pt x="50172" y="57082"/>
                  </a:lnTo>
                  <a:lnTo>
                    <a:pt x="58450" y="48118"/>
                  </a:lnTo>
                  <a:lnTo>
                    <a:pt x="62763" y="36704"/>
                  </a:lnTo>
                  <a:lnTo>
                    <a:pt x="62350" y="24072"/>
                  </a:lnTo>
                  <a:lnTo>
                    <a:pt x="57069" y="12590"/>
                  </a:lnTo>
                  <a:lnTo>
                    <a:pt x="48106" y="4313"/>
                  </a:lnTo>
                  <a:lnTo>
                    <a:pt x="36692" y="0"/>
                  </a:lnTo>
                  <a:close/>
                </a:path>
              </a:pathLst>
            </a:custGeom>
            <a:solidFill>
              <a:srgbClr val="292929"/>
            </a:solidFill>
          </p:spPr>
          <p:txBody>
            <a:bodyPr wrap="square" lIns="0" tIns="0" rIns="0" bIns="0" rtlCol="0"/>
            <a:lstStyle/>
            <a:p>
              <a:endParaRPr/>
            </a:p>
          </p:txBody>
        </p:sp>
        <p:pic>
          <p:nvPicPr>
            <p:cNvPr id="24" name="object 24"/>
            <p:cNvPicPr/>
            <p:nvPr/>
          </p:nvPicPr>
          <p:blipFill>
            <a:blip r:embed="rId4" cstate="print"/>
            <a:stretch>
              <a:fillRect/>
            </a:stretch>
          </p:blipFill>
          <p:spPr>
            <a:xfrm>
              <a:off x="9563934" y="4202215"/>
              <a:ext cx="63652" cy="63652"/>
            </a:xfrm>
            <a:prstGeom prst="rect">
              <a:avLst/>
            </a:prstGeom>
          </p:spPr>
        </p:pic>
        <p:pic>
          <p:nvPicPr>
            <p:cNvPr id="25" name="object 25"/>
            <p:cNvPicPr/>
            <p:nvPr/>
          </p:nvPicPr>
          <p:blipFill>
            <a:blip r:embed="rId5" cstate="print"/>
            <a:stretch>
              <a:fillRect/>
            </a:stretch>
          </p:blipFill>
          <p:spPr>
            <a:xfrm>
              <a:off x="9625582" y="4040929"/>
              <a:ext cx="63652" cy="63652"/>
            </a:xfrm>
            <a:prstGeom prst="rect">
              <a:avLst/>
            </a:prstGeom>
          </p:spPr>
        </p:pic>
        <p:sp>
          <p:nvSpPr>
            <p:cNvPr id="26" name="object 26"/>
            <p:cNvSpPr/>
            <p:nvPr/>
          </p:nvSpPr>
          <p:spPr>
            <a:xfrm>
              <a:off x="9501699" y="3758269"/>
              <a:ext cx="62865" cy="62865"/>
            </a:xfrm>
            <a:custGeom>
              <a:avLst/>
              <a:gdLst/>
              <a:ahLst/>
              <a:cxnLst/>
              <a:rect l="l" t="t" r="r" b="b"/>
              <a:pathLst>
                <a:path w="62865" h="62864">
                  <a:moveTo>
                    <a:pt x="36692" y="0"/>
                  </a:moveTo>
                  <a:lnTo>
                    <a:pt x="24060" y="412"/>
                  </a:lnTo>
                  <a:lnTo>
                    <a:pt x="12585" y="5693"/>
                  </a:lnTo>
                  <a:lnTo>
                    <a:pt x="4311" y="14657"/>
                  </a:lnTo>
                  <a:lnTo>
                    <a:pt x="0" y="26071"/>
                  </a:lnTo>
                  <a:lnTo>
                    <a:pt x="412" y="38703"/>
                  </a:lnTo>
                  <a:lnTo>
                    <a:pt x="5691" y="50184"/>
                  </a:lnTo>
                  <a:lnTo>
                    <a:pt x="14651" y="58462"/>
                  </a:lnTo>
                  <a:lnTo>
                    <a:pt x="26060" y="62775"/>
                  </a:lnTo>
                  <a:lnTo>
                    <a:pt x="38690" y="62363"/>
                  </a:lnTo>
                  <a:lnTo>
                    <a:pt x="50172" y="57082"/>
                  </a:lnTo>
                  <a:lnTo>
                    <a:pt x="58450" y="48118"/>
                  </a:lnTo>
                  <a:lnTo>
                    <a:pt x="62763" y="36704"/>
                  </a:lnTo>
                  <a:lnTo>
                    <a:pt x="62350" y="24072"/>
                  </a:lnTo>
                  <a:lnTo>
                    <a:pt x="57069" y="12590"/>
                  </a:lnTo>
                  <a:lnTo>
                    <a:pt x="48106" y="4313"/>
                  </a:lnTo>
                  <a:lnTo>
                    <a:pt x="36692" y="0"/>
                  </a:lnTo>
                  <a:close/>
                </a:path>
              </a:pathLst>
            </a:custGeom>
            <a:solidFill>
              <a:srgbClr val="292929"/>
            </a:solidFill>
          </p:spPr>
          <p:txBody>
            <a:bodyPr wrap="square" lIns="0" tIns="0" rIns="0" bIns="0" rtlCol="0"/>
            <a:lstStyle/>
            <a:p>
              <a:endParaRPr/>
            </a:p>
          </p:txBody>
        </p:sp>
        <p:pic>
          <p:nvPicPr>
            <p:cNvPr id="27" name="object 27"/>
            <p:cNvPicPr/>
            <p:nvPr/>
          </p:nvPicPr>
          <p:blipFill>
            <a:blip r:embed="rId6" cstate="print"/>
            <a:stretch>
              <a:fillRect/>
            </a:stretch>
          </p:blipFill>
          <p:spPr>
            <a:xfrm>
              <a:off x="9563938" y="3879479"/>
              <a:ext cx="63652" cy="63639"/>
            </a:xfrm>
            <a:prstGeom prst="rect">
              <a:avLst/>
            </a:prstGeom>
          </p:spPr>
        </p:pic>
        <p:sp>
          <p:nvSpPr>
            <p:cNvPr id="28" name="object 28"/>
            <p:cNvSpPr/>
            <p:nvPr/>
          </p:nvSpPr>
          <p:spPr>
            <a:xfrm>
              <a:off x="9061247" y="3731729"/>
              <a:ext cx="548640" cy="683260"/>
            </a:xfrm>
            <a:custGeom>
              <a:avLst/>
              <a:gdLst/>
              <a:ahLst/>
              <a:cxnLst/>
              <a:rect l="l" t="t" r="r" b="b"/>
              <a:pathLst>
                <a:path w="548640" h="683260">
                  <a:moveTo>
                    <a:pt x="290588" y="63500"/>
                  </a:moveTo>
                  <a:lnTo>
                    <a:pt x="275602" y="20320"/>
                  </a:lnTo>
                  <a:lnTo>
                    <a:pt x="263766" y="9880"/>
                  </a:lnTo>
                  <a:lnTo>
                    <a:pt x="263766" y="443230"/>
                  </a:lnTo>
                  <a:lnTo>
                    <a:pt x="260756" y="447040"/>
                  </a:lnTo>
                  <a:lnTo>
                    <a:pt x="257759" y="447890"/>
                  </a:lnTo>
                  <a:lnTo>
                    <a:pt x="257759" y="580390"/>
                  </a:lnTo>
                  <a:lnTo>
                    <a:pt x="255435" y="588010"/>
                  </a:lnTo>
                  <a:lnTo>
                    <a:pt x="251091" y="591820"/>
                  </a:lnTo>
                  <a:lnTo>
                    <a:pt x="246761" y="590550"/>
                  </a:lnTo>
                  <a:lnTo>
                    <a:pt x="226009" y="589280"/>
                  </a:lnTo>
                  <a:lnTo>
                    <a:pt x="210375" y="596900"/>
                  </a:lnTo>
                  <a:lnTo>
                    <a:pt x="200393" y="605790"/>
                  </a:lnTo>
                  <a:lnTo>
                    <a:pt x="196608" y="609600"/>
                  </a:lnTo>
                  <a:lnTo>
                    <a:pt x="194779" y="612140"/>
                  </a:lnTo>
                  <a:lnTo>
                    <a:pt x="192278" y="613410"/>
                  </a:lnTo>
                  <a:lnTo>
                    <a:pt x="186613" y="613410"/>
                  </a:lnTo>
                  <a:lnTo>
                    <a:pt x="185280" y="612140"/>
                  </a:lnTo>
                  <a:lnTo>
                    <a:pt x="181622" y="609600"/>
                  </a:lnTo>
                  <a:lnTo>
                    <a:pt x="222618" y="574040"/>
                  </a:lnTo>
                  <a:lnTo>
                    <a:pt x="250761" y="574040"/>
                  </a:lnTo>
                  <a:lnTo>
                    <a:pt x="255092" y="575310"/>
                  </a:lnTo>
                  <a:lnTo>
                    <a:pt x="257759" y="580390"/>
                  </a:lnTo>
                  <a:lnTo>
                    <a:pt x="257759" y="447890"/>
                  </a:lnTo>
                  <a:lnTo>
                    <a:pt x="256260" y="448310"/>
                  </a:lnTo>
                  <a:lnTo>
                    <a:pt x="251091" y="448310"/>
                  </a:lnTo>
                  <a:lnTo>
                    <a:pt x="247599" y="445770"/>
                  </a:lnTo>
                  <a:lnTo>
                    <a:pt x="247370" y="444500"/>
                  </a:lnTo>
                  <a:lnTo>
                    <a:pt x="246926" y="441960"/>
                  </a:lnTo>
                  <a:lnTo>
                    <a:pt x="241846" y="429260"/>
                  </a:lnTo>
                  <a:lnTo>
                    <a:pt x="233883" y="420370"/>
                  </a:lnTo>
                  <a:lnTo>
                    <a:pt x="226491" y="415290"/>
                  </a:lnTo>
                  <a:lnTo>
                    <a:pt x="223100" y="414020"/>
                  </a:lnTo>
                  <a:lnTo>
                    <a:pt x="218935" y="412750"/>
                  </a:lnTo>
                  <a:lnTo>
                    <a:pt x="216611" y="407670"/>
                  </a:lnTo>
                  <a:lnTo>
                    <a:pt x="216611" y="496570"/>
                  </a:lnTo>
                  <a:lnTo>
                    <a:pt x="215607" y="505460"/>
                  </a:lnTo>
                  <a:lnTo>
                    <a:pt x="212102" y="509270"/>
                  </a:lnTo>
                  <a:lnTo>
                    <a:pt x="207276" y="509270"/>
                  </a:lnTo>
                  <a:lnTo>
                    <a:pt x="199491" y="508000"/>
                  </a:lnTo>
                  <a:lnTo>
                    <a:pt x="192354" y="506730"/>
                  </a:lnTo>
                  <a:lnTo>
                    <a:pt x="185851" y="504190"/>
                  </a:lnTo>
                  <a:lnTo>
                    <a:pt x="179946" y="502920"/>
                  </a:lnTo>
                  <a:lnTo>
                    <a:pt x="172669" y="508000"/>
                  </a:lnTo>
                  <a:lnTo>
                    <a:pt x="163550" y="511810"/>
                  </a:lnTo>
                  <a:lnTo>
                    <a:pt x="152831" y="515620"/>
                  </a:lnTo>
                  <a:lnTo>
                    <a:pt x="140792" y="516890"/>
                  </a:lnTo>
                  <a:lnTo>
                    <a:pt x="134137" y="516890"/>
                  </a:lnTo>
                  <a:lnTo>
                    <a:pt x="127139" y="515620"/>
                  </a:lnTo>
                  <a:lnTo>
                    <a:pt x="115798" y="510540"/>
                  </a:lnTo>
                  <a:lnTo>
                    <a:pt x="113969" y="506730"/>
                  </a:lnTo>
                  <a:lnTo>
                    <a:pt x="117640" y="497840"/>
                  </a:lnTo>
                  <a:lnTo>
                    <a:pt x="122466" y="496570"/>
                  </a:lnTo>
                  <a:lnTo>
                    <a:pt x="126631" y="497840"/>
                  </a:lnTo>
                  <a:lnTo>
                    <a:pt x="137490" y="500380"/>
                  </a:lnTo>
                  <a:lnTo>
                    <a:pt x="147650" y="500380"/>
                  </a:lnTo>
                  <a:lnTo>
                    <a:pt x="156832" y="497840"/>
                  </a:lnTo>
                  <a:lnTo>
                    <a:pt x="158826" y="496570"/>
                  </a:lnTo>
                  <a:lnTo>
                    <a:pt x="164795" y="492760"/>
                  </a:lnTo>
                  <a:lnTo>
                    <a:pt x="152908" y="480060"/>
                  </a:lnTo>
                  <a:lnTo>
                    <a:pt x="146100" y="467360"/>
                  </a:lnTo>
                  <a:lnTo>
                    <a:pt x="143014" y="458470"/>
                  </a:lnTo>
                  <a:lnTo>
                    <a:pt x="142290" y="454660"/>
                  </a:lnTo>
                  <a:lnTo>
                    <a:pt x="142036" y="452120"/>
                  </a:lnTo>
                  <a:lnTo>
                    <a:pt x="141909" y="450850"/>
                  </a:lnTo>
                  <a:lnTo>
                    <a:pt x="141795" y="449580"/>
                  </a:lnTo>
                  <a:lnTo>
                    <a:pt x="145122" y="445770"/>
                  </a:lnTo>
                  <a:lnTo>
                    <a:pt x="153962" y="444500"/>
                  </a:lnTo>
                  <a:lnTo>
                    <a:pt x="157962" y="448310"/>
                  </a:lnTo>
                  <a:lnTo>
                    <a:pt x="158457" y="452120"/>
                  </a:lnTo>
                  <a:lnTo>
                    <a:pt x="159296" y="455930"/>
                  </a:lnTo>
                  <a:lnTo>
                    <a:pt x="188125" y="487680"/>
                  </a:lnTo>
                  <a:lnTo>
                    <a:pt x="208775" y="492760"/>
                  </a:lnTo>
                  <a:lnTo>
                    <a:pt x="213271" y="492760"/>
                  </a:lnTo>
                  <a:lnTo>
                    <a:pt x="216611" y="496570"/>
                  </a:lnTo>
                  <a:lnTo>
                    <a:pt x="216611" y="407670"/>
                  </a:lnTo>
                  <a:lnTo>
                    <a:pt x="219608" y="400050"/>
                  </a:lnTo>
                  <a:lnTo>
                    <a:pt x="224269" y="397510"/>
                  </a:lnTo>
                  <a:lnTo>
                    <a:pt x="228434" y="398780"/>
                  </a:lnTo>
                  <a:lnTo>
                    <a:pt x="262928" y="439420"/>
                  </a:lnTo>
                  <a:lnTo>
                    <a:pt x="263766" y="443230"/>
                  </a:lnTo>
                  <a:lnTo>
                    <a:pt x="263766" y="9880"/>
                  </a:lnTo>
                  <a:lnTo>
                    <a:pt x="261924" y="9067"/>
                  </a:lnTo>
                  <a:lnTo>
                    <a:pt x="261924" y="146050"/>
                  </a:lnTo>
                  <a:lnTo>
                    <a:pt x="258597" y="149860"/>
                  </a:lnTo>
                  <a:lnTo>
                    <a:pt x="254101" y="149860"/>
                  </a:lnTo>
                  <a:lnTo>
                    <a:pt x="242595" y="153085"/>
                  </a:lnTo>
                  <a:lnTo>
                    <a:pt x="242595" y="300990"/>
                  </a:lnTo>
                  <a:lnTo>
                    <a:pt x="239928" y="309880"/>
                  </a:lnTo>
                  <a:lnTo>
                    <a:pt x="235432" y="312420"/>
                  </a:lnTo>
                  <a:lnTo>
                    <a:pt x="231101" y="311150"/>
                  </a:lnTo>
                  <a:lnTo>
                    <a:pt x="213639" y="311150"/>
                  </a:lnTo>
                  <a:lnTo>
                    <a:pt x="201498" y="321310"/>
                  </a:lnTo>
                  <a:lnTo>
                    <a:pt x="194335" y="334010"/>
                  </a:lnTo>
                  <a:lnTo>
                    <a:pt x="191782" y="340360"/>
                  </a:lnTo>
                  <a:lnTo>
                    <a:pt x="190614" y="344170"/>
                  </a:lnTo>
                  <a:lnTo>
                    <a:pt x="187617" y="345440"/>
                  </a:lnTo>
                  <a:lnTo>
                    <a:pt x="179451" y="345440"/>
                  </a:lnTo>
                  <a:lnTo>
                    <a:pt x="176453" y="342900"/>
                  </a:lnTo>
                  <a:lnTo>
                    <a:pt x="175958" y="339090"/>
                  </a:lnTo>
                  <a:lnTo>
                    <a:pt x="169329" y="322580"/>
                  </a:lnTo>
                  <a:lnTo>
                    <a:pt x="158076" y="314960"/>
                  </a:lnTo>
                  <a:lnTo>
                    <a:pt x="146888" y="311150"/>
                  </a:lnTo>
                  <a:lnTo>
                    <a:pt x="135966" y="311150"/>
                  </a:lnTo>
                  <a:lnTo>
                    <a:pt x="132130" y="308610"/>
                  </a:lnTo>
                  <a:lnTo>
                    <a:pt x="132041" y="306070"/>
                  </a:lnTo>
                  <a:lnTo>
                    <a:pt x="131914" y="302260"/>
                  </a:lnTo>
                  <a:lnTo>
                    <a:pt x="131800" y="298450"/>
                  </a:lnTo>
                  <a:lnTo>
                    <a:pt x="135128" y="294640"/>
                  </a:lnTo>
                  <a:lnTo>
                    <a:pt x="139623" y="294640"/>
                  </a:lnTo>
                  <a:lnTo>
                    <a:pt x="150431" y="295910"/>
                  </a:lnTo>
                  <a:lnTo>
                    <a:pt x="162890" y="298450"/>
                  </a:lnTo>
                  <a:lnTo>
                    <a:pt x="175120" y="306070"/>
                  </a:lnTo>
                  <a:lnTo>
                    <a:pt x="185280" y="316230"/>
                  </a:lnTo>
                  <a:lnTo>
                    <a:pt x="194081" y="306070"/>
                  </a:lnTo>
                  <a:lnTo>
                    <a:pt x="205486" y="297180"/>
                  </a:lnTo>
                  <a:lnTo>
                    <a:pt x="214782" y="294640"/>
                  </a:lnTo>
                  <a:lnTo>
                    <a:pt x="219443" y="293370"/>
                  </a:lnTo>
                  <a:lnTo>
                    <a:pt x="235940" y="294640"/>
                  </a:lnTo>
                  <a:lnTo>
                    <a:pt x="240271" y="295910"/>
                  </a:lnTo>
                  <a:lnTo>
                    <a:pt x="242595" y="300990"/>
                  </a:lnTo>
                  <a:lnTo>
                    <a:pt x="242595" y="153085"/>
                  </a:lnTo>
                  <a:lnTo>
                    <a:pt x="216103" y="181610"/>
                  </a:lnTo>
                  <a:lnTo>
                    <a:pt x="215112" y="185420"/>
                  </a:lnTo>
                  <a:lnTo>
                    <a:pt x="211772" y="187960"/>
                  </a:lnTo>
                  <a:lnTo>
                    <a:pt x="206108" y="187960"/>
                  </a:lnTo>
                  <a:lnTo>
                    <a:pt x="201777" y="186690"/>
                  </a:lnTo>
                  <a:lnTo>
                    <a:pt x="199275" y="181610"/>
                  </a:lnTo>
                  <a:lnTo>
                    <a:pt x="200444" y="177800"/>
                  </a:lnTo>
                  <a:lnTo>
                    <a:pt x="203161" y="170180"/>
                  </a:lnTo>
                  <a:lnTo>
                    <a:pt x="211721" y="156210"/>
                  </a:lnTo>
                  <a:lnTo>
                    <a:pt x="227850" y="140970"/>
                  </a:lnTo>
                  <a:lnTo>
                    <a:pt x="253263" y="133350"/>
                  </a:lnTo>
                  <a:lnTo>
                    <a:pt x="257759" y="133350"/>
                  </a:lnTo>
                  <a:lnTo>
                    <a:pt x="261594" y="137160"/>
                  </a:lnTo>
                  <a:lnTo>
                    <a:pt x="261924" y="146050"/>
                  </a:lnTo>
                  <a:lnTo>
                    <a:pt x="261924" y="9067"/>
                  </a:lnTo>
                  <a:lnTo>
                    <a:pt x="249986" y="3810"/>
                  </a:lnTo>
                  <a:lnTo>
                    <a:pt x="234137" y="0"/>
                  </a:lnTo>
                  <a:lnTo>
                    <a:pt x="217601" y="0"/>
                  </a:lnTo>
                  <a:lnTo>
                    <a:pt x="178320" y="20320"/>
                  </a:lnTo>
                  <a:lnTo>
                    <a:pt x="161785" y="43180"/>
                  </a:lnTo>
                  <a:lnTo>
                    <a:pt x="177939" y="44450"/>
                  </a:lnTo>
                  <a:lnTo>
                    <a:pt x="193230" y="49530"/>
                  </a:lnTo>
                  <a:lnTo>
                    <a:pt x="207327" y="57150"/>
                  </a:lnTo>
                  <a:lnTo>
                    <a:pt x="223100" y="69850"/>
                  </a:lnTo>
                  <a:lnTo>
                    <a:pt x="223100" y="74930"/>
                  </a:lnTo>
                  <a:lnTo>
                    <a:pt x="216776" y="81280"/>
                  </a:lnTo>
                  <a:lnTo>
                    <a:pt x="211607" y="81280"/>
                  </a:lnTo>
                  <a:lnTo>
                    <a:pt x="208445" y="78740"/>
                  </a:lnTo>
                  <a:lnTo>
                    <a:pt x="198081" y="69850"/>
                  </a:lnTo>
                  <a:lnTo>
                    <a:pt x="186448" y="63500"/>
                  </a:lnTo>
                  <a:lnTo>
                    <a:pt x="173799" y="59690"/>
                  </a:lnTo>
                  <a:lnTo>
                    <a:pt x="160451" y="58420"/>
                  </a:lnTo>
                  <a:lnTo>
                    <a:pt x="157962" y="58420"/>
                  </a:lnTo>
                  <a:lnTo>
                    <a:pt x="153962" y="59690"/>
                  </a:lnTo>
                  <a:lnTo>
                    <a:pt x="148297" y="59690"/>
                  </a:lnTo>
                  <a:lnTo>
                    <a:pt x="125704" y="67310"/>
                  </a:lnTo>
                  <a:lnTo>
                    <a:pt x="107886" y="82550"/>
                  </a:lnTo>
                  <a:lnTo>
                    <a:pt x="96177" y="102870"/>
                  </a:lnTo>
                  <a:lnTo>
                    <a:pt x="91973" y="127000"/>
                  </a:lnTo>
                  <a:lnTo>
                    <a:pt x="92671" y="137160"/>
                  </a:lnTo>
                  <a:lnTo>
                    <a:pt x="94754" y="146050"/>
                  </a:lnTo>
                  <a:lnTo>
                    <a:pt x="98158" y="156210"/>
                  </a:lnTo>
                  <a:lnTo>
                    <a:pt x="102806" y="163830"/>
                  </a:lnTo>
                  <a:lnTo>
                    <a:pt x="118605" y="165100"/>
                  </a:lnTo>
                  <a:lnTo>
                    <a:pt x="133896" y="168910"/>
                  </a:lnTo>
                  <a:lnTo>
                    <a:pt x="148463" y="173990"/>
                  </a:lnTo>
                  <a:lnTo>
                    <a:pt x="162128" y="182880"/>
                  </a:lnTo>
                  <a:lnTo>
                    <a:pt x="165785" y="185420"/>
                  </a:lnTo>
                  <a:lnTo>
                    <a:pt x="166789" y="190500"/>
                  </a:lnTo>
                  <a:lnTo>
                    <a:pt x="164287" y="194310"/>
                  </a:lnTo>
                  <a:lnTo>
                    <a:pt x="161785" y="196850"/>
                  </a:lnTo>
                  <a:lnTo>
                    <a:pt x="156794" y="198120"/>
                  </a:lnTo>
                  <a:lnTo>
                    <a:pt x="152958" y="195580"/>
                  </a:lnTo>
                  <a:lnTo>
                    <a:pt x="141490" y="189230"/>
                  </a:lnTo>
                  <a:lnTo>
                    <a:pt x="129197" y="184150"/>
                  </a:lnTo>
                  <a:lnTo>
                    <a:pt x="116243" y="181610"/>
                  </a:lnTo>
                  <a:lnTo>
                    <a:pt x="102806" y="180340"/>
                  </a:lnTo>
                  <a:lnTo>
                    <a:pt x="100469" y="180340"/>
                  </a:lnTo>
                  <a:lnTo>
                    <a:pt x="99644" y="181610"/>
                  </a:lnTo>
                  <a:lnTo>
                    <a:pt x="97802" y="181610"/>
                  </a:lnTo>
                  <a:lnTo>
                    <a:pt x="64350" y="189230"/>
                  </a:lnTo>
                  <a:lnTo>
                    <a:pt x="37388" y="208280"/>
                  </a:lnTo>
                  <a:lnTo>
                    <a:pt x="19380" y="236220"/>
                  </a:lnTo>
                  <a:lnTo>
                    <a:pt x="12839" y="270510"/>
                  </a:lnTo>
                  <a:lnTo>
                    <a:pt x="14249" y="287020"/>
                  </a:lnTo>
                  <a:lnTo>
                    <a:pt x="34163" y="328930"/>
                  </a:lnTo>
                  <a:lnTo>
                    <a:pt x="66916" y="353060"/>
                  </a:lnTo>
                  <a:lnTo>
                    <a:pt x="84315" y="359410"/>
                  </a:lnTo>
                  <a:lnTo>
                    <a:pt x="86982" y="363220"/>
                  </a:lnTo>
                  <a:lnTo>
                    <a:pt x="85813" y="368300"/>
                  </a:lnTo>
                  <a:lnTo>
                    <a:pt x="84810" y="372110"/>
                  </a:lnTo>
                  <a:lnTo>
                    <a:pt x="81483" y="373380"/>
                  </a:lnTo>
                  <a:lnTo>
                    <a:pt x="75819" y="373380"/>
                  </a:lnTo>
                  <a:lnTo>
                    <a:pt x="62090" y="369570"/>
                  </a:lnTo>
                  <a:lnTo>
                    <a:pt x="49237" y="363220"/>
                  </a:lnTo>
                  <a:lnTo>
                    <a:pt x="37376" y="354330"/>
                  </a:lnTo>
                  <a:lnTo>
                    <a:pt x="26657" y="345440"/>
                  </a:lnTo>
                  <a:lnTo>
                    <a:pt x="15392" y="355600"/>
                  </a:lnTo>
                  <a:lnTo>
                    <a:pt x="7010" y="369570"/>
                  </a:lnTo>
                  <a:lnTo>
                    <a:pt x="1790" y="383540"/>
                  </a:lnTo>
                  <a:lnTo>
                    <a:pt x="0" y="400050"/>
                  </a:lnTo>
                  <a:lnTo>
                    <a:pt x="2755" y="419100"/>
                  </a:lnTo>
                  <a:lnTo>
                    <a:pt x="10642" y="435610"/>
                  </a:lnTo>
                  <a:lnTo>
                    <a:pt x="22974" y="450850"/>
                  </a:lnTo>
                  <a:lnTo>
                    <a:pt x="39154" y="461010"/>
                  </a:lnTo>
                  <a:lnTo>
                    <a:pt x="41490" y="462280"/>
                  </a:lnTo>
                  <a:lnTo>
                    <a:pt x="42989" y="464820"/>
                  </a:lnTo>
                  <a:lnTo>
                    <a:pt x="44323" y="469900"/>
                  </a:lnTo>
                  <a:lnTo>
                    <a:pt x="43662" y="472440"/>
                  </a:lnTo>
                  <a:lnTo>
                    <a:pt x="41986" y="473710"/>
                  </a:lnTo>
                  <a:lnTo>
                    <a:pt x="35267" y="483870"/>
                  </a:lnTo>
                  <a:lnTo>
                    <a:pt x="30429" y="494030"/>
                  </a:lnTo>
                  <a:lnTo>
                    <a:pt x="27482" y="505460"/>
                  </a:lnTo>
                  <a:lnTo>
                    <a:pt x="26593" y="515620"/>
                  </a:lnTo>
                  <a:lnTo>
                    <a:pt x="26492" y="516890"/>
                  </a:lnTo>
                  <a:lnTo>
                    <a:pt x="31889" y="543560"/>
                  </a:lnTo>
                  <a:lnTo>
                    <a:pt x="46609" y="566420"/>
                  </a:lnTo>
                  <a:lnTo>
                    <a:pt x="68376" y="580390"/>
                  </a:lnTo>
                  <a:lnTo>
                    <a:pt x="94970" y="585470"/>
                  </a:lnTo>
                  <a:lnTo>
                    <a:pt x="103974" y="585470"/>
                  </a:lnTo>
                  <a:lnTo>
                    <a:pt x="106311" y="586740"/>
                  </a:lnTo>
                  <a:lnTo>
                    <a:pt x="109639" y="589280"/>
                  </a:lnTo>
                  <a:lnTo>
                    <a:pt x="110642" y="591820"/>
                  </a:lnTo>
                  <a:lnTo>
                    <a:pt x="110642" y="594360"/>
                  </a:lnTo>
                  <a:lnTo>
                    <a:pt x="112382" y="612140"/>
                  </a:lnTo>
                  <a:lnTo>
                    <a:pt x="137299" y="657860"/>
                  </a:lnTo>
                  <a:lnTo>
                    <a:pt x="183946" y="681990"/>
                  </a:lnTo>
                  <a:lnTo>
                    <a:pt x="201777" y="683260"/>
                  </a:lnTo>
                  <a:lnTo>
                    <a:pt x="236308" y="676910"/>
                  </a:lnTo>
                  <a:lnTo>
                    <a:pt x="264541" y="656590"/>
                  </a:lnTo>
                  <a:lnTo>
                    <a:pt x="283591" y="627380"/>
                  </a:lnTo>
                  <a:lnTo>
                    <a:pt x="286334" y="613410"/>
                  </a:lnTo>
                  <a:lnTo>
                    <a:pt x="290588" y="591820"/>
                  </a:lnTo>
                  <a:lnTo>
                    <a:pt x="290588" y="81280"/>
                  </a:lnTo>
                  <a:lnTo>
                    <a:pt x="290588" y="63500"/>
                  </a:lnTo>
                  <a:close/>
                </a:path>
                <a:path w="548640" h="683260">
                  <a:moveTo>
                    <a:pt x="424370" y="615950"/>
                  </a:moveTo>
                  <a:lnTo>
                    <a:pt x="408876" y="615950"/>
                  </a:lnTo>
                  <a:lnTo>
                    <a:pt x="400215" y="615950"/>
                  </a:lnTo>
                  <a:lnTo>
                    <a:pt x="392709" y="609790"/>
                  </a:lnTo>
                  <a:lnTo>
                    <a:pt x="374053" y="518642"/>
                  </a:lnTo>
                  <a:lnTo>
                    <a:pt x="340398" y="491147"/>
                  </a:lnTo>
                  <a:lnTo>
                    <a:pt x="306908" y="491147"/>
                  </a:lnTo>
                  <a:lnTo>
                    <a:pt x="306908" y="507479"/>
                  </a:lnTo>
                  <a:lnTo>
                    <a:pt x="349059" y="507479"/>
                  </a:lnTo>
                  <a:lnTo>
                    <a:pt x="356552" y="513651"/>
                  </a:lnTo>
                  <a:lnTo>
                    <a:pt x="375221" y="604786"/>
                  </a:lnTo>
                  <a:lnTo>
                    <a:pt x="408876" y="632282"/>
                  </a:lnTo>
                  <a:lnTo>
                    <a:pt x="424370" y="632282"/>
                  </a:lnTo>
                  <a:lnTo>
                    <a:pt x="423875" y="629615"/>
                  </a:lnTo>
                  <a:lnTo>
                    <a:pt x="423710" y="621284"/>
                  </a:lnTo>
                  <a:lnTo>
                    <a:pt x="423875" y="618617"/>
                  </a:lnTo>
                  <a:lnTo>
                    <a:pt x="424370" y="615950"/>
                  </a:lnTo>
                  <a:close/>
                </a:path>
                <a:path w="548640" h="683260">
                  <a:moveTo>
                    <a:pt x="424370" y="49606"/>
                  </a:moveTo>
                  <a:lnTo>
                    <a:pt x="409041" y="49606"/>
                  </a:lnTo>
                  <a:lnTo>
                    <a:pt x="397344" y="51676"/>
                  </a:lnTo>
                  <a:lnTo>
                    <a:pt x="387273" y="57429"/>
                  </a:lnTo>
                  <a:lnTo>
                    <a:pt x="379679" y="66128"/>
                  </a:lnTo>
                  <a:lnTo>
                    <a:pt x="375386" y="77101"/>
                  </a:lnTo>
                  <a:lnTo>
                    <a:pt x="356552" y="168579"/>
                  </a:lnTo>
                  <a:lnTo>
                    <a:pt x="349224" y="174574"/>
                  </a:lnTo>
                  <a:lnTo>
                    <a:pt x="306908" y="174574"/>
                  </a:lnTo>
                  <a:lnTo>
                    <a:pt x="306908" y="190906"/>
                  </a:lnTo>
                  <a:lnTo>
                    <a:pt x="340563" y="190906"/>
                  </a:lnTo>
                  <a:lnTo>
                    <a:pt x="352272" y="188861"/>
                  </a:lnTo>
                  <a:lnTo>
                    <a:pt x="362331" y="183159"/>
                  </a:lnTo>
                  <a:lnTo>
                    <a:pt x="369925" y="174459"/>
                  </a:lnTo>
                  <a:lnTo>
                    <a:pt x="374218" y="163410"/>
                  </a:lnTo>
                  <a:lnTo>
                    <a:pt x="393217" y="71932"/>
                  </a:lnTo>
                  <a:lnTo>
                    <a:pt x="400545" y="65938"/>
                  </a:lnTo>
                  <a:lnTo>
                    <a:pt x="424370" y="65938"/>
                  </a:lnTo>
                  <a:lnTo>
                    <a:pt x="423875" y="63271"/>
                  </a:lnTo>
                  <a:lnTo>
                    <a:pt x="423697" y="55105"/>
                  </a:lnTo>
                  <a:lnTo>
                    <a:pt x="423875" y="52273"/>
                  </a:lnTo>
                  <a:lnTo>
                    <a:pt x="424370" y="49606"/>
                  </a:lnTo>
                  <a:close/>
                </a:path>
                <a:path w="548640" h="683260">
                  <a:moveTo>
                    <a:pt x="487019" y="493979"/>
                  </a:moveTo>
                  <a:lnTo>
                    <a:pt x="438035" y="493979"/>
                  </a:lnTo>
                  <a:lnTo>
                    <a:pt x="433209" y="490486"/>
                  </a:lnTo>
                  <a:lnTo>
                    <a:pt x="412711" y="428828"/>
                  </a:lnTo>
                  <a:lnTo>
                    <a:pt x="408482" y="420751"/>
                  </a:lnTo>
                  <a:lnTo>
                    <a:pt x="402145" y="414489"/>
                  </a:lnTo>
                  <a:lnTo>
                    <a:pt x="394220" y="410438"/>
                  </a:lnTo>
                  <a:lnTo>
                    <a:pt x="385216" y="409003"/>
                  </a:lnTo>
                  <a:lnTo>
                    <a:pt x="306908" y="409003"/>
                  </a:lnTo>
                  <a:lnTo>
                    <a:pt x="306908" y="425335"/>
                  </a:lnTo>
                  <a:lnTo>
                    <a:pt x="390715" y="425335"/>
                  </a:lnTo>
                  <a:lnTo>
                    <a:pt x="395554" y="428828"/>
                  </a:lnTo>
                  <a:lnTo>
                    <a:pt x="416039" y="490486"/>
                  </a:lnTo>
                  <a:lnTo>
                    <a:pt x="443534" y="510311"/>
                  </a:lnTo>
                  <a:lnTo>
                    <a:pt x="487019" y="510311"/>
                  </a:lnTo>
                  <a:lnTo>
                    <a:pt x="486524" y="507644"/>
                  </a:lnTo>
                  <a:lnTo>
                    <a:pt x="486359" y="499478"/>
                  </a:lnTo>
                  <a:lnTo>
                    <a:pt x="487019" y="493979"/>
                  </a:lnTo>
                  <a:close/>
                </a:path>
                <a:path w="548640" h="683260">
                  <a:moveTo>
                    <a:pt x="487184" y="188239"/>
                  </a:moveTo>
                  <a:lnTo>
                    <a:pt x="486359" y="182575"/>
                  </a:lnTo>
                  <a:lnTo>
                    <a:pt x="486524" y="174409"/>
                  </a:lnTo>
                  <a:lnTo>
                    <a:pt x="487019" y="171919"/>
                  </a:lnTo>
                  <a:lnTo>
                    <a:pt x="443699" y="171919"/>
                  </a:lnTo>
                  <a:lnTo>
                    <a:pt x="395719" y="253060"/>
                  </a:lnTo>
                  <a:lnTo>
                    <a:pt x="390880" y="256552"/>
                  </a:lnTo>
                  <a:lnTo>
                    <a:pt x="306908" y="256552"/>
                  </a:lnTo>
                  <a:lnTo>
                    <a:pt x="306908" y="272884"/>
                  </a:lnTo>
                  <a:lnTo>
                    <a:pt x="385381" y="272884"/>
                  </a:lnTo>
                  <a:lnTo>
                    <a:pt x="394385" y="271449"/>
                  </a:lnTo>
                  <a:lnTo>
                    <a:pt x="402310" y="267423"/>
                  </a:lnTo>
                  <a:lnTo>
                    <a:pt x="408647" y="261213"/>
                  </a:lnTo>
                  <a:lnTo>
                    <a:pt x="412877" y="253225"/>
                  </a:lnTo>
                  <a:lnTo>
                    <a:pt x="433374" y="191744"/>
                  </a:lnTo>
                  <a:lnTo>
                    <a:pt x="438200" y="188239"/>
                  </a:lnTo>
                  <a:lnTo>
                    <a:pt x="487184" y="188239"/>
                  </a:lnTo>
                  <a:close/>
                </a:path>
                <a:path w="548640" h="683260">
                  <a:moveTo>
                    <a:pt x="548322" y="333413"/>
                  </a:moveTo>
                  <a:lnTo>
                    <a:pt x="306908" y="333413"/>
                  </a:lnTo>
                  <a:lnTo>
                    <a:pt x="306908" y="335953"/>
                  </a:lnTo>
                  <a:lnTo>
                    <a:pt x="306908" y="341033"/>
                  </a:lnTo>
                  <a:lnTo>
                    <a:pt x="306908" y="343573"/>
                  </a:lnTo>
                  <a:lnTo>
                    <a:pt x="306908" y="348653"/>
                  </a:lnTo>
                  <a:lnTo>
                    <a:pt x="548284" y="348653"/>
                  </a:lnTo>
                  <a:lnTo>
                    <a:pt x="548284" y="343573"/>
                  </a:lnTo>
                  <a:lnTo>
                    <a:pt x="548005" y="343573"/>
                  </a:lnTo>
                  <a:lnTo>
                    <a:pt x="548005" y="341033"/>
                  </a:lnTo>
                  <a:lnTo>
                    <a:pt x="548081" y="335953"/>
                  </a:lnTo>
                  <a:lnTo>
                    <a:pt x="548322" y="335953"/>
                  </a:lnTo>
                  <a:lnTo>
                    <a:pt x="548322" y="333413"/>
                  </a:lnTo>
                  <a:close/>
                </a:path>
              </a:pathLst>
            </a:custGeom>
            <a:solidFill>
              <a:srgbClr val="292929"/>
            </a:solidFill>
          </p:spPr>
          <p:txBody>
            <a:bodyPr wrap="square" lIns="0" tIns="0" rIns="0" bIns="0" rtlCol="0"/>
            <a:lstStyle/>
            <a:p>
              <a:endParaRPr/>
            </a:p>
          </p:txBody>
        </p:sp>
      </p:grpSp>
      <p:grpSp>
        <p:nvGrpSpPr>
          <p:cNvPr id="29" name="object 29"/>
          <p:cNvGrpSpPr/>
          <p:nvPr/>
        </p:nvGrpSpPr>
        <p:grpSpPr>
          <a:xfrm>
            <a:off x="4619922" y="3276866"/>
            <a:ext cx="1064260" cy="5558790"/>
            <a:chOff x="4619922" y="3276866"/>
            <a:chExt cx="1064260" cy="5558790"/>
          </a:xfrm>
        </p:grpSpPr>
        <p:sp>
          <p:nvSpPr>
            <p:cNvPr id="30" name="object 30"/>
            <p:cNvSpPr/>
            <p:nvPr/>
          </p:nvSpPr>
          <p:spPr>
            <a:xfrm>
              <a:off x="5137692" y="3276866"/>
              <a:ext cx="0" cy="5558790"/>
            </a:xfrm>
            <a:custGeom>
              <a:avLst/>
              <a:gdLst/>
              <a:ahLst/>
              <a:cxnLst/>
              <a:rect l="l" t="t" r="r" b="b"/>
              <a:pathLst>
                <a:path h="5558790">
                  <a:moveTo>
                    <a:pt x="0" y="0"/>
                  </a:moveTo>
                  <a:lnTo>
                    <a:pt x="0" y="5558193"/>
                  </a:lnTo>
                </a:path>
              </a:pathLst>
            </a:custGeom>
            <a:ln w="28575">
              <a:solidFill>
                <a:srgbClr val="27DDDF"/>
              </a:solidFill>
            </a:ln>
          </p:spPr>
          <p:txBody>
            <a:bodyPr wrap="square" lIns="0" tIns="0" rIns="0" bIns="0" rtlCol="0"/>
            <a:lstStyle/>
            <a:p>
              <a:endParaRPr/>
            </a:p>
          </p:txBody>
        </p:sp>
        <p:sp>
          <p:nvSpPr>
            <p:cNvPr id="31" name="object 31"/>
            <p:cNvSpPr/>
            <p:nvPr/>
          </p:nvSpPr>
          <p:spPr>
            <a:xfrm>
              <a:off x="4619922" y="3540852"/>
              <a:ext cx="1064260" cy="1064260"/>
            </a:xfrm>
            <a:custGeom>
              <a:avLst/>
              <a:gdLst/>
              <a:ahLst/>
              <a:cxnLst/>
              <a:rect l="l" t="t" r="r" b="b"/>
              <a:pathLst>
                <a:path w="1064260" h="1064260">
                  <a:moveTo>
                    <a:pt x="532079" y="0"/>
                  </a:moveTo>
                  <a:lnTo>
                    <a:pt x="483650" y="2174"/>
                  </a:lnTo>
                  <a:lnTo>
                    <a:pt x="436439" y="8572"/>
                  </a:lnTo>
                  <a:lnTo>
                    <a:pt x="390633" y="19005"/>
                  </a:lnTo>
                  <a:lnTo>
                    <a:pt x="346422" y="33287"/>
                  </a:lnTo>
                  <a:lnTo>
                    <a:pt x="303992" y="51229"/>
                  </a:lnTo>
                  <a:lnTo>
                    <a:pt x="263531" y="72643"/>
                  </a:lnTo>
                  <a:lnTo>
                    <a:pt x="225228" y="97341"/>
                  </a:lnTo>
                  <a:lnTo>
                    <a:pt x="189270" y="125136"/>
                  </a:lnTo>
                  <a:lnTo>
                    <a:pt x="155844" y="155840"/>
                  </a:lnTo>
                  <a:lnTo>
                    <a:pt x="125140" y="189264"/>
                  </a:lnTo>
                  <a:lnTo>
                    <a:pt x="97344" y="225222"/>
                  </a:lnTo>
                  <a:lnTo>
                    <a:pt x="72645" y="263525"/>
                  </a:lnTo>
                  <a:lnTo>
                    <a:pt x="51231" y="303986"/>
                  </a:lnTo>
                  <a:lnTo>
                    <a:pt x="33288" y="346417"/>
                  </a:lnTo>
                  <a:lnTo>
                    <a:pt x="19006" y="390629"/>
                  </a:lnTo>
                  <a:lnTo>
                    <a:pt x="8572" y="436435"/>
                  </a:lnTo>
                  <a:lnTo>
                    <a:pt x="2174" y="483648"/>
                  </a:lnTo>
                  <a:lnTo>
                    <a:pt x="0" y="532079"/>
                  </a:lnTo>
                  <a:lnTo>
                    <a:pt x="2174" y="580510"/>
                  </a:lnTo>
                  <a:lnTo>
                    <a:pt x="8572" y="627723"/>
                  </a:lnTo>
                  <a:lnTo>
                    <a:pt x="19006" y="673529"/>
                  </a:lnTo>
                  <a:lnTo>
                    <a:pt x="33288" y="717742"/>
                  </a:lnTo>
                  <a:lnTo>
                    <a:pt x="51231" y="760174"/>
                  </a:lnTo>
                  <a:lnTo>
                    <a:pt x="72645" y="800635"/>
                  </a:lnTo>
                  <a:lnTo>
                    <a:pt x="97344" y="838939"/>
                  </a:lnTo>
                  <a:lnTo>
                    <a:pt x="125140" y="874898"/>
                  </a:lnTo>
                  <a:lnTo>
                    <a:pt x="155844" y="908324"/>
                  </a:lnTo>
                  <a:lnTo>
                    <a:pt x="189270" y="939029"/>
                  </a:lnTo>
                  <a:lnTo>
                    <a:pt x="225228" y="966825"/>
                  </a:lnTo>
                  <a:lnTo>
                    <a:pt x="263531" y="991524"/>
                  </a:lnTo>
                  <a:lnTo>
                    <a:pt x="303992" y="1012939"/>
                  </a:lnTo>
                  <a:lnTo>
                    <a:pt x="346422" y="1030881"/>
                  </a:lnTo>
                  <a:lnTo>
                    <a:pt x="390633" y="1045164"/>
                  </a:lnTo>
                  <a:lnTo>
                    <a:pt x="436439" y="1055598"/>
                  </a:lnTo>
                  <a:lnTo>
                    <a:pt x="483650" y="1061996"/>
                  </a:lnTo>
                  <a:lnTo>
                    <a:pt x="532079" y="1064171"/>
                  </a:lnTo>
                  <a:lnTo>
                    <a:pt x="580510" y="1061996"/>
                  </a:lnTo>
                  <a:lnTo>
                    <a:pt x="627723" y="1055598"/>
                  </a:lnTo>
                  <a:lnTo>
                    <a:pt x="673529" y="1045164"/>
                  </a:lnTo>
                  <a:lnTo>
                    <a:pt x="717742" y="1030881"/>
                  </a:lnTo>
                  <a:lnTo>
                    <a:pt x="760174" y="1012939"/>
                  </a:lnTo>
                  <a:lnTo>
                    <a:pt x="800635" y="991524"/>
                  </a:lnTo>
                  <a:lnTo>
                    <a:pt x="838939" y="966825"/>
                  </a:lnTo>
                  <a:lnTo>
                    <a:pt x="874898" y="939029"/>
                  </a:lnTo>
                  <a:lnTo>
                    <a:pt x="908324" y="908324"/>
                  </a:lnTo>
                  <a:lnTo>
                    <a:pt x="939029" y="874898"/>
                  </a:lnTo>
                  <a:lnTo>
                    <a:pt x="966825" y="838939"/>
                  </a:lnTo>
                  <a:lnTo>
                    <a:pt x="991524" y="800635"/>
                  </a:lnTo>
                  <a:lnTo>
                    <a:pt x="1012939" y="760174"/>
                  </a:lnTo>
                  <a:lnTo>
                    <a:pt x="1030881" y="717742"/>
                  </a:lnTo>
                  <a:lnTo>
                    <a:pt x="1045164" y="673529"/>
                  </a:lnTo>
                  <a:lnTo>
                    <a:pt x="1055598" y="627723"/>
                  </a:lnTo>
                  <a:lnTo>
                    <a:pt x="1061996" y="580510"/>
                  </a:lnTo>
                  <a:lnTo>
                    <a:pt x="1064171" y="532079"/>
                  </a:lnTo>
                  <a:lnTo>
                    <a:pt x="1061996" y="483648"/>
                  </a:lnTo>
                  <a:lnTo>
                    <a:pt x="1055598" y="436435"/>
                  </a:lnTo>
                  <a:lnTo>
                    <a:pt x="1045164" y="390629"/>
                  </a:lnTo>
                  <a:lnTo>
                    <a:pt x="1030881" y="346417"/>
                  </a:lnTo>
                  <a:lnTo>
                    <a:pt x="1012939" y="303986"/>
                  </a:lnTo>
                  <a:lnTo>
                    <a:pt x="991524" y="263525"/>
                  </a:lnTo>
                  <a:lnTo>
                    <a:pt x="966825" y="225222"/>
                  </a:lnTo>
                  <a:lnTo>
                    <a:pt x="939029" y="189264"/>
                  </a:lnTo>
                  <a:lnTo>
                    <a:pt x="908324" y="155840"/>
                  </a:lnTo>
                  <a:lnTo>
                    <a:pt x="874898" y="125136"/>
                  </a:lnTo>
                  <a:lnTo>
                    <a:pt x="838939" y="97341"/>
                  </a:lnTo>
                  <a:lnTo>
                    <a:pt x="800635" y="72643"/>
                  </a:lnTo>
                  <a:lnTo>
                    <a:pt x="760174" y="51229"/>
                  </a:lnTo>
                  <a:lnTo>
                    <a:pt x="717742" y="33287"/>
                  </a:lnTo>
                  <a:lnTo>
                    <a:pt x="673529" y="19005"/>
                  </a:lnTo>
                  <a:lnTo>
                    <a:pt x="627723" y="8572"/>
                  </a:lnTo>
                  <a:lnTo>
                    <a:pt x="580510" y="2174"/>
                  </a:lnTo>
                  <a:lnTo>
                    <a:pt x="532079" y="0"/>
                  </a:lnTo>
                  <a:close/>
                </a:path>
              </a:pathLst>
            </a:custGeom>
            <a:solidFill>
              <a:srgbClr val="FFFFFF"/>
            </a:solidFill>
          </p:spPr>
          <p:txBody>
            <a:bodyPr wrap="square" lIns="0" tIns="0" rIns="0" bIns="0" rtlCol="0"/>
            <a:lstStyle/>
            <a:p>
              <a:endParaRPr/>
            </a:p>
          </p:txBody>
        </p:sp>
        <p:sp>
          <p:nvSpPr>
            <p:cNvPr id="32" name="object 32"/>
            <p:cNvSpPr/>
            <p:nvPr/>
          </p:nvSpPr>
          <p:spPr>
            <a:xfrm>
              <a:off x="4879746" y="3753306"/>
              <a:ext cx="516255" cy="662305"/>
            </a:xfrm>
            <a:custGeom>
              <a:avLst/>
              <a:gdLst/>
              <a:ahLst/>
              <a:cxnLst/>
              <a:rect l="l" t="t" r="r" b="b"/>
              <a:pathLst>
                <a:path w="516254" h="662304">
                  <a:moveTo>
                    <a:pt x="100926" y="262978"/>
                  </a:moveTo>
                  <a:lnTo>
                    <a:pt x="95897" y="257949"/>
                  </a:lnTo>
                  <a:lnTo>
                    <a:pt x="83515" y="257949"/>
                  </a:lnTo>
                  <a:lnTo>
                    <a:pt x="78498" y="262978"/>
                  </a:lnTo>
                  <a:lnTo>
                    <a:pt x="78498" y="275348"/>
                  </a:lnTo>
                  <a:lnTo>
                    <a:pt x="83515" y="280377"/>
                  </a:lnTo>
                  <a:lnTo>
                    <a:pt x="95897" y="280377"/>
                  </a:lnTo>
                  <a:lnTo>
                    <a:pt x="100926" y="275348"/>
                  </a:lnTo>
                  <a:lnTo>
                    <a:pt x="100926" y="269163"/>
                  </a:lnTo>
                  <a:lnTo>
                    <a:pt x="100926" y="262978"/>
                  </a:lnTo>
                  <a:close/>
                </a:path>
                <a:path w="516254" h="662304">
                  <a:moveTo>
                    <a:pt x="112141" y="150825"/>
                  </a:moveTo>
                  <a:lnTo>
                    <a:pt x="107111" y="145796"/>
                  </a:lnTo>
                  <a:lnTo>
                    <a:pt x="94729" y="145796"/>
                  </a:lnTo>
                  <a:lnTo>
                    <a:pt x="89712" y="150825"/>
                  </a:lnTo>
                  <a:lnTo>
                    <a:pt x="89712" y="163195"/>
                  </a:lnTo>
                  <a:lnTo>
                    <a:pt x="94729" y="168224"/>
                  </a:lnTo>
                  <a:lnTo>
                    <a:pt x="107111" y="168224"/>
                  </a:lnTo>
                  <a:lnTo>
                    <a:pt x="112141" y="163195"/>
                  </a:lnTo>
                  <a:lnTo>
                    <a:pt x="112141" y="157010"/>
                  </a:lnTo>
                  <a:lnTo>
                    <a:pt x="112141" y="150825"/>
                  </a:lnTo>
                  <a:close/>
                </a:path>
                <a:path w="516254" h="662304">
                  <a:moveTo>
                    <a:pt x="177038" y="221361"/>
                  </a:moveTo>
                  <a:lnTo>
                    <a:pt x="173990" y="219849"/>
                  </a:lnTo>
                  <a:lnTo>
                    <a:pt x="172554" y="218935"/>
                  </a:lnTo>
                  <a:lnTo>
                    <a:pt x="121513" y="258648"/>
                  </a:lnTo>
                  <a:lnTo>
                    <a:pt x="122618" y="261975"/>
                  </a:lnTo>
                  <a:lnTo>
                    <a:pt x="123355" y="265455"/>
                  </a:lnTo>
                  <a:lnTo>
                    <a:pt x="123355" y="272643"/>
                  </a:lnTo>
                  <a:lnTo>
                    <a:pt x="122682" y="275958"/>
                  </a:lnTo>
                  <a:lnTo>
                    <a:pt x="121678" y="279133"/>
                  </a:lnTo>
                  <a:lnTo>
                    <a:pt x="160807" y="308470"/>
                  </a:lnTo>
                  <a:lnTo>
                    <a:pt x="163779" y="306489"/>
                  </a:lnTo>
                  <a:lnTo>
                    <a:pt x="167144" y="305066"/>
                  </a:lnTo>
                  <a:lnTo>
                    <a:pt x="170675" y="304101"/>
                  </a:lnTo>
                  <a:lnTo>
                    <a:pt x="177038" y="221361"/>
                  </a:lnTo>
                  <a:close/>
                </a:path>
                <a:path w="516254" h="662304">
                  <a:moveTo>
                    <a:pt x="190652" y="330263"/>
                  </a:moveTo>
                  <a:lnTo>
                    <a:pt x="185623" y="325234"/>
                  </a:lnTo>
                  <a:lnTo>
                    <a:pt x="173240" y="325234"/>
                  </a:lnTo>
                  <a:lnTo>
                    <a:pt x="168224" y="330263"/>
                  </a:lnTo>
                  <a:lnTo>
                    <a:pt x="168224" y="342633"/>
                  </a:lnTo>
                  <a:lnTo>
                    <a:pt x="173240" y="347662"/>
                  </a:lnTo>
                  <a:lnTo>
                    <a:pt x="185623" y="347662"/>
                  </a:lnTo>
                  <a:lnTo>
                    <a:pt x="190652" y="342633"/>
                  </a:lnTo>
                  <a:lnTo>
                    <a:pt x="190652" y="336448"/>
                  </a:lnTo>
                  <a:lnTo>
                    <a:pt x="190652" y="330263"/>
                  </a:lnTo>
                  <a:close/>
                </a:path>
                <a:path w="516254" h="662304">
                  <a:moveTo>
                    <a:pt x="195884" y="107264"/>
                  </a:moveTo>
                  <a:lnTo>
                    <a:pt x="193598" y="105829"/>
                  </a:lnTo>
                  <a:lnTo>
                    <a:pt x="133223" y="148082"/>
                  </a:lnTo>
                  <a:lnTo>
                    <a:pt x="134569" y="153898"/>
                  </a:lnTo>
                  <a:lnTo>
                    <a:pt x="134569" y="156997"/>
                  </a:lnTo>
                  <a:lnTo>
                    <a:pt x="132638" y="168249"/>
                  </a:lnTo>
                  <a:lnTo>
                    <a:pt x="127266" y="177863"/>
                  </a:lnTo>
                  <a:lnTo>
                    <a:pt x="119138" y="185191"/>
                  </a:lnTo>
                  <a:lnTo>
                    <a:pt x="108940" y="189585"/>
                  </a:lnTo>
                  <a:lnTo>
                    <a:pt x="104025" y="238823"/>
                  </a:lnTo>
                  <a:lnTo>
                    <a:pt x="107797" y="240880"/>
                  </a:lnTo>
                  <a:lnTo>
                    <a:pt x="158851" y="201168"/>
                  </a:lnTo>
                  <a:lnTo>
                    <a:pt x="157746" y="197840"/>
                  </a:lnTo>
                  <a:lnTo>
                    <a:pt x="156997" y="194348"/>
                  </a:lnTo>
                  <a:lnTo>
                    <a:pt x="156997" y="190652"/>
                  </a:lnTo>
                  <a:lnTo>
                    <a:pt x="159219" y="178676"/>
                  </a:lnTo>
                  <a:lnTo>
                    <a:pt x="165328" y="168617"/>
                  </a:lnTo>
                  <a:lnTo>
                    <a:pt x="174472" y="161290"/>
                  </a:lnTo>
                  <a:lnTo>
                    <a:pt x="185839" y="157480"/>
                  </a:lnTo>
                  <a:lnTo>
                    <a:pt x="195884" y="107264"/>
                  </a:lnTo>
                  <a:close/>
                </a:path>
                <a:path w="516254" h="662304">
                  <a:moveTo>
                    <a:pt x="201866" y="184467"/>
                  </a:moveTo>
                  <a:lnTo>
                    <a:pt x="196837" y="179438"/>
                  </a:lnTo>
                  <a:lnTo>
                    <a:pt x="184454" y="179438"/>
                  </a:lnTo>
                  <a:lnTo>
                    <a:pt x="179438" y="184467"/>
                  </a:lnTo>
                  <a:lnTo>
                    <a:pt x="179438" y="196837"/>
                  </a:lnTo>
                  <a:lnTo>
                    <a:pt x="184454" y="201866"/>
                  </a:lnTo>
                  <a:lnTo>
                    <a:pt x="196837" y="201866"/>
                  </a:lnTo>
                  <a:lnTo>
                    <a:pt x="201866" y="196837"/>
                  </a:lnTo>
                  <a:lnTo>
                    <a:pt x="201866" y="190652"/>
                  </a:lnTo>
                  <a:lnTo>
                    <a:pt x="201866" y="184467"/>
                  </a:lnTo>
                  <a:close/>
                </a:path>
                <a:path w="516254" h="662304">
                  <a:moveTo>
                    <a:pt x="224294" y="72313"/>
                  </a:moveTo>
                  <a:lnTo>
                    <a:pt x="219265" y="67284"/>
                  </a:lnTo>
                  <a:lnTo>
                    <a:pt x="206883" y="67284"/>
                  </a:lnTo>
                  <a:lnTo>
                    <a:pt x="201866" y="72313"/>
                  </a:lnTo>
                  <a:lnTo>
                    <a:pt x="201866" y="84683"/>
                  </a:lnTo>
                  <a:lnTo>
                    <a:pt x="206883" y="89712"/>
                  </a:lnTo>
                  <a:lnTo>
                    <a:pt x="219265" y="89712"/>
                  </a:lnTo>
                  <a:lnTo>
                    <a:pt x="224294" y="84683"/>
                  </a:lnTo>
                  <a:lnTo>
                    <a:pt x="224294" y="78498"/>
                  </a:lnTo>
                  <a:lnTo>
                    <a:pt x="224294" y="72313"/>
                  </a:lnTo>
                  <a:close/>
                </a:path>
                <a:path w="516254" h="662304">
                  <a:moveTo>
                    <a:pt x="280377" y="330263"/>
                  </a:moveTo>
                  <a:lnTo>
                    <a:pt x="275348" y="325234"/>
                  </a:lnTo>
                  <a:lnTo>
                    <a:pt x="262966" y="325234"/>
                  </a:lnTo>
                  <a:lnTo>
                    <a:pt x="257949" y="330263"/>
                  </a:lnTo>
                  <a:lnTo>
                    <a:pt x="257949" y="342633"/>
                  </a:lnTo>
                  <a:lnTo>
                    <a:pt x="262966" y="347662"/>
                  </a:lnTo>
                  <a:lnTo>
                    <a:pt x="275348" y="347662"/>
                  </a:lnTo>
                  <a:lnTo>
                    <a:pt x="280377" y="342633"/>
                  </a:lnTo>
                  <a:lnTo>
                    <a:pt x="280377" y="336448"/>
                  </a:lnTo>
                  <a:lnTo>
                    <a:pt x="280377" y="330263"/>
                  </a:lnTo>
                  <a:close/>
                </a:path>
                <a:path w="516254" h="662304">
                  <a:moveTo>
                    <a:pt x="321843" y="89725"/>
                  </a:moveTo>
                  <a:lnTo>
                    <a:pt x="244665" y="89725"/>
                  </a:lnTo>
                  <a:lnTo>
                    <a:pt x="240499" y="97777"/>
                  </a:lnTo>
                  <a:lnTo>
                    <a:pt x="234403" y="104355"/>
                  </a:lnTo>
                  <a:lnTo>
                    <a:pt x="226758" y="109105"/>
                  </a:lnTo>
                  <a:lnTo>
                    <a:pt x="217893" y="111671"/>
                  </a:lnTo>
                  <a:lnTo>
                    <a:pt x="207848" y="161899"/>
                  </a:lnTo>
                  <a:lnTo>
                    <a:pt x="210718" y="163817"/>
                  </a:lnTo>
                  <a:lnTo>
                    <a:pt x="321843" y="89725"/>
                  </a:lnTo>
                  <a:close/>
                </a:path>
                <a:path w="516254" h="662304">
                  <a:moveTo>
                    <a:pt x="336448" y="206895"/>
                  </a:moveTo>
                  <a:lnTo>
                    <a:pt x="331419" y="201866"/>
                  </a:lnTo>
                  <a:lnTo>
                    <a:pt x="319036" y="201866"/>
                  </a:lnTo>
                  <a:lnTo>
                    <a:pt x="314020" y="206895"/>
                  </a:lnTo>
                  <a:lnTo>
                    <a:pt x="314020" y="219265"/>
                  </a:lnTo>
                  <a:lnTo>
                    <a:pt x="319036" y="224294"/>
                  </a:lnTo>
                  <a:lnTo>
                    <a:pt x="331419" y="224294"/>
                  </a:lnTo>
                  <a:lnTo>
                    <a:pt x="336448" y="219265"/>
                  </a:lnTo>
                  <a:lnTo>
                    <a:pt x="336448" y="213080"/>
                  </a:lnTo>
                  <a:lnTo>
                    <a:pt x="336448" y="206895"/>
                  </a:lnTo>
                  <a:close/>
                </a:path>
                <a:path w="516254" h="662304">
                  <a:moveTo>
                    <a:pt x="340321" y="106514"/>
                  </a:moveTo>
                  <a:lnTo>
                    <a:pt x="338823" y="105359"/>
                  </a:lnTo>
                  <a:lnTo>
                    <a:pt x="223177" y="182448"/>
                  </a:lnTo>
                  <a:lnTo>
                    <a:pt x="223710" y="184785"/>
                  </a:lnTo>
                  <a:lnTo>
                    <a:pt x="295960" y="196824"/>
                  </a:lnTo>
                  <a:lnTo>
                    <a:pt x="300659" y="190334"/>
                  </a:lnTo>
                  <a:lnTo>
                    <a:pt x="306743" y="185166"/>
                  </a:lnTo>
                  <a:lnTo>
                    <a:pt x="313944" y="181559"/>
                  </a:lnTo>
                  <a:lnTo>
                    <a:pt x="322021" y="179755"/>
                  </a:lnTo>
                  <a:lnTo>
                    <a:pt x="340321" y="106514"/>
                  </a:lnTo>
                  <a:close/>
                </a:path>
                <a:path w="516254" h="662304">
                  <a:moveTo>
                    <a:pt x="370090" y="72313"/>
                  </a:moveTo>
                  <a:lnTo>
                    <a:pt x="365061" y="67284"/>
                  </a:lnTo>
                  <a:lnTo>
                    <a:pt x="352679" y="67284"/>
                  </a:lnTo>
                  <a:lnTo>
                    <a:pt x="347662" y="72313"/>
                  </a:lnTo>
                  <a:lnTo>
                    <a:pt x="347662" y="84683"/>
                  </a:lnTo>
                  <a:lnTo>
                    <a:pt x="352679" y="89712"/>
                  </a:lnTo>
                  <a:lnTo>
                    <a:pt x="365061" y="89712"/>
                  </a:lnTo>
                  <a:lnTo>
                    <a:pt x="370090" y="84683"/>
                  </a:lnTo>
                  <a:lnTo>
                    <a:pt x="370090" y="78498"/>
                  </a:lnTo>
                  <a:lnTo>
                    <a:pt x="370090" y="72313"/>
                  </a:lnTo>
                  <a:close/>
                </a:path>
                <a:path w="516254" h="662304">
                  <a:moveTo>
                    <a:pt x="381304" y="285407"/>
                  </a:moveTo>
                  <a:lnTo>
                    <a:pt x="376275" y="280377"/>
                  </a:lnTo>
                  <a:lnTo>
                    <a:pt x="363893" y="280377"/>
                  </a:lnTo>
                  <a:lnTo>
                    <a:pt x="358876" y="285407"/>
                  </a:lnTo>
                  <a:lnTo>
                    <a:pt x="358876" y="297776"/>
                  </a:lnTo>
                  <a:lnTo>
                    <a:pt x="363893" y="302806"/>
                  </a:lnTo>
                  <a:lnTo>
                    <a:pt x="376275" y="302806"/>
                  </a:lnTo>
                  <a:lnTo>
                    <a:pt x="381304" y="297776"/>
                  </a:lnTo>
                  <a:lnTo>
                    <a:pt x="381304" y="291592"/>
                  </a:lnTo>
                  <a:lnTo>
                    <a:pt x="381304" y="285407"/>
                  </a:lnTo>
                  <a:close/>
                </a:path>
                <a:path w="516254" h="662304">
                  <a:moveTo>
                    <a:pt x="401027" y="212788"/>
                  </a:moveTo>
                  <a:lnTo>
                    <a:pt x="395808" y="206857"/>
                  </a:lnTo>
                  <a:lnTo>
                    <a:pt x="392518" y="199161"/>
                  </a:lnTo>
                  <a:lnTo>
                    <a:pt x="392518" y="190652"/>
                  </a:lnTo>
                  <a:lnTo>
                    <a:pt x="392518" y="182549"/>
                  </a:lnTo>
                  <a:lnTo>
                    <a:pt x="395528" y="175196"/>
                  </a:lnTo>
                  <a:lnTo>
                    <a:pt x="400316" y="169379"/>
                  </a:lnTo>
                  <a:lnTo>
                    <a:pt x="365569" y="111480"/>
                  </a:lnTo>
                  <a:lnTo>
                    <a:pt x="362089" y="111823"/>
                  </a:lnTo>
                  <a:lnTo>
                    <a:pt x="343789" y="185064"/>
                  </a:lnTo>
                  <a:lnTo>
                    <a:pt x="349973" y="190334"/>
                  </a:lnTo>
                  <a:lnTo>
                    <a:pt x="354736" y="196951"/>
                  </a:lnTo>
                  <a:lnTo>
                    <a:pt x="357797" y="204622"/>
                  </a:lnTo>
                  <a:lnTo>
                    <a:pt x="358876" y="213080"/>
                  </a:lnTo>
                  <a:lnTo>
                    <a:pt x="358876" y="221449"/>
                  </a:lnTo>
                  <a:lnTo>
                    <a:pt x="355688" y="229019"/>
                  </a:lnTo>
                  <a:lnTo>
                    <a:pt x="350621" y="234911"/>
                  </a:lnTo>
                  <a:lnTo>
                    <a:pt x="364121" y="258546"/>
                  </a:lnTo>
                  <a:lnTo>
                    <a:pt x="368046" y="257937"/>
                  </a:lnTo>
                  <a:lnTo>
                    <a:pt x="371983" y="257937"/>
                  </a:lnTo>
                  <a:lnTo>
                    <a:pt x="375640" y="258508"/>
                  </a:lnTo>
                  <a:lnTo>
                    <a:pt x="401027" y="212788"/>
                  </a:lnTo>
                  <a:close/>
                </a:path>
                <a:path w="516254" h="662304">
                  <a:moveTo>
                    <a:pt x="437388" y="184467"/>
                  </a:moveTo>
                  <a:lnTo>
                    <a:pt x="432358" y="179438"/>
                  </a:lnTo>
                  <a:lnTo>
                    <a:pt x="419976" y="179438"/>
                  </a:lnTo>
                  <a:lnTo>
                    <a:pt x="414959" y="184467"/>
                  </a:lnTo>
                  <a:lnTo>
                    <a:pt x="414959" y="196837"/>
                  </a:lnTo>
                  <a:lnTo>
                    <a:pt x="419976" y="201866"/>
                  </a:lnTo>
                  <a:lnTo>
                    <a:pt x="432358" y="201866"/>
                  </a:lnTo>
                  <a:lnTo>
                    <a:pt x="437388" y="196837"/>
                  </a:lnTo>
                  <a:lnTo>
                    <a:pt x="437388" y="190652"/>
                  </a:lnTo>
                  <a:lnTo>
                    <a:pt x="437388" y="184467"/>
                  </a:lnTo>
                  <a:close/>
                </a:path>
                <a:path w="516254" h="662304">
                  <a:moveTo>
                    <a:pt x="448195" y="83985"/>
                  </a:moveTo>
                  <a:lnTo>
                    <a:pt x="409143" y="49098"/>
                  </a:lnTo>
                  <a:lnTo>
                    <a:pt x="363588" y="22644"/>
                  </a:lnTo>
                  <a:lnTo>
                    <a:pt x="312775" y="5867"/>
                  </a:lnTo>
                  <a:lnTo>
                    <a:pt x="257937" y="0"/>
                  </a:lnTo>
                  <a:lnTo>
                    <a:pt x="209715" y="4521"/>
                  </a:lnTo>
                  <a:lnTo>
                    <a:pt x="164465" y="17551"/>
                  </a:lnTo>
                  <a:lnTo>
                    <a:pt x="123012" y="38227"/>
                  </a:lnTo>
                  <a:lnTo>
                    <a:pt x="86194" y="65722"/>
                  </a:lnTo>
                  <a:lnTo>
                    <a:pt x="54838" y="99212"/>
                  </a:lnTo>
                  <a:lnTo>
                    <a:pt x="85344" y="127368"/>
                  </a:lnTo>
                  <a:lnTo>
                    <a:pt x="90030" y="124904"/>
                  </a:lnTo>
                  <a:lnTo>
                    <a:pt x="95275" y="123367"/>
                  </a:lnTo>
                  <a:lnTo>
                    <a:pt x="100926" y="123367"/>
                  </a:lnTo>
                  <a:lnTo>
                    <a:pt x="108204" y="123367"/>
                  </a:lnTo>
                  <a:lnTo>
                    <a:pt x="114896" y="125742"/>
                  </a:lnTo>
                  <a:lnTo>
                    <a:pt x="120408" y="129679"/>
                  </a:lnTo>
                  <a:lnTo>
                    <a:pt x="180771" y="87426"/>
                  </a:lnTo>
                  <a:lnTo>
                    <a:pt x="179438" y="81610"/>
                  </a:lnTo>
                  <a:lnTo>
                    <a:pt x="179438" y="78511"/>
                  </a:lnTo>
                  <a:lnTo>
                    <a:pt x="182092" y="65430"/>
                  </a:lnTo>
                  <a:lnTo>
                    <a:pt x="189306" y="54724"/>
                  </a:lnTo>
                  <a:lnTo>
                    <a:pt x="199999" y="47510"/>
                  </a:lnTo>
                  <a:lnTo>
                    <a:pt x="213080" y="44869"/>
                  </a:lnTo>
                  <a:lnTo>
                    <a:pt x="223520" y="46532"/>
                  </a:lnTo>
                  <a:lnTo>
                    <a:pt x="232600" y="51193"/>
                  </a:lnTo>
                  <a:lnTo>
                    <a:pt x="239814" y="58293"/>
                  </a:lnTo>
                  <a:lnTo>
                    <a:pt x="244652" y="67297"/>
                  </a:lnTo>
                  <a:lnTo>
                    <a:pt x="327304" y="67297"/>
                  </a:lnTo>
                  <a:lnTo>
                    <a:pt x="332143" y="58293"/>
                  </a:lnTo>
                  <a:lnTo>
                    <a:pt x="339356" y="51193"/>
                  </a:lnTo>
                  <a:lnTo>
                    <a:pt x="348437" y="46532"/>
                  </a:lnTo>
                  <a:lnTo>
                    <a:pt x="358876" y="44869"/>
                  </a:lnTo>
                  <a:lnTo>
                    <a:pt x="371957" y="47510"/>
                  </a:lnTo>
                  <a:lnTo>
                    <a:pt x="382651" y="54724"/>
                  </a:lnTo>
                  <a:lnTo>
                    <a:pt x="389877" y="65430"/>
                  </a:lnTo>
                  <a:lnTo>
                    <a:pt x="392518" y="78511"/>
                  </a:lnTo>
                  <a:lnTo>
                    <a:pt x="392518" y="86614"/>
                  </a:lnTo>
                  <a:lnTo>
                    <a:pt x="389509" y="93967"/>
                  </a:lnTo>
                  <a:lnTo>
                    <a:pt x="384708" y="99783"/>
                  </a:lnTo>
                  <a:lnTo>
                    <a:pt x="396074" y="118719"/>
                  </a:lnTo>
                  <a:lnTo>
                    <a:pt x="448195" y="83985"/>
                  </a:lnTo>
                  <a:close/>
                </a:path>
                <a:path w="516254" h="662304">
                  <a:moveTo>
                    <a:pt x="515886" y="257937"/>
                  </a:moveTo>
                  <a:lnTo>
                    <a:pt x="513054" y="224294"/>
                  </a:lnTo>
                  <a:lnTo>
                    <a:pt x="512254" y="214731"/>
                  </a:lnTo>
                  <a:lnTo>
                    <a:pt x="501777" y="173824"/>
                  </a:lnTo>
                  <a:lnTo>
                    <a:pt x="494487" y="157238"/>
                  </a:lnTo>
                  <a:lnTo>
                    <a:pt x="494385" y="157010"/>
                  </a:lnTo>
                  <a:lnTo>
                    <a:pt x="485051" y="135813"/>
                  </a:lnTo>
                  <a:lnTo>
                    <a:pt x="462673" y="101282"/>
                  </a:lnTo>
                  <a:lnTo>
                    <a:pt x="407644" y="137972"/>
                  </a:lnTo>
                  <a:lnTo>
                    <a:pt x="419468" y="157683"/>
                  </a:lnTo>
                  <a:lnTo>
                    <a:pt x="421640" y="157238"/>
                  </a:lnTo>
                  <a:lnTo>
                    <a:pt x="423875" y="157010"/>
                  </a:lnTo>
                  <a:lnTo>
                    <a:pt x="426173" y="157010"/>
                  </a:lnTo>
                  <a:lnTo>
                    <a:pt x="439242" y="159664"/>
                  </a:lnTo>
                  <a:lnTo>
                    <a:pt x="449948" y="166878"/>
                  </a:lnTo>
                  <a:lnTo>
                    <a:pt x="457161" y="177571"/>
                  </a:lnTo>
                  <a:lnTo>
                    <a:pt x="459816" y="190652"/>
                  </a:lnTo>
                  <a:lnTo>
                    <a:pt x="457161" y="203733"/>
                  </a:lnTo>
                  <a:lnTo>
                    <a:pt x="449948" y="214426"/>
                  </a:lnTo>
                  <a:lnTo>
                    <a:pt x="439242" y="221653"/>
                  </a:lnTo>
                  <a:lnTo>
                    <a:pt x="426173" y="224294"/>
                  </a:lnTo>
                  <a:lnTo>
                    <a:pt x="424268" y="224294"/>
                  </a:lnTo>
                  <a:lnTo>
                    <a:pt x="422440" y="224040"/>
                  </a:lnTo>
                  <a:lnTo>
                    <a:pt x="420611" y="223735"/>
                  </a:lnTo>
                  <a:lnTo>
                    <a:pt x="395224" y="269430"/>
                  </a:lnTo>
                  <a:lnTo>
                    <a:pt x="400456" y="275374"/>
                  </a:lnTo>
                  <a:lnTo>
                    <a:pt x="403745" y="283070"/>
                  </a:lnTo>
                  <a:lnTo>
                    <a:pt x="403745" y="291579"/>
                  </a:lnTo>
                  <a:lnTo>
                    <a:pt x="401091" y="304673"/>
                  </a:lnTo>
                  <a:lnTo>
                    <a:pt x="393865" y="315366"/>
                  </a:lnTo>
                  <a:lnTo>
                    <a:pt x="383171" y="322592"/>
                  </a:lnTo>
                  <a:lnTo>
                    <a:pt x="370090" y="325234"/>
                  </a:lnTo>
                  <a:lnTo>
                    <a:pt x="363093" y="324497"/>
                  </a:lnTo>
                  <a:lnTo>
                    <a:pt x="356616" y="322389"/>
                  </a:lnTo>
                  <a:lnTo>
                    <a:pt x="350786" y="319062"/>
                  </a:lnTo>
                  <a:lnTo>
                    <a:pt x="345744" y="314680"/>
                  </a:lnTo>
                  <a:lnTo>
                    <a:pt x="302552" y="333883"/>
                  </a:lnTo>
                  <a:lnTo>
                    <a:pt x="302615" y="334733"/>
                  </a:lnTo>
                  <a:lnTo>
                    <a:pt x="302806" y="335572"/>
                  </a:lnTo>
                  <a:lnTo>
                    <a:pt x="302806" y="336448"/>
                  </a:lnTo>
                  <a:lnTo>
                    <a:pt x="301129" y="346887"/>
                  </a:lnTo>
                  <a:lnTo>
                    <a:pt x="296468" y="355968"/>
                  </a:lnTo>
                  <a:lnTo>
                    <a:pt x="289369" y="363194"/>
                  </a:lnTo>
                  <a:lnTo>
                    <a:pt x="280377" y="368020"/>
                  </a:lnTo>
                  <a:lnTo>
                    <a:pt x="280377" y="414947"/>
                  </a:lnTo>
                  <a:lnTo>
                    <a:pt x="257949" y="414947"/>
                  </a:lnTo>
                  <a:lnTo>
                    <a:pt x="257949" y="368020"/>
                  </a:lnTo>
                  <a:lnTo>
                    <a:pt x="248945" y="363194"/>
                  </a:lnTo>
                  <a:lnTo>
                    <a:pt x="241846" y="355968"/>
                  </a:lnTo>
                  <a:lnTo>
                    <a:pt x="237185" y="346887"/>
                  </a:lnTo>
                  <a:lnTo>
                    <a:pt x="235521" y="336448"/>
                  </a:lnTo>
                  <a:lnTo>
                    <a:pt x="238163" y="323367"/>
                  </a:lnTo>
                  <a:lnTo>
                    <a:pt x="245376" y="312674"/>
                  </a:lnTo>
                  <a:lnTo>
                    <a:pt x="256070" y="305460"/>
                  </a:lnTo>
                  <a:lnTo>
                    <a:pt x="269163" y="302806"/>
                  </a:lnTo>
                  <a:lnTo>
                    <a:pt x="276148" y="303555"/>
                  </a:lnTo>
                  <a:lnTo>
                    <a:pt x="282930" y="305752"/>
                  </a:lnTo>
                  <a:lnTo>
                    <a:pt x="282803" y="305752"/>
                  </a:lnTo>
                  <a:lnTo>
                    <a:pt x="288455" y="308978"/>
                  </a:lnTo>
                  <a:lnTo>
                    <a:pt x="293509" y="313347"/>
                  </a:lnTo>
                  <a:lnTo>
                    <a:pt x="317220" y="302806"/>
                  </a:lnTo>
                  <a:lnTo>
                    <a:pt x="336715" y="294144"/>
                  </a:lnTo>
                  <a:lnTo>
                    <a:pt x="336638" y="293281"/>
                  </a:lnTo>
                  <a:lnTo>
                    <a:pt x="336511" y="283070"/>
                  </a:lnTo>
                  <a:lnTo>
                    <a:pt x="339636" y="275653"/>
                  </a:lnTo>
                  <a:lnTo>
                    <a:pt x="344703" y="269748"/>
                  </a:lnTo>
                  <a:lnTo>
                    <a:pt x="331546" y="246722"/>
                  </a:lnTo>
                  <a:lnTo>
                    <a:pt x="331203" y="246113"/>
                  </a:lnTo>
                  <a:lnTo>
                    <a:pt x="329260" y="246468"/>
                  </a:lnTo>
                  <a:lnTo>
                    <a:pt x="327279" y="246722"/>
                  </a:lnTo>
                  <a:lnTo>
                    <a:pt x="325234" y="246722"/>
                  </a:lnTo>
                  <a:lnTo>
                    <a:pt x="313486" y="244602"/>
                  </a:lnTo>
                  <a:lnTo>
                    <a:pt x="303555" y="238747"/>
                  </a:lnTo>
                  <a:lnTo>
                    <a:pt x="296202" y="229946"/>
                  </a:lnTo>
                  <a:lnTo>
                    <a:pt x="292188" y="218948"/>
                  </a:lnTo>
                  <a:lnTo>
                    <a:pt x="219938" y="206895"/>
                  </a:lnTo>
                  <a:lnTo>
                    <a:pt x="216128" y="212382"/>
                  </a:lnTo>
                  <a:lnTo>
                    <a:pt x="211353" y="216992"/>
                  </a:lnTo>
                  <a:lnTo>
                    <a:pt x="205727" y="220573"/>
                  </a:lnTo>
                  <a:lnTo>
                    <a:pt x="199415" y="222999"/>
                  </a:lnTo>
                  <a:lnTo>
                    <a:pt x="193268" y="302806"/>
                  </a:lnTo>
                  <a:lnTo>
                    <a:pt x="193217" y="303555"/>
                  </a:lnTo>
                  <a:lnTo>
                    <a:pt x="193128" y="304673"/>
                  </a:lnTo>
                  <a:lnTo>
                    <a:pt x="193052" y="305752"/>
                  </a:lnTo>
                  <a:lnTo>
                    <a:pt x="201142" y="310832"/>
                  </a:lnTo>
                  <a:lnTo>
                    <a:pt x="207479" y="317919"/>
                  </a:lnTo>
                  <a:lnTo>
                    <a:pt x="211607" y="326605"/>
                  </a:lnTo>
                  <a:lnTo>
                    <a:pt x="213080" y="336448"/>
                  </a:lnTo>
                  <a:lnTo>
                    <a:pt x="211404" y="346887"/>
                  </a:lnTo>
                  <a:lnTo>
                    <a:pt x="206743" y="355968"/>
                  </a:lnTo>
                  <a:lnTo>
                    <a:pt x="199644" y="363194"/>
                  </a:lnTo>
                  <a:lnTo>
                    <a:pt x="190652" y="368020"/>
                  </a:lnTo>
                  <a:lnTo>
                    <a:pt x="190652" y="414947"/>
                  </a:lnTo>
                  <a:lnTo>
                    <a:pt x="190652" y="499491"/>
                  </a:lnTo>
                  <a:lnTo>
                    <a:pt x="190652" y="605599"/>
                  </a:lnTo>
                  <a:lnTo>
                    <a:pt x="190652" y="628040"/>
                  </a:lnTo>
                  <a:lnTo>
                    <a:pt x="190652" y="650468"/>
                  </a:lnTo>
                  <a:lnTo>
                    <a:pt x="168224" y="650468"/>
                  </a:lnTo>
                  <a:lnTo>
                    <a:pt x="168224" y="628040"/>
                  </a:lnTo>
                  <a:lnTo>
                    <a:pt x="190652" y="628040"/>
                  </a:lnTo>
                  <a:lnTo>
                    <a:pt x="190652" y="605599"/>
                  </a:lnTo>
                  <a:lnTo>
                    <a:pt x="168224" y="605599"/>
                  </a:lnTo>
                  <a:lnTo>
                    <a:pt x="168224" y="510527"/>
                  </a:lnTo>
                  <a:lnTo>
                    <a:pt x="128422" y="479920"/>
                  </a:lnTo>
                  <a:lnTo>
                    <a:pt x="142100" y="462127"/>
                  </a:lnTo>
                  <a:lnTo>
                    <a:pt x="190652" y="499491"/>
                  </a:lnTo>
                  <a:lnTo>
                    <a:pt x="190652" y="414947"/>
                  </a:lnTo>
                  <a:lnTo>
                    <a:pt x="168224" y="414947"/>
                  </a:lnTo>
                  <a:lnTo>
                    <a:pt x="168224" y="368020"/>
                  </a:lnTo>
                  <a:lnTo>
                    <a:pt x="159219" y="363194"/>
                  </a:lnTo>
                  <a:lnTo>
                    <a:pt x="152120" y="355968"/>
                  </a:lnTo>
                  <a:lnTo>
                    <a:pt x="147459" y="346887"/>
                  </a:lnTo>
                  <a:lnTo>
                    <a:pt x="145796" y="336448"/>
                  </a:lnTo>
                  <a:lnTo>
                    <a:pt x="145796" y="332955"/>
                  </a:lnTo>
                  <a:lnTo>
                    <a:pt x="146481" y="329653"/>
                  </a:lnTo>
                  <a:lnTo>
                    <a:pt x="147434" y="326605"/>
                  </a:lnTo>
                  <a:lnTo>
                    <a:pt x="147612" y="326605"/>
                  </a:lnTo>
                  <a:lnTo>
                    <a:pt x="115887" y="302806"/>
                  </a:lnTo>
                  <a:lnTo>
                    <a:pt x="108343" y="297141"/>
                  </a:lnTo>
                  <a:lnTo>
                    <a:pt x="103009" y="300697"/>
                  </a:lnTo>
                  <a:lnTo>
                    <a:pt x="96608" y="302806"/>
                  </a:lnTo>
                  <a:lnTo>
                    <a:pt x="89725" y="302806"/>
                  </a:lnTo>
                  <a:lnTo>
                    <a:pt x="76631" y="300164"/>
                  </a:lnTo>
                  <a:lnTo>
                    <a:pt x="65938" y="292938"/>
                  </a:lnTo>
                  <a:lnTo>
                    <a:pt x="58839" y="282422"/>
                  </a:lnTo>
                  <a:lnTo>
                    <a:pt x="58712" y="282244"/>
                  </a:lnTo>
                  <a:lnTo>
                    <a:pt x="56184" y="269748"/>
                  </a:lnTo>
                  <a:lnTo>
                    <a:pt x="56070" y="269151"/>
                  </a:lnTo>
                  <a:lnTo>
                    <a:pt x="58000" y="257937"/>
                  </a:lnTo>
                  <a:lnTo>
                    <a:pt x="63385" y="248310"/>
                  </a:lnTo>
                  <a:lnTo>
                    <a:pt x="71501" y="240982"/>
                  </a:lnTo>
                  <a:lnTo>
                    <a:pt x="81711" y="236575"/>
                  </a:lnTo>
                  <a:lnTo>
                    <a:pt x="86639" y="187325"/>
                  </a:lnTo>
                  <a:lnTo>
                    <a:pt x="78803" y="182206"/>
                  </a:lnTo>
                  <a:lnTo>
                    <a:pt x="72694" y="175183"/>
                  </a:lnTo>
                  <a:lnTo>
                    <a:pt x="68808" y="166878"/>
                  </a:lnTo>
                  <a:lnTo>
                    <a:pt x="68707" y="166662"/>
                  </a:lnTo>
                  <a:lnTo>
                    <a:pt x="67386" y="157683"/>
                  </a:lnTo>
                  <a:lnTo>
                    <a:pt x="67297" y="152298"/>
                  </a:lnTo>
                  <a:lnTo>
                    <a:pt x="68275" y="147815"/>
                  </a:lnTo>
                  <a:lnTo>
                    <a:pt x="70040" y="143738"/>
                  </a:lnTo>
                  <a:lnTo>
                    <a:pt x="41694" y="117589"/>
                  </a:lnTo>
                  <a:lnTo>
                    <a:pt x="24066" y="149301"/>
                  </a:lnTo>
                  <a:lnTo>
                    <a:pt x="10972" y="183527"/>
                  </a:lnTo>
                  <a:lnTo>
                    <a:pt x="2806" y="219875"/>
                  </a:lnTo>
                  <a:lnTo>
                    <a:pt x="0" y="257937"/>
                  </a:lnTo>
                  <a:lnTo>
                    <a:pt x="63" y="283222"/>
                  </a:lnTo>
                  <a:lnTo>
                    <a:pt x="4127" y="326605"/>
                  </a:lnTo>
                  <a:lnTo>
                    <a:pt x="17272" y="374789"/>
                  </a:lnTo>
                  <a:lnTo>
                    <a:pt x="37998" y="416864"/>
                  </a:lnTo>
                  <a:lnTo>
                    <a:pt x="65989" y="454621"/>
                  </a:lnTo>
                  <a:lnTo>
                    <a:pt x="100672" y="486854"/>
                  </a:lnTo>
                  <a:lnTo>
                    <a:pt x="145796" y="521576"/>
                  </a:lnTo>
                  <a:lnTo>
                    <a:pt x="145796" y="661682"/>
                  </a:lnTo>
                  <a:lnTo>
                    <a:pt x="381317" y="661682"/>
                  </a:lnTo>
                  <a:lnTo>
                    <a:pt x="381317" y="650468"/>
                  </a:lnTo>
                  <a:lnTo>
                    <a:pt x="381317" y="628040"/>
                  </a:lnTo>
                  <a:lnTo>
                    <a:pt x="381317" y="605599"/>
                  </a:lnTo>
                  <a:lnTo>
                    <a:pt x="381317" y="548906"/>
                  </a:lnTo>
                  <a:lnTo>
                    <a:pt x="346024" y="538175"/>
                  </a:lnTo>
                  <a:lnTo>
                    <a:pt x="317550" y="516102"/>
                  </a:lnTo>
                  <a:lnTo>
                    <a:pt x="298513" y="485368"/>
                  </a:lnTo>
                  <a:lnTo>
                    <a:pt x="294132" y="462127"/>
                  </a:lnTo>
                  <a:lnTo>
                    <a:pt x="291592" y="448589"/>
                  </a:lnTo>
                  <a:lnTo>
                    <a:pt x="314020" y="448589"/>
                  </a:lnTo>
                  <a:lnTo>
                    <a:pt x="320192" y="479120"/>
                  </a:lnTo>
                  <a:lnTo>
                    <a:pt x="337045" y="504075"/>
                  </a:lnTo>
                  <a:lnTo>
                    <a:pt x="362000" y="520928"/>
                  </a:lnTo>
                  <a:lnTo>
                    <a:pt x="392531" y="527100"/>
                  </a:lnTo>
                  <a:lnTo>
                    <a:pt x="472008" y="527100"/>
                  </a:lnTo>
                  <a:lnTo>
                    <a:pt x="479145" y="448589"/>
                  </a:lnTo>
                  <a:lnTo>
                    <a:pt x="482206" y="414947"/>
                  </a:lnTo>
                  <a:lnTo>
                    <a:pt x="482968" y="406628"/>
                  </a:lnTo>
                  <a:lnTo>
                    <a:pt x="515886" y="395643"/>
                  </a:lnTo>
                  <a:lnTo>
                    <a:pt x="515886" y="325234"/>
                  </a:lnTo>
                  <a:lnTo>
                    <a:pt x="515886" y="257937"/>
                  </a:lnTo>
                  <a:close/>
                </a:path>
              </a:pathLst>
            </a:custGeom>
            <a:solidFill>
              <a:srgbClr val="292929"/>
            </a:solidFill>
          </p:spPr>
          <p:txBody>
            <a:bodyPr wrap="square" lIns="0" tIns="0" rIns="0" bIns="0" rtlCol="0"/>
            <a:lstStyle/>
            <a:p>
              <a:endParaRPr/>
            </a:p>
          </p:txBody>
        </p:sp>
        <p:pic>
          <p:nvPicPr>
            <p:cNvPr id="33" name="object 33"/>
            <p:cNvPicPr/>
            <p:nvPr/>
          </p:nvPicPr>
          <p:blipFill>
            <a:blip r:embed="rId7" cstate="print"/>
            <a:stretch>
              <a:fillRect/>
            </a:stretch>
          </p:blipFill>
          <p:spPr>
            <a:xfrm>
              <a:off x="4790026" y="3730870"/>
              <a:ext cx="124612" cy="121564"/>
            </a:xfrm>
            <a:prstGeom prst="rect">
              <a:avLst/>
            </a:prstGeom>
          </p:spPr>
        </p:pic>
        <p:pic>
          <p:nvPicPr>
            <p:cNvPr id="34" name="object 34"/>
            <p:cNvPicPr/>
            <p:nvPr/>
          </p:nvPicPr>
          <p:blipFill>
            <a:blip r:embed="rId8" cstate="print"/>
            <a:stretch>
              <a:fillRect/>
            </a:stretch>
          </p:blipFill>
          <p:spPr>
            <a:xfrm>
              <a:off x="5350825" y="3730870"/>
              <a:ext cx="134531" cy="108661"/>
            </a:xfrm>
            <a:prstGeom prst="rect">
              <a:avLst/>
            </a:prstGeom>
          </p:spPr>
        </p:pic>
      </p:grpSp>
      <p:grpSp>
        <p:nvGrpSpPr>
          <p:cNvPr id="35" name="object 35"/>
          <p:cNvGrpSpPr/>
          <p:nvPr/>
        </p:nvGrpSpPr>
        <p:grpSpPr>
          <a:xfrm>
            <a:off x="382339" y="3276866"/>
            <a:ext cx="1064260" cy="5558790"/>
            <a:chOff x="382339" y="3276866"/>
            <a:chExt cx="1064260" cy="5558790"/>
          </a:xfrm>
        </p:grpSpPr>
        <p:sp>
          <p:nvSpPr>
            <p:cNvPr id="36" name="object 36"/>
            <p:cNvSpPr/>
            <p:nvPr/>
          </p:nvSpPr>
          <p:spPr>
            <a:xfrm>
              <a:off x="900109" y="3276866"/>
              <a:ext cx="0" cy="5558790"/>
            </a:xfrm>
            <a:custGeom>
              <a:avLst/>
              <a:gdLst/>
              <a:ahLst/>
              <a:cxnLst/>
              <a:rect l="l" t="t" r="r" b="b"/>
              <a:pathLst>
                <a:path h="5558790">
                  <a:moveTo>
                    <a:pt x="0" y="0"/>
                  </a:moveTo>
                  <a:lnTo>
                    <a:pt x="0" y="5558193"/>
                  </a:lnTo>
                </a:path>
              </a:pathLst>
            </a:custGeom>
            <a:ln w="28575">
              <a:solidFill>
                <a:srgbClr val="27DDDF"/>
              </a:solidFill>
            </a:ln>
          </p:spPr>
          <p:txBody>
            <a:bodyPr wrap="square" lIns="0" tIns="0" rIns="0" bIns="0" rtlCol="0"/>
            <a:lstStyle/>
            <a:p>
              <a:endParaRPr/>
            </a:p>
          </p:txBody>
        </p:sp>
        <p:sp>
          <p:nvSpPr>
            <p:cNvPr id="37" name="object 37"/>
            <p:cNvSpPr/>
            <p:nvPr/>
          </p:nvSpPr>
          <p:spPr>
            <a:xfrm>
              <a:off x="382339" y="3540852"/>
              <a:ext cx="1064260" cy="1064260"/>
            </a:xfrm>
            <a:custGeom>
              <a:avLst/>
              <a:gdLst/>
              <a:ahLst/>
              <a:cxnLst/>
              <a:rect l="l" t="t" r="r" b="b"/>
              <a:pathLst>
                <a:path w="1064260" h="1064260">
                  <a:moveTo>
                    <a:pt x="532091" y="0"/>
                  </a:moveTo>
                  <a:lnTo>
                    <a:pt x="483660" y="2174"/>
                  </a:lnTo>
                  <a:lnTo>
                    <a:pt x="436447" y="8572"/>
                  </a:lnTo>
                  <a:lnTo>
                    <a:pt x="390641" y="19005"/>
                  </a:lnTo>
                  <a:lnTo>
                    <a:pt x="346428" y="33287"/>
                  </a:lnTo>
                  <a:lnTo>
                    <a:pt x="303996" y="51229"/>
                  </a:lnTo>
                  <a:lnTo>
                    <a:pt x="263535" y="72643"/>
                  </a:lnTo>
                  <a:lnTo>
                    <a:pt x="225231" y="97341"/>
                  </a:lnTo>
                  <a:lnTo>
                    <a:pt x="189272" y="125136"/>
                  </a:lnTo>
                  <a:lnTo>
                    <a:pt x="155846" y="155840"/>
                  </a:lnTo>
                  <a:lnTo>
                    <a:pt x="125141" y="189264"/>
                  </a:lnTo>
                  <a:lnTo>
                    <a:pt x="97345" y="225222"/>
                  </a:lnTo>
                  <a:lnTo>
                    <a:pt x="72646" y="263525"/>
                  </a:lnTo>
                  <a:lnTo>
                    <a:pt x="51231" y="303986"/>
                  </a:lnTo>
                  <a:lnTo>
                    <a:pt x="33289" y="346417"/>
                  </a:lnTo>
                  <a:lnTo>
                    <a:pt x="19006" y="390629"/>
                  </a:lnTo>
                  <a:lnTo>
                    <a:pt x="8572" y="436435"/>
                  </a:lnTo>
                  <a:lnTo>
                    <a:pt x="2174" y="483648"/>
                  </a:lnTo>
                  <a:lnTo>
                    <a:pt x="0" y="532079"/>
                  </a:lnTo>
                  <a:lnTo>
                    <a:pt x="2174" y="580510"/>
                  </a:lnTo>
                  <a:lnTo>
                    <a:pt x="8572" y="627723"/>
                  </a:lnTo>
                  <a:lnTo>
                    <a:pt x="19006" y="673529"/>
                  </a:lnTo>
                  <a:lnTo>
                    <a:pt x="33289" y="717742"/>
                  </a:lnTo>
                  <a:lnTo>
                    <a:pt x="51231" y="760174"/>
                  </a:lnTo>
                  <a:lnTo>
                    <a:pt x="72646" y="800635"/>
                  </a:lnTo>
                  <a:lnTo>
                    <a:pt x="97345" y="838939"/>
                  </a:lnTo>
                  <a:lnTo>
                    <a:pt x="125141" y="874898"/>
                  </a:lnTo>
                  <a:lnTo>
                    <a:pt x="155846" y="908324"/>
                  </a:lnTo>
                  <a:lnTo>
                    <a:pt x="189272" y="939029"/>
                  </a:lnTo>
                  <a:lnTo>
                    <a:pt x="225231" y="966825"/>
                  </a:lnTo>
                  <a:lnTo>
                    <a:pt x="263535" y="991524"/>
                  </a:lnTo>
                  <a:lnTo>
                    <a:pt x="303996" y="1012939"/>
                  </a:lnTo>
                  <a:lnTo>
                    <a:pt x="346428" y="1030881"/>
                  </a:lnTo>
                  <a:lnTo>
                    <a:pt x="390641" y="1045164"/>
                  </a:lnTo>
                  <a:lnTo>
                    <a:pt x="436447" y="1055598"/>
                  </a:lnTo>
                  <a:lnTo>
                    <a:pt x="483660" y="1061996"/>
                  </a:lnTo>
                  <a:lnTo>
                    <a:pt x="532091" y="1064171"/>
                  </a:lnTo>
                  <a:lnTo>
                    <a:pt x="580522" y="1061996"/>
                  </a:lnTo>
                  <a:lnTo>
                    <a:pt x="627735" y="1055598"/>
                  </a:lnTo>
                  <a:lnTo>
                    <a:pt x="673541" y="1045164"/>
                  </a:lnTo>
                  <a:lnTo>
                    <a:pt x="717754" y="1030881"/>
                  </a:lnTo>
                  <a:lnTo>
                    <a:pt x="760184" y="1012939"/>
                  </a:lnTo>
                  <a:lnTo>
                    <a:pt x="800645" y="991524"/>
                  </a:lnTo>
                  <a:lnTo>
                    <a:pt x="838948" y="966825"/>
                  </a:lnTo>
                  <a:lnTo>
                    <a:pt x="874906" y="939029"/>
                  </a:lnTo>
                  <a:lnTo>
                    <a:pt x="908330" y="908324"/>
                  </a:lnTo>
                  <a:lnTo>
                    <a:pt x="939034" y="874898"/>
                  </a:lnTo>
                  <a:lnTo>
                    <a:pt x="966829" y="838939"/>
                  </a:lnTo>
                  <a:lnTo>
                    <a:pt x="991528" y="800635"/>
                  </a:lnTo>
                  <a:lnTo>
                    <a:pt x="1012941" y="760174"/>
                  </a:lnTo>
                  <a:lnTo>
                    <a:pt x="1030883" y="717742"/>
                  </a:lnTo>
                  <a:lnTo>
                    <a:pt x="1045165" y="673529"/>
                  </a:lnTo>
                  <a:lnTo>
                    <a:pt x="1055598" y="627723"/>
                  </a:lnTo>
                  <a:lnTo>
                    <a:pt x="1061996" y="580510"/>
                  </a:lnTo>
                  <a:lnTo>
                    <a:pt x="1064171" y="532079"/>
                  </a:lnTo>
                  <a:lnTo>
                    <a:pt x="1061996" y="483648"/>
                  </a:lnTo>
                  <a:lnTo>
                    <a:pt x="1055598" y="436435"/>
                  </a:lnTo>
                  <a:lnTo>
                    <a:pt x="1045165" y="390629"/>
                  </a:lnTo>
                  <a:lnTo>
                    <a:pt x="1030883" y="346417"/>
                  </a:lnTo>
                  <a:lnTo>
                    <a:pt x="1012941" y="303986"/>
                  </a:lnTo>
                  <a:lnTo>
                    <a:pt x="991528" y="263525"/>
                  </a:lnTo>
                  <a:lnTo>
                    <a:pt x="966829" y="225222"/>
                  </a:lnTo>
                  <a:lnTo>
                    <a:pt x="939034" y="189264"/>
                  </a:lnTo>
                  <a:lnTo>
                    <a:pt x="908330" y="155840"/>
                  </a:lnTo>
                  <a:lnTo>
                    <a:pt x="874906" y="125136"/>
                  </a:lnTo>
                  <a:lnTo>
                    <a:pt x="838948" y="97341"/>
                  </a:lnTo>
                  <a:lnTo>
                    <a:pt x="800645" y="72643"/>
                  </a:lnTo>
                  <a:lnTo>
                    <a:pt x="760184" y="51229"/>
                  </a:lnTo>
                  <a:lnTo>
                    <a:pt x="717754" y="33287"/>
                  </a:lnTo>
                  <a:lnTo>
                    <a:pt x="673541" y="19005"/>
                  </a:lnTo>
                  <a:lnTo>
                    <a:pt x="627735" y="8572"/>
                  </a:lnTo>
                  <a:lnTo>
                    <a:pt x="580522" y="2174"/>
                  </a:lnTo>
                  <a:lnTo>
                    <a:pt x="532091" y="0"/>
                  </a:lnTo>
                  <a:close/>
                </a:path>
              </a:pathLst>
            </a:custGeom>
            <a:solidFill>
              <a:srgbClr val="FFFFFF"/>
            </a:solidFill>
          </p:spPr>
          <p:txBody>
            <a:bodyPr wrap="square" lIns="0" tIns="0" rIns="0" bIns="0" rtlCol="0"/>
            <a:lstStyle/>
            <a:p>
              <a:endParaRPr/>
            </a:p>
          </p:txBody>
        </p:sp>
        <p:sp>
          <p:nvSpPr>
            <p:cNvPr id="38" name="object 38"/>
            <p:cNvSpPr/>
            <p:nvPr/>
          </p:nvSpPr>
          <p:spPr>
            <a:xfrm>
              <a:off x="544233" y="3888904"/>
              <a:ext cx="711835" cy="368300"/>
            </a:xfrm>
            <a:custGeom>
              <a:avLst/>
              <a:gdLst/>
              <a:ahLst/>
              <a:cxnLst/>
              <a:rect l="l" t="t" r="r" b="b"/>
              <a:pathLst>
                <a:path w="711835" h="368300">
                  <a:moveTo>
                    <a:pt x="272211" y="205498"/>
                  </a:moveTo>
                  <a:lnTo>
                    <a:pt x="270395" y="199885"/>
                  </a:lnTo>
                  <a:lnTo>
                    <a:pt x="261861" y="188595"/>
                  </a:lnTo>
                  <a:lnTo>
                    <a:pt x="254076" y="184658"/>
                  </a:lnTo>
                  <a:lnTo>
                    <a:pt x="245656" y="184658"/>
                  </a:lnTo>
                  <a:lnTo>
                    <a:pt x="235267" y="186766"/>
                  </a:lnTo>
                  <a:lnTo>
                    <a:pt x="226783" y="192493"/>
                  </a:lnTo>
                  <a:lnTo>
                    <a:pt x="221068" y="200977"/>
                  </a:lnTo>
                  <a:lnTo>
                    <a:pt x="218973" y="211340"/>
                  </a:lnTo>
                  <a:lnTo>
                    <a:pt x="221068" y="221729"/>
                  </a:lnTo>
                  <a:lnTo>
                    <a:pt x="226783" y="230212"/>
                  </a:lnTo>
                  <a:lnTo>
                    <a:pt x="235267" y="235940"/>
                  </a:lnTo>
                  <a:lnTo>
                    <a:pt x="245656" y="238036"/>
                  </a:lnTo>
                  <a:lnTo>
                    <a:pt x="253644" y="236829"/>
                  </a:lnTo>
                  <a:lnTo>
                    <a:pt x="272211" y="214693"/>
                  </a:lnTo>
                  <a:lnTo>
                    <a:pt x="272211" y="205498"/>
                  </a:lnTo>
                  <a:close/>
                </a:path>
                <a:path w="711835" h="368300">
                  <a:moveTo>
                    <a:pt x="414096" y="106426"/>
                  </a:moveTo>
                  <a:lnTo>
                    <a:pt x="411899" y="95592"/>
                  </a:lnTo>
                  <a:lnTo>
                    <a:pt x="405930" y="86728"/>
                  </a:lnTo>
                  <a:lnTo>
                    <a:pt x="397065" y="80746"/>
                  </a:lnTo>
                  <a:lnTo>
                    <a:pt x="386219" y="78549"/>
                  </a:lnTo>
                  <a:lnTo>
                    <a:pt x="375386" y="80746"/>
                  </a:lnTo>
                  <a:lnTo>
                    <a:pt x="366522" y="86728"/>
                  </a:lnTo>
                  <a:lnTo>
                    <a:pt x="360540" y="95592"/>
                  </a:lnTo>
                  <a:lnTo>
                    <a:pt x="358343" y="106426"/>
                  </a:lnTo>
                  <a:lnTo>
                    <a:pt x="360540" y="117271"/>
                  </a:lnTo>
                  <a:lnTo>
                    <a:pt x="366522" y="126136"/>
                  </a:lnTo>
                  <a:lnTo>
                    <a:pt x="375386" y="132105"/>
                  </a:lnTo>
                  <a:lnTo>
                    <a:pt x="386219" y="134302"/>
                  </a:lnTo>
                  <a:lnTo>
                    <a:pt x="397065" y="132105"/>
                  </a:lnTo>
                  <a:lnTo>
                    <a:pt x="405930" y="126123"/>
                  </a:lnTo>
                  <a:lnTo>
                    <a:pt x="411899" y="117259"/>
                  </a:lnTo>
                  <a:lnTo>
                    <a:pt x="414096" y="106426"/>
                  </a:lnTo>
                  <a:close/>
                </a:path>
                <a:path w="711835" h="368300">
                  <a:moveTo>
                    <a:pt x="443560" y="276682"/>
                  </a:moveTo>
                  <a:lnTo>
                    <a:pt x="441363" y="265836"/>
                  </a:lnTo>
                  <a:lnTo>
                    <a:pt x="435381" y="256971"/>
                  </a:lnTo>
                  <a:lnTo>
                    <a:pt x="426516" y="250990"/>
                  </a:lnTo>
                  <a:lnTo>
                    <a:pt x="415683" y="248805"/>
                  </a:lnTo>
                  <a:lnTo>
                    <a:pt x="404837" y="251002"/>
                  </a:lnTo>
                  <a:lnTo>
                    <a:pt x="395973" y="256971"/>
                  </a:lnTo>
                  <a:lnTo>
                    <a:pt x="390004" y="265836"/>
                  </a:lnTo>
                  <a:lnTo>
                    <a:pt x="387807" y="276682"/>
                  </a:lnTo>
                  <a:lnTo>
                    <a:pt x="390004" y="287515"/>
                  </a:lnTo>
                  <a:lnTo>
                    <a:pt x="395973" y="296379"/>
                  </a:lnTo>
                  <a:lnTo>
                    <a:pt x="404837" y="302361"/>
                  </a:lnTo>
                  <a:lnTo>
                    <a:pt x="415683" y="304558"/>
                  </a:lnTo>
                  <a:lnTo>
                    <a:pt x="426516" y="302361"/>
                  </a:lnTo>
                  <a:lnTo>
                    <a:pt x="435381" y="296379"/>
                  </a:lnTo>
                  <a:lnTo>
                    <a:pt x="441363" y="287515"/>
                  </a:lnTo>
                  <a:lnTo>
                    <a:pt x="443560" y="276682"/>
                  </a:lnTo>
                  <a:close/>
                </a:path>
                <a:path w="711835" h="368300">
                  <a:moveTo>
                    <a:pt x="711669" y="265176"/>
                  </a:moveTo>
                  <a:lnTo>
                    <a:pt x="703554" y="225056"/>
                  </a:lnTo>
                  <a:lnTo>
                    <a:pt x="681482" y="192341"/>
                  </a:lnTo>
                  <a:lnTo>
                    <a:pt x="648614" y="170129"/>
                  </a:lnTo>
                  <a:lnTo>
                    <a:pt x="608495" y="162001"/>
                  </a:lnTo>
                  <a:lnTo>
                    <a:pt x="547319" y="162001"/>
                  </a:lnTo>
                  <a:lnTo>
                    <a:pt x="543979" y="160540"/>
                  </a:lnTo>
                  <a:lnTo>
                    <a:pt x="543204" y="159715"/>
                  </a:lnTo>
                  <a:lnTo>
                    <a:pt x="539242" y="155524"/>
                  </a:lnTo>
                  <a:lnTo>
                    <a:pt x="537933" y="151980"/>
                  </a:lnTo>
                  <a:lnTo>
                    <a:pt x="538391" y="144462"/>
                  </a:lnTo>
                  <a:lnTo>
                    <a:pt x="538619" y="140982"/>
                  </a:lnTo>
                  <a:lnTo>
                    <a:pt x="538505" y="135191"/>
                  </a:lnTo>
                  <a:lnTo>
                    <a:pt x="531952" y="93903"/>
                  </a:lnTo>
                  <a:lnTo>
                    <a:pt x="523760" y="77800"/>
                  </a:lnTo>
                  <a:lnTo>
                    <a:pt x="523760" y="135191"/>
                  </a:lnTo>
                  <a:lnTo>
                    <a:pt x="518058" y="140982"/>
                  </a:lnTo>
                  <a:lnTo>
                    <a:pt x="504024" y="140982"/>
                  </a:lnTo>
                  <a:lnTo>
                    <a:pt x="498348" y="135369"/>
                  </a:lnTo>
                  <a:lnTo>
                    <a:pt x="498271" y="128168"/>
                  </a:lnTo>
                  <a:lnTo>
                    <a:pt x="497484" y="118364"/>
                  </a:lnTo>
                  <a:lnTo>
                    <a:pt x="493064" y="99034"/>
                  </a:lnTo>
                  <a:lnTo>
                    <a:pt x="481901" y="75514"/>
                  </a:lnTo>
                  <a:lnTo>
                    <a:pt x="468972" y="61620"/>
                  </a:lnTo>
                  <a:lnTo>
                    <a:pt x="468972" y="276669"/>
                  </a:lnTo>
                  <a:lnTo>
                    <a:pt x="464781" y="297395"/>
                  </a:lnTo>
                  <a:lnTo>
                    <a:pt x="453339" y="314337"/>
                  </a:lnTo>
                  <a:lnTo>
                    <a:pt x="436397" y="325767"/>
                  </a:lnTo>
                  <a:lnTo>
                    <a:pt x="415683" y="329958"/>
                  </a:lnTo>
                  <a:lnTo>
                    <a:pt x="394957" y="325767"/>
                  </a:lnTo>
                  <a:lnTo>
                    <a:pt x="378015" y="314337"/>
                  </a:lnTo>
                  <a:lnTo>
                    <a:pt x="366572" y="297395"/>
                  </a:lnTo>
                  <a:lnTo>
                    <a:pt x="362381" y="276669"/>
                  </a:lnTo>
                  <a:lnTo>
                    <a:pt x="362381" y="274510"/>
                  </a:lnTo>
                  <a:lnTo>
                    <a:pt x="362775" y="272300"/>
                  </a:lnTo>
                  <a:lnTo>
                    <a:pt x="363016" y="270294"/>
                  </a:lnTo>
                  <a:lnTo>
                    <a:pt x="363042" y="270129"/>
                  </a:lnTo>
                  <a:lnTo>
                    <a:pt x="345694" y="263461"/>
                  </a:lnTo>
                  <a:lnTo>
                    <a:pt x="288086" y="241312"/>
                  </a:lnTo>
                  <a:lnTo>
                    <a:pt x="279933" y="250520"/>
                  </a:lnTo>
                  <a:lnTo>
                    <a:pt x="269875" y="257492"/>
                  </a:lnTo>
                  <a:lnTo>
                    <a:pt x="258318" y="261912"/>
                  </a:lnTo>
                  <a:lnTo>
                    <a:pt x="245656" y="263461"/>
                  </a:lnTo>
                  <a:lnTo>
                    <a:pt x="225386" y="259359"/>
                  </a:lnTo>
                  <a:lnTo>
                    <a:pt x="208826" y="248183"/>
                  </a:lnTo>
                  <a:lnTo>
                    <a:pt x="197650" y="231622"/>
                  </a:lnTo>
                  <a:lnTo>
                    <a:pt x="193649" y="211886"/>
                  </a:lnTo>
                  <a:lnTo>
                    <a:pt x="193548" y="211353"/>
                  </a:lnTo>
                  <a:lnTo>
                    <a:pt x="197573" y="191452"/>
                  </a:lnTo>
                  <a:lnTo>
                    <a:pt x="197650" y="191096"/>
                  </a:lnTo>
                  <a:lnTo>
                    <a:pt x="200863" y="186334"/>
                  </a:lnTo>
                  <a:lnTo>
                    <a:pt x="208826" y="174523"/>
                  </a:lnTo>
                  <a:lnTo>
                    <a:pt x="225386" y="163347"/>
                  </a:lnTo>
                  <a:lnTo>
                    <a:pt x="245656" y="159245"/>
                  </a:lnTo>
                  <a:lnTo>
                    <a:pt x="254622" y="160020"/>
                  </a:lnTo>
                  <a:lnTo>
                    <a:pt x="263182" y="162306"/>
                  </a:lnTo>
                  <a:lnTo>
                    <a:pt x="271170" y="165989"/>
                  </a:lnTo>
                  <a:lnTo>
                    <a:pt x="278460" y="171018"/>
                  </a:lnTo>
                  <a:lnTo>
                    <a:pt x="294233" y="159245"/>
                  </a:lnTo>
                  <a:lnTo>
                    <a:pt x="337159" y="127215"/>
                  </a:lnTo>
                  <a:lnTo>
                    <a:pt x="334441" y="120815"/>
                  </a:lnTo>
                  <a:lnTo>
                    <a:pt x="332930" y="113792"/>
                  </a:lnTo>
                  <a:lnTo>
                    <a:pt x="332930" y="106426"/>
                  </a:lnTo>
                  <a:lnTo>
                    <a:pt x="337121" y="85712"/>
                  </a:lnTo>
                  <a:lnTo>
                    <a:pt x="341109" y="79794"/>
                  </a:lnTo>
                  <a:lnTo>
                    <a:pt x="348564" y="68770"/>
                  </a:lnTo>
                  <a:lnTo>
                    <a:pt x="365493" y="57340"/>
                  </a:lnTo>
                  <a:lnTo>
                    <a:pt x="386219" y="53136"/>
                  </a:lnTo>
                  <a:lnTo>
                    <a:pt x="406946" y="57340"/>
                  </a:lnTo>
                  <a:lnTo>
                    <a:pt x="423887" y="68770"/>
                  </a:lnTo>
                  <a:lnTo>
                    <a:pt x="435330" y="85712"/>
                  </a:lnTo>
                  <a:lnTo>
                    <a:pt x="439521" y="106426"/>
                  </a:lnTo>
                  <a:lnTo>
                    <a:pt x="436613" y="120815"/>
                  </a:lnTo>
                  <a:lnTo>
                    <a:pt x="435279" y="127215"/>
                  </a:lnTo>
                  <a:lnTo>
                    <a:pt x="423887" y="144094"/>
                  </a:lnTo>
                  <a:lnTo>
                    <a:pt x="406946" y="155524"/>
                  </a:lnTo>
                  <a:lnTo>
                    <a:pt x="386219" y="159715"/>
                  </a:lnTo>
                  <a:lnTo>
                    <a:pt x="376847" y="158864"/>
                  </a:lnTo>
                  <a:lnTo>
                    <a:pt x="368046" y="156400"/>
                  </a:lnTo>
                  <a:lnTo>
                    <a:pt x="359918" y="152527"/>
                  </a:lnTo>
                  <a:lnTo>
                    <a:pt x="352577" y="147408"/>
                  </a:lnTo>
                  <a:lnTo>
                    <a:pt x="293560" y="191452"/>
                  </a:lnTo>
                  <a:lnTo>
                    <a:pt x="296113" y="197675"/>
                  </a:lnTo>
                  <a:lnTo>
                    <a:pt x="297624" y="204419"/>
                  </a:lnTo>
                  <a:lnTo>
                    <a:pt x="297624" y="213474"/>
                  </a:lnTo>
                  <a:lnTo>
                    <a:pt x="297294" y="215480"/>
                  </a:lnTo>
                  <a:lnTo>
                    <a:pt x="297053" y="217525"/>
                  </a:lnTo>
                  <a:lnTo>
                    <a:pt x="371970" y="246316"/>
                  </a:lnTo>
                  <a:lnTo>
                    <a:pt x="380326" y="236905"/>
                  </a:lnTo>
                  <a:lnTo>
                    <a:pt x="390652" y="229666"/>
                  </a:lnTo>
                  <a:lnTo>
                    <a:pt x="402488" y="225056"/>
                  </a:lnTo>
                  <a:lnTo>
                    <a:pt x="402323" y="225056"/>
                  </a:lnTo>
                  <a:lnTo>
                    <a:pt x="415683" y="223380"/>
                  </a:lnTo>
                  <a:lnTo>
                    <a:pt x="436397" y="227584"/>
                  </a:lnTo>
                  <a:lnTo>
                    <a:pt x="453339" y="239014"/>
                  </a:lnTo>
                  <a:lnTo>
                    <a:pt x="464781" y="255955"/>
                  </a:lnTo>
                  <a:lnTo>
                    <a:pt x="468972" y="276669"/>
                  </a:lnTo>
                  <a:lnTo>
                    <a:pt x="468972" y="61620"/>
                  </a:lnTo>
                  <a:lnTo>
                    <a:pt x="421373" y="36156"/>
                  </a:lnTo>
                  <a:lnTo>
                    <a:pt x="400799" y="34226"/>
                  </a:lnTo>
                  <a:lnTo>
                    <a:pt x="389851" y="35090"/>
                  </a:lnTo>
                  <a:lnTo>
                    <a:pt x="382968" y="36156"/>
                  </a:lnTo>
                  <a:lnTo>
                    <a:pt x="376453" y="31305"/>
                  </a:lnTo>
                  <a:lnTo>
                    <a:pt x="374421" y="17411"/>
                  </a:lnTo>
                  <a:lnTo>
                    <a:pt x="379222" y="10960"/>
                  </a:lnTo>
                  <a:lnTo>
                    <a:pt x="386168" y="9944"/>
                  </a:lnTo>
                  <a:lnTo>
                    <a:pt x="401561" y="8724"/>
                  </a:lnTo>
                  <a:lnTo>
                    <a:pt x="423379" y="10274"/>
                  </a:lnTo>
                  <a:lnTo>
                    <a:pt x="449389" y="17411"/>
                  </a:lnTo>
                  <a:lnTo>
                    <a:pt x="449249" y="17411"/>
                  </a:lnTo>
                  <a:lnTo>
                    <a:pt x="476224" y="32664"/>
                  </a:lnTo>
                  <a:lnTo>
                    <a:pt x="502488" y="60439"/>
                  </a:lnTo>
                  <a:lnTo>
                    <a:pt x="522528" y="113792"/>
                  </a:lnTo>
                  <a:lnTo>
                    <a:pt x="523760" y="135191"/>
                  </a:lnTo>
                  <a:lnTo>
                    <a:pt x="523760" y="77800"/>
                  </a:lnTo>
                  <a:lnTo>
                    <a:pt x="483666" y="26898"/>
                  </a:lnTo>
                  <a:lnTo>
                    <a:pt x="448779" y="8724"/>
                  </a:lnTo>
                  <a:lnTo>
                    <a:pt x="402234" y="0"/>
                  </a:lnTo>
                  <a:lnTo>
                    <a:pt x="365379" y="5054"/>
                  </a:lnTo>
                  <a:lnTo>
                    <a:pt x="331889" y="19519"/>
                  </a:lnTo>
                  <a:lnTo>
                    <a:pt x="303453" y="42379"/>
                  </a:lnTo>
                  <a:lnTo>
                    <a:pt x="281774" y="72618"/>
                  </a:lnTo>
                  <a:lnTo>
                    <a:pt x="279844" y="76263"/>
                  </a:lnTo>
                  <a:lnTo>
                    <a:pt x="276275" y="78740"/>
                  </a:lnTo>
                  <a:lnTo>
                    <a:pt x="268084" y="79794"/>
                  </a:lnTo>
                  <a:lnTo>
                    <a:pt x="263994" y="78333"/>
                  </a:lnTo>
                  <a:lnTo>
                    <a:pt x="261200" y="75311"/>
                  </a:lnTo>
                  <a:lnTo>
                    <a:pt x="246075" y="62014"/>
                  </a:lnTo>
                  <a:lnTo>
                    <a:pt x="228765" y="52184"/>
                  </a:lnTo>
                  <a:lnTo>
                    <a:pt x="209880" y="46075"/>
                  </a:lnTo>
                  <a:lnTo>
                    <a:pt x="190068" y="43980"/>
                  </a:lnTo>
                  <a:lnTo>
                    <a:pt x="152247" y="51612"/>
                  </a:lnTo>
                  <a:lnTo>
                    <a:pt x="123012" y="71297"/>
                  </a:lnTo>
                  <a:lnTo>
                    <a:pt x="123012" y="328942"/>
                  </a:lnTo>
                  <a:lnTo>
                    <a:pt x="122694" y="337997"/>
                  </a:lnTo>
                  <a:lnTo>
                    <a:pt x="122593" y="341058"/>
                  </a:lnTo>
                  <a:lnTo>
                    <a:pt x="122529" y="342811"/>
                  </a:lnTo>
                  <a:lnTo>
                    <a:pt x="116890" y="348208"/>
                  </a:lnTo>
                  <a:lnTo>
                    <a:pt x="109613" y="348208"/>
                  </a:lnTo>
                  <a:lnTo>
                    <a:pt x="76149" y="341058"/>
                  </a:lnTo>
                  <a:lnTo>
                    <a:pt x="48501" y="323697"/>
                  </a:lnTo>
                  <a:lnTo>
                    <a:pt x="29273" y="298513"/>
                  </a:lnTo>
                  <a:lnTo>
                    <a:pt x="21120" y="267919"/>
                  </a:lnTo>
                  <a:lnTo>
                    <a:pt x="23317" y="246316"/>
                  </a:lnTo>
                  <a:lnTo>
                    <a:pt x="47091" y="204736"/>
                  </a:lnTo>
                  <a:lnTo>
                    <a:pt x="72999" y="186334"/>
                  </a:lnTo>
                  <a:lnTo>
                    <a:pt x="80759" y="188455"/>
                  </a:lnTo>
                  <a:lnTo>
                    <a:pt x="87693" y="200660"/>
                  </a:lnTo>
                  <a:lnTo>
                    <a:pt x="85674" y="208026"/>
                  </a:lnTo>
                  <a:lnTo>
                    <a:pt x="85559" y="208432"/>
                  </a:lnTo>
                  <a:lnTo>
                    <a:pt x="79451" y="211886"/>
                  </a:lnTo>
                  <a:lnTo>
                    <a:pt x="65227" y="222516"/>
                  </a:lnTo>
                  <a:lnTo>
                    <a:pt x="54622" y="235788"/>
                  </a:lnTo>
                  <a:lnTo>
                    <a:pt x="48310" y="250520"/>
                  </a:lnTo>
                  <a:lnTo>
                    <a:pt x="48196" y="250774"/>
                  </a:lnTo>
                  <a:lnTo>
                    <a:pt x="66471" y="305422"/>
                  </a:lnTo>
                  <a:lnTo>
                    <a:pt x="110515" y="322808"/>
                  </a:lnTo>
                  <a:lnTo>
                    <a:pt x="117525" y="323049"/>
                  </a:lnTo>
                  <a:lnTo>
                    <a:pt x="123012" y="328942"/>
                  </a:lnTo>
                  <a:lnTo>
                    <a:pt x="123012" y="71297"/>
                  </a:lnTo>
                  <a:lnTo>
                    <a:pt x="121323" y="72428"/>
                  </a:lnTo>
                  <a:lnTo>
                    <a:pt x="100457" y="103263"/>
                  </a:lnTo>
                  <a:lnTo>
                    <a:pt x="92913" y="140436"/>
                  </a:lnTo>
                  <a:lnTo>
                    <a:pt x="92849" y="144462"/>
                  </a:lnTo>
                  <a:lnTo>
                    <a:pt x="93014" y="146659"/>
                  </a:lnTo>
                  <a:lnTo>
                    <a:pt x="94386" y="155524"/>
                  </a:lnTo>
                  <a:lnTo>
                    <a:pt x="94386" y="156400"/>
                  </a:lnTo>
                  <a:lnTo>
                    <a:pt x="90043" y="162585"/>
                  </a:lnTo>
                  <a:lnTo>
                    <a:pt x="83362" y="163906"/>
                  </a:lnTo>
                  <a:lnTo>
                    <a:pt x="68541" y="167995"/>
                  </a:lnTo>
                  <a:lnTo>
                    <a:pt x="30073" y="192341"/>
                  </a:lnTo>
                  <a:lnTo>
                    <a:pt x="7759" y="225691"/>
                  </a:lnTo>
                  <a:lnTo>
                    <a:pt x="0" y="265176"/>
                  </a:lnTo>
                  <a:lnTo>
                    <a:pt x="0" y="270294"/>
                  </a:lnTo>
                  <a:lnTo>
                    <a:pt x="12496" y="314071"/>
                  </a:lnTo>
                  <a:lnTo>
                    <a:pt x="66243" y="361264"/>
                  </a:lnTo>
                  <a:lnTo>
                    <a:pt x="102895" y="368058"/>
                  </a:lnTo>
                  <a:lnTo>
                    <a:pt x="608495" y="368058"/>
                  </a:lnTo>
                  <a:lnTo>
                    <a:pt x="647966" y="360299"/>
                  </a:lnTo>
                  <a:lnTo>
                    <a:pt x="681316" y="337997"/>
                  </a:lnTo>
                  <a:lnTo>
                    <a:pt x="703834" y="304520"/>
                  </a:lnTo>
                  <a:lnTo>
                    <a:pt x="709676" y="285356"/>
                  </a:lnTo>
                  <a:lnTo>
                    <a:pt x="711669" y="265176"/>
                  </a:lnTo>
                  <a:close/>
                </a:path>
              </a:pathLst>
            </a:custGeom>
            <a:solidFill>
              <a:srgbClr val="292929"/>
            </a:solidFill>
          </p:spPr>
          <p:txBody>
            <a:bodyPr wrap="square" lIns="0" tIns="0" rIns="0" bIns="0" rtlCol="0"/>
            <a:lstStyle/>
            <a:p>
              <a:endParaRPr/>
            </a:p>
          </p:txBody>
        </p:sp>
      </p:grpSp>
      <p:sp>
        <p:nvSpPr>
          <p:cNvPr id="39" name="object 39"/>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12</a:t>
            </a:fld>
            <a:r>
              <a:rPr spc="-25"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5" dirty="0">
                <a:latin typeface="Bebas Neue Regular"/>
                <a:cs typeface="Bebas Neue Regular"/>
              </a:rPr>
              <a:t>EVALUATION</a:t>
            </a:r>
            <a:r>
              <a:rPr spc="-300" dirty="0">
                <a:latin typeface="Bebas Neue Regular"/>
                <a:cs typeface="Bebas Neue Regular"/>
              </a:rPr>
              <a:t> </a:t>
            </a:r>
            <a:r>
              <a:rPr spc="-10" dirty="0">
                <a:latin typeface="Bebas Neue Regular"/>
                <a:cs typeface="Bebas Neue Regular"/>
              </a:rPr>
              <a:t>METRICS</a:t>
            </a:r>
          </a:p>
        </p:txBody>
      </p:sp>
      <p:grpSp>
        <p:nvGrpSpPr>
          <p:cNvPr id="3" name="object 3"/>
          <p:cNvGrpSpPr/>
          <p:nvPr/>
        </p:nvGrpSpPr>
        <p:grpSpPr>
          <a:xfrm>
            <a:off x="12288139" y="3812054"/>
            <a:ext cx="795655" cy="931544"/>
            <a:chOff x="12288139" y="3812054"/>
            <a:chExt cx="795655" cy="931544"/>
          </a:xfrm>
        </p:grpSpPr>
        <p:sp>
          <p:nvSpPr>
            <p:cNvPr id="4" name="object 4"/>
            <p:cNvSpPr/>
            <p:nvPr/>
          </p:nvSpPr>
          <p:spPr>
            <a:xfrm>
              <a:off x="12288127" y="3980294"/>
              <a:ext cx="779780" cy="763270"/>
            </a:xfrm>
            <a:custGeom>
              <a:avLst/>
              <a:gdLst/>
              <a:ahLst/>
              <a:cxnLst/>
              <a:rect l="l" t="t" r="r" b="b"/>
              <a:pathLst>
                <a:path w="779780" h="763270">
                  <a:moveTo>
                    <a:pt x="331597" y="339509"/>
                  </a:moveTo>
                  <a:lnTo>
                    <a:pt x="329641" y="329844"/>
                  </a:lnTo>
                  <a:lnTo>
                    <a:pt x="324319" y="321932"/>
                  </a:lnTo>
                  <a:lnTo>
                    <a:pt x="316407" y="316598"/>
                  </a:lnTo>
                  <a:lnTo>
                    <a:pt x="306730" y="314642"/>
                  </a:lnTo>
                  <a:lnTo>
                    <a:pt x="297040" y="316598"/>
                  </a:lnTo>
                  <a:lnTo>
                    <a:pt x="289140" y="321932"/>
                  </a:lnTo>
                  <a:lnTo>
                    <a:pt x="283819" y="329844"/>
                  </a:lnTo>
                  <a:lnTo>
                    <a:pt x="281863" y="339509"/>
                  </a:lnTo>
                  <a:lnTo>
                    <a:pt x="281863" y="422427"/>
                  </a:lnTo>
                  <a:lnTo>
                    <a:pt x="283819" y="432104"/>
                  </a:lnTo>
                  <a:lnTo>
                    <a:pt x="289140" y="440016"/>
                  </a:lnTo>
                  <a:lnTo>
                    <a:pt x="297040" y="445350"/>
                  </a:lnTo>
                  <a:lnTo>
                    <a:pt x="306730" y="447294"/>
                  </a:lnTo>
                  <a:lnTo>
                    <a:pt x="316407" y="445350"/>
                  </a:lnTo>
                  <a:lnTo>
                    <a:pt x="324319" y="440016"/>
                  </a:lnTo>
                  <a:lnTo>
                    <a:pt x="329641" y="432104"/>
                  </a:lnTo>
                  <a:lnTo>
                    <a:pt x="331597" y="422427"/>
                  </a:lnTo>
                  <a:lnTo>
                    <a:pt x="331597" y="339509"/>
                  </a:lnTo>
                  <a:close/>
                </a:path>
                <a:path w="779780" h="763270">
                  <a:moveTo>
                    <a:pt x="746150" y="231736"/>
                  </a:moveTo>
                  <a:lnTo>
                    <a:pt x="646658" y="231736"/>
                  </a:lnTo>
                  <a:lnTo>
                    <a:pt x="650570" y="251104"/>
                  </a:lnTo>
                  <a:lnTo>
                    <a:pt x="661225" y="266915"/>
                  </a:lnTo>
                  <a:lnTo>
                    <a:pt x="677037" y="277571"/>
                  </a:lnTo>
                  <a:lnTo>
                    <a:pt x="696404" y="281482"/>
                  </a:lnTo>
                  <a:lnTo>
                    <a:pt x="715759" y="277571"/>
                  </a:lnTo>
                  <a:lnTo>
                    <a:pt x="731583" y="266915"/>
                  </a:lnTo>
                  <a:lnTo>
                    <a:pt x="742238" y="251104"/>
                  </a:lnTo>
                  <a:lnTo>
                    <a:pt x="746150" y="231736"/>
                  </a:lnTo>
                  <a:close/>
                </a:path>
                <a:path w="779780" h="763270">
                  <a:moveTo>
                    <a:pt x="762673" y="390486"/>
                  </a:moveTo>
                  <a:lnTo>
                    <a:pt x="760666" y="341706"/>
                  </a:lnTo>
                  <a:lnTo>
                    <a:pt x="752221" y="292633"/>
                  </a:lnTo>
                  <a:lnTo>
                    <a:pt x="740003" y="302018"/>
                  </a:lnTo>
                  <a:lnTo>
                    <a:pt x="726389" y="308902"/>
                  </a:lnTo>
                  <a:lnTo>
                    <a:pt x="711733" y="313169"/>
                  </a:lnTo>
                  <a:lnTo>
                    <a:pt x="710895" y="313258"/>
                  </a:lnTo>
                  <a:lnTo>
                    <a:pt x="710895" y="465988"/>
                  </a:lnTo>
                  <a:lnTo>
                    <a:pt x="693305" y="520687"/>
                  </a:lnTo>
                  <a:lnTo>
                    <a:pt x="669950" y="565010"/>
                  </a:lnTo>
                  <a:lnTo>
                    <a:pt x="640435" y="605015"/>
                  </a:lnTo>
                  <a:lnTo>
                    <a:pt x="605383" y="640067"/>
                  </a:lnTo>
                  <a:lnTo>
                    <a:pt x="565378" y="669582"/>
                  </a:lnTo>
                  <a:lnTo>
                    <a:pt x="521055" y="692937"/>
                  </a:lnTo>
                  <a:lnTo>
                    <a:pt x="473011" y="709523"/>
                  </a:lnTo>
                  <a:lnTo>
                    <a:pt x="467664" y="710565"/>
                  </a:lnTo>
                  <a:lnTo>
                    <a:pt x="458673" y="710565"/>
                  </a:lnTo>
                  <a:lnTo>
                    <a:pt x="415023" y="584542"/>
                  </a:lnTo>
                  <a:lnTo>
                    <a:pt x="413689" y="575652"/>
                  </a:lnTo>
                  <a:lnTo>
                    <a:pt x="419684" y="567321"/>
                  </a:lnTo>
                  <a:lnTo>
                    <a:pt x="437400" y="564197"/>
                  </a:lnTo>
                  <a:lnTo>
                    <a:pt x="445884" y="569976"/>
                  </a:lnTo>
                  <a:lnTo>
                    <a:pt x="447675" y="578789"/>
                  </a:lnTo>
                  <a:lnTo>
                    <a:pt x="465086" y="677316"/>
                  </a:lnTo>
                  <a:lnTo>
                    <a:pt x="508228" y="662343"/>
                  </a:lnTo>
                  <a:lnTo>
                    <a:pt x="548030" y="641311"/>
                  </a:lnTo>
                  <a:lnTo>
                    <a:pt x="583933" y="614756"/>
                  </a:lnTo>
                  <a:lnTo>
                    <a:pt x="615416" y="583234"/>
                  </a:lnTo>
                  <a:lnTo>
                    <a:pt x="629437" y="564197"/>
                  </a:lnTo>
                  <a:lnTo>
                    <a:pt x="641921" y="547281"/>
                  </a:lnTo>
                  <a:lnTo>
                    <a:pt x="662901" y="507453"/>
                  </a:lnTo>
                  <a:lnTo>
                    <a:pt x="672211" y="480466"/>
                  </a:lnTo>
                  <a:lnTo>
                    <a:pt x="677811" y="464273"/>
                  </a:lnTo>
                  <a:lnTo>
                    <a:pt x="579170" y="447294"/>
                  </a:lnTo>
                  <a:lnTo>
                    <a:pt x="570357" y="445516"/>
                  </a:lnTo>
                  <a:lnTo>
                    <a:pt x="564667" y="437159"/>
                  </a:lnTo>
                  <a:lnTo>
                    <a:pt x="564578" y="437019"/>
                  </a:lnTo>
                  <a:lnTo>
                    <a:pt x="567690" y="419315"/>
                  </a:lnTo>
                  <a:lnTo>
                    <a:pt x="576033" y="413321"/>
                  </a:lnTo>
                  <a:lnTo>
                    <a:pt x="584923" y="414642"/>
                  </a:lnTo>
                  <a:lnTo>
                    <a:pt x="683653" y="432104"/>
                  </a:lnTo>
                  <a:lnTo>
                    <a:pt x="710412" y="458978"/>
                  </a:lnTo>
                  <a:lnTo>
                    <a:pt x="710514" y="459346"/>
                  </a:lnTo>
                  <a:lnTo>
                    <a:pt x="710755" y="463473"/>
                  </a:lnTo>
                  <a:lnTo>
                    <a:pt x="710780" y="463880"/>
                  </a:lnTo>
                  <a:lnTo>
                    <a:pt x="710895" y="465988"/>
                  </a:lnTo>
                  <a:lnTo>
                    <a:pt x="710895" y="313258"/>
                  </a:lnTo>
                  <a:lnTo>
                    <a:pt x="696404" y="314642"/>
                  </a:lnTo>
                  <a:lnTo>
                    <a:pt x="664146" y="308102"/>
                  </a:lnTo>
                  <a:lnTo>
                    <a:pt x="637806" y="290334"/>
                  </a:lnTo>
                  <a:lnTo>
                    <a:pt x="631837" y="281482"/>
                  </a:lnTo>
                  <a:lnTo>
                    <a:pt x="620039" y="263994"/>
                  </a:lnTo>
                  <a:lnTo>
                    <a:pt x="613498" y="231736"/>
                  </a:lnTo>
                  <a:lnTo>
                    <a:pt x="613498" y="228676"/>
                  </a:lnTo>
                  <a:lnTo>
                    <a:pt x="602500" y="223266"/>
                  </a:lnTo>
                  <a:lnTo>
                    <a:pt x="580339" y="182130"/>
                  </a:lnTo>
                  <a:lnTo>
                    <a:pt x="581812" y="170078"/>
                  </a:lnTo>
                  <a:lnTo>
                    <a:pt x="586181" y="158813"/>
                  </a:lnTo>
                  <a:lnTo>
                    <a:pt x="593267" y="148818"/>
                  </a:lnTo>
                  <a:lnTo>
                    <a:pt x="586740" y="139852"/>
                  </a:lnTo>
                  <a:lnTo>
                    <a:pt x="582422" y="129768"/>
                  </a:lnTo>
                  <a:lnTo>
                    <a:pt x="580567" y="119608"/>
                  </a:lnTo>
                  <a:lnTo>
                    <a:pt x="580453" y="118986"/>
                  </a:lnTo>
                  <a:lnTo>
                    <a:pt x="596315" y="79311"/>
                  </a:lnTo>
                  <a:lnTo>
                    <a:pt x="605307" y="72783"/>
                  </a:lnTo>
                  <a:lnTo>
                    <a:pt x="569836" y="50393"/>
                  </a:lnTo>
                  <a:lnTo>
                    <a:pt x="563206" y="46215"/>
                  </a:lnTo>
                  <a:lnTo>
                    <a:pt x="518896" y="25679"/>
                  </a:lnTo>
                  <a:lnTo>
                    <a:pt x="514007" y="24142"/>
                  </a:lnTo>
                  <a:lnTo>
                    <a:pt x="514007" y="422427"/>
                  </a:lnTo>
                  <a:lnTo>
                    <a:pt x="509447" y="445020"/>
                  </a:lnTo>
                  <a:lnTo>
                    <a:pt x="497001" y="463473"/>
                  </a:lnTo>
                  <a:lnTo>
                    <a:pt x="478561" y="475907"/>
                  </a:lnTo>
                  <a:lnTo>
                    <a:pt x="455968" y="480466"/>
                  </a:lnTo>
                  <a:lnTo>
                    <a:pt x="405358" y="480466"/>
                  </a:lnTo>
                  <a:lnTo>
                    <a:pt x="397929" y="473036"/>
                  </a:lnTo>
                  <a:lnTo>
                    <a:pt x="397929" y="454723"/>
                  </a:lnTo>
                  <a:lnTo>
                    <a:pt x="405358" y="447294"/>
                  </a:lnTo>
                  <a:lnTo>
                    <a:pt x="455968" y="447294"/>
                  </a:lnTo>
                  <a:lnTo>
                    <a:pt x="465645" y="445350"/>
                  </a:lnTo>
                  <a:lnTo>
                    <a:pt x="473557" y="440016"/>
                  </a:lnTo>
                  <a:lnTo>
                    <a:pt x="478878" y="432104"/>
                  </a:lnTo>
                  <a:lnTo>
                    <a:pt x="480834" y="422427"/>
                  </a:lnTo>
                  <a:lnTo>
                    <a:pt x="478993" y="413321"/>
                  </a:lnTo>
                  <a:lnTo>
                    <a:pt x="478878" y="412750"/>
                  </a:lnTo>
                  <a:lnTo>
                    <a:pt x="473557" y="404837"/>
                  </a:lnTo>
                  <a:lnTo>
                    <a:pt x="465645" y="399503"/>
                  </a:lnTo>
                  <a:lnTo>
                    <a:pt x="433374" y="392988"/>
                  </a:lnTo>
                  <a:lnTo>
                    <a:pt x="414921" y="380555"/>
                  </a:lnTo>
                  <a:lnTo>
                    <a:pt x="402488" y="362102"/>
                  </a:lnTo>
                  <a:lnTo>
                    <a:pt x="398018" y="339979"/>
                  </a:lnTo>
                  <a:lnTo>
                    <a:pt x="397929" y="339509"/>
                  </a:lnTo>
                  <a:lnTo>
                    <a:pt x="402475" y="317017"/>
                  </a:lnTo>
                  <a:lnTo>
                    <a:pt x="402704" y="316598"/>
                  </a:lnTo>
                  <a:lnTo>
                    <a:pt x="414921" y="298488"/>
                  </a:lnTo>
                  <a:lnTo>
                    <a:pt x="433374" y="286054"/>
                  </a:lnTo>
                  <a:lnTo>
                    <a:pt x="455968" y="281482"/>
                  </a:lnTo>
                  <a:lnTo>
                    <a:pt x="489991" y="281482"/>
                  </a:lnTo>
                  <a:lnTo>
                    <a:pt x="497420" y="288899"/>
                  </a:lnTo>
                  <a:lnTo>
                    <a:pt x="497420" y="307213"/>
                  </a:lnTo>
                  <a:lnTo>
                    <a:pt x="489991" y="314642"/>
                  </a:lnTo>
                  <a:lnTo>
                    <a:pt x="455968" y="314642"/>
                  </a:lnTo>
                  <a:lnTo>
                    <a:pt x="446278" y="316598"/>
                  </a:lnTo>
                  <a:lnTo>
                    <a:pt x="438378" y="321932"/>
                  </a:lnTo>
                  <a:lnTo>
                    <a:pt x="433044" y="329844"/>
                  </a:lnTo>
                  <a:lnTo>
                    <a:pt x="431088" y="339509"/>
                  </a:lnTo>
                  <a:lnTo>
                    <a:pt x="433044" y="349199"/>
                  </a:lnTo>
                  <a:lnTo>
                    <a:pt x="438378" y="357111"/>
                  </a:lnTo>
                  <a:lnTo>
                    <a:pt x="446278" y="362445"/>
                  </a:lnTo>
                  <a:lnTo>
                    <a:pt x="478561" y="368960"/>
                  </a:lnTo>
                  <a:lnTo>
                    <a:pt x="497001" y="381393"/>
                  </a:lnTo>
                  <a:lnTo>
                    <a:pt x="509447" y="399846"/>
                  </a:lnTo>
                  <a:lnTo>
                    <a:pt x="514007" y="422427"/>
                  </a:lnTo>
                  <a:lnTo>
                    <a:pt x="514007" y="24142"/>
                  </a:lnTo>
                  <a:lnTo>
                    <a:pt x="472960" y="11163"/>
                  </a:lnTo>
                  <a:lnTo>
                    <a:pt x="425983" y="2616"/>
                  </a:lnTo>
                  <a:lnTo>
                    <a:pt x="378523" y="0"/>
                  </a:lnTo>
                  <a:lnTo>
                    <a:pt x="364769" y="952"/>
                  </a:lnTo>
                  <a:lnTo>
                    <a:pt x="364769" y="339509"/>
                  </a:lnTo>
                  <a:lnTo>
                    <a:pt x="364769" y="422427"/>
                  </a:lnTo>
                  <a:lnTo>
                    <a:pt x="360210" y="445020"/>
                  </a:lnTo>
                  <a:lnTo>
                    <a:pt x="347764" y="463473"/>
                  </a:lnTo>
                  <a:lnTo>
                    <a:pt x="329323" y="475907"/>
                  </a:lnTo>
                  <a:lnTo>
                    <a:pt x="306730" y="480466"/>
                  </a:lnTo>
                  <a:lnTo>
                    <a:pt x="284137" y="475907"/>
                  </a:lnTo>
                  <a:lnTo>
                    <a:pt x="265684" y="463473"/>
                  </a:lnTo>
                  <a:lnTo>
                    <a:pt x="253250" y="445020"/>
                  </a:lnTo>
                  <a:lnTo>
                    <a:pt x="248691" y="422427"/>
                  </a:lnTo>
                  <a:lnTo>
                    <a:pt x="248691" y="346544"/>
                  </a:lnTo>
                  <a:lnTo>
                    <a:pt x="248691" y="339509"/>
                  </a:lnTo>
                  <a:lnTo>
                    <a:pt x="265684" y="298488"/>
                  </a:lnTo>
                  <a:lnTo>
                    <a:pt x="306730" y="281482"/>
                  </a:lnTo>
                  <a:lnTo>
                    <a:pt x="329323" y="286054"/>
                  </a:lnTo>
                  <a:lnTo>
                    <a:pt x="347764" y="298488"/>
                  </a:lnTo>
                  <a:lnTo>
                    <a:pt x="359981" y="316598"/>
                  </a:lnTo>
                  <a:lnTo>
                    <a:pt x="360222" y="317017"/>
                  </a:lnTo>
                  <a:lnTo>
                    <a:pt x="364769" y="339509"/>
                  </a:lnTo>
                  <a:lnTo>
                    <a:pt x="364769" y="952"/>
                  </a:lnTo>
                  <a:lnTo>
                    <a:pt x="348030" y="2120"/>
                  </a:lnTo>
                  <a:lnTo>
                    <a:pt x="348030" y="185280"/>
                  </a:lnTo>
                  <a:lnTo>
                    <a:pt x="342036" y="193649"/>
                  </a:lnTo>
                  <a:lnTo>
                    <a:pt x="324281" y="196786"/>
                  </a:lnTo>
                  <a:lnTo>
                    <a:pt x="315772" y="190982"/>
                  </a:lnTo>
                  <a:lnTo>
                    <a:pt x="314007" y="182130"/>
                  </a:lnTo>
                  <a:lnTo>
                    <a:pt x="296595" y="83591"/>
                  </a:lnTo>
                  <a:lnTo>
                    <a:pt x="253441" y="98564"/>
                  </a:lnTo>
                  <a:lnTo>
                    <a:pt x="213639" y="119608"/>
                  </a:lnTo>
                  <a:lnTo>
                    <a:pt x="177723" y="146164"/>
                  </a:lnTo>
                  <a:lnTo>
                    <a:pt x="146253" y="177685"/>
                  </a:lnTo>
                  <a:lnTo>
                    <a:pt x="119748" y="213639"/>
                  </a:lnTo>
                  <a:lnTo>
                    <a:pt x="98767" y="253479"/>
                  </a:lnTo>
                  <a:lnTo>
                    <a:pt x="83870" y="296646"/>
                  </a:lnTo>
                  <a:lnTo>
                    <a:pt x="190982" y="315112"/>
                  </a:lnTo>
                  <a:lnTo>
                    <a:pt x="196913" y="322834"/>
                  </a:lnTo>
                  <a:lnTo>
                    <a:pt x="195465" y="339509"/>
                  </a:lnTo>
                  <a:lnTo>
                    <a:pt x="195427" y="339979"/>
                  </a:lnTo>
                  <a:lnTo>
                    <a:pt x="188252" y="346544"/>
                  </a:lnTo>
                  <a:lnTo>
                    <a:pt x="178193" y="346544"/>
                  </a:lnTo>
                  <a:lnTo>
                    <a:pt x="78219" y="328853"/>
                  </a:lnTo>
                  <a:lnTo>
                    <a:pt x="51142" y="301586"/>
                  </a:lnTo>
                  <a:lnTo>
                    <a:pt x="50863" y="296646"/>
                  </a:lnTo>
                  <a:lnTo>
                    <a:pt x="50761" y="294944"/>
                  </a:lnTo>
                  <a:lnTo>
                    <a:pt x="51676" y="288899"/>
                  </a:lnTo>
                  <a:lnTo>
                    <a:pt x="51765" y="288290"/>
                  </a:lnTo>
                  <a:lnTo>
                    <a:pt x="68351" y="240245"/>
                  </a:lnTo>
                  <a:lnTo>
                    <a:pt x="91706" y="195922"/>
                  </a:lnTo>
                  <a:lnTo>
                    <a:pt x="121221" y="155917"/>
                  </a:lnTo>
                  <a:lnTo>
                    <a:pt x="156286" y="120853"/>
                  </a:lnTo>
                  <a:lnTo>
                    <a:pt x="196291" y="91338"/>
                  </a:lnTo>
                  <a:lnTo>
                    <a:pt x="240614" y="67983"/>
                  </a:lnTo>
                  <a:lnTo>
                    <a:pt x="288671" y="51384"/>
                  </a:lnTo>
                  <a:lnTo>
                    <a:pt x="295313" y="50393"/>
                  </a:lnTo>
                  <a:lnTo>
                    <a:pt x="301967" y="50774"/>
                  </a:lnTo>
                  <a:lnTo>
                    <a:pt x="329234" y="77838"/>
                  </a:lnTo>
                  <a:lnTo>
                    <a:pt x="346659" y="176364"/>
                  </a:lnTo>
                  <a:lnTo>
                    <a:pt x="348030" y="185280"/>
                  </a:lnTo>
                  <a:lnTo>
                    <a:pt x="348030" y="2120"/>
                  </a:lnTo>
                  <a:lnTo>
                    <a:pt x="284543" y="12395"/>
                  </a:lnTo>
                  <a:lnTo>
                    <a:pt x="239191" y="27330"/>
                  </a:lnTo>
                  <a:lnTo>
                    <a:pt x="195681" y="48031"/>
                  </a:lnTo>
                  <a:lnTo>
                    <a:pt x="154622" y="74460"/>
                  </a:lnTo>
                  <a:lnTo>
                    <a:pt x="116586" y="106578"/>
                  </a:lnTo>
                  <a:lnTo>
                    <a:pt x="83019" y="143344"/>
                  </a:lnTo>
                  <a:lnTo>
                    <a:pt x="55016" y="183349"/>
                  </a:lnTo>
                  <a:lnTo>
                    <a:pt x="32639" y="226009"/>
                  </a:lnTo>
                  <a:lnTo>
                    <a:pt x="15963" y="270764"/>
                  </a:lnTo>
                  <a:lnTo>
                    <a:pt x="5130" y="316598"/>
                  </a:lnTo>
                  <a:lnTo>
                    <a:pt x="152" y="362102"/>
                  </a:lnTo>
                  <a:lnTo>
                    <a:pt x="114" y="362445"/>
                  </a:lnTo>
                  <a:lnTo>
                    <a:pt x="0" y="368960"/>
                  </a:lnTo>
                  <a:lnTo>
                    <a:pt x="355" y="390486"/>
                  </a:lnTo>
                  <a:lnTo>
                    <a:pt x="393" y="392988"/>
                  </a:lnTo>
                  <a:lnTo>
                    <a:pt x="508" y="399503"/>
                  </a:lnTo>
                  <a:lnTo>
                    <a:pt x="584" y="404837"/>
                  </a:lnTo>
                  <a:lnTo>
                    <a:pt x="698" y="411695"/>
                  </a:lnTo>
                  <a:lnTo>
                    <a:pt x="7416" y="458978"/>
                  </a:lnTo>
                  <a:lnTo>
                    <a:pt x="20142" y="505447"/>
                  </a:lnTo>
                  <a:lnTo>
                    <a:pt x="38925" y="550519"/>
                  </a:lnTo>
                  <a:lnTo>
                    <a:pt x="63855" y="593610"/>
                  </a:lnTo>
                  <a:lnTo>
                    <a:pt x="94132" y="633133"/>
                  </a:lnTo>
                  <a:lnTo>
                    <a:pt x="128587" y="667740"/>
                  </a:lnTo>
                  <a:lnTo>
                    <a:pt x="166649" y="697268"/>
                  </a:lnTo>
                  <a:lnTo>
                    <a:pt x="207759" y="721563"/>
                  </a:lnTo>
                  <a:lnTo>
                    <a:pt x="251358" y="740460"/>
                  </a:lnTo>
                  <a:lnTo>
                    <a:pt x="296900" y="753783"/>
                  </a:lnTo>
                  <a:lnTo>
                    <a:pt x="343814" y="761390"/>
                  </a:lnTo>
                  <a:lnTo>
                    <a:pt x="391541" y="763092"/>
                  </a:lnTo>
                  <a:lnTo>
                    <a:pt x="439521" y="758748"/>
                  </a:lnTo>
                  <a:lnTo>
                    <a:pt x="487184" y="748182"/>
                  </a:lnTo>
                  <a:lnTo>
                    <a:pt x="533996" y="731227"/>
                  </a:lnTo>
                  <a:lnTo>
                    <a:pt x="573989" y="710565"/>
                  </a:lnTo>
                  <a:lnTo>
                    <a:pt x="578218" y="708380"/>
                  </a:lnTo>
                  <a:lnTo>
                    <a:pt x="618350" y="680554"/>
                  </a:lnTo>
                  <a:lnTo>
                    <a:pt x="654126" y="648284"/>
                  </a:lnTo>
                  <a:lnTo>
                    <a:pt x="685279" y="612089"/>
                  </a:lnTo>
                  <a:lnTo>
                    <a:pt x="711555" y="572490"/>
                  </a:lnTo>
                  <a:lnTo>
                    <a:pt x="732688" y="530009"/>
                  </a:lnTo>
                  <a:lnTo>
                    <a:pt x="748423" y="485165"/>
                  </a:lnTo>
                  <a:lnTo>
                    <a:pt x="758507" y="438492"/>
                  </a:lnTo>
                  <a:lnTo>
                    <a:pt x="760691" y="413321"/>
                  </a:lnTo>
                  <a:lnTo>
                    <a:pt x="762673" y="390486"/>
                  </a:lnTo>
                  <a:close/>
                </a:path>
                <a:path w="779780" h="763270">
                  <a:moveTo>
                    <a:pt x="779322" y="172834"/>
                  </a:moveTo>
                  <a:lnTo>
                    <a:pt x="771893" y="165404"/>
                  </a:lnTo>
                  <a:lnTo>
                    <a:pt x="762736" y="165404"/>
                  </a:lnTo>
                  <a:lnTo>
                    <a:pt x="620928" y="165404"/>
                  </a:lnTo>
                  <a:lnTo>
                    <a:pt x="613498" y="172834"/>
                  </a:lnTo>
                  <a:lnTo>
                    <a:pt x="613498" y="191147"/>
                  </a:lnTo>
                  <a:lnTo>
                    <a:pt x="620928" y="198564"/>
                  </a:lnTo>
                  <a:lnTo>
                    <a:pt x="771893" y="198564"/>
                  </a:lnTo>
                  <a:lnTo>
                    <a:pt x="779322" y="191147"/>
                  </a:lnTo>
                  <a:lnTo>
                    <a:pt x="779322" y="172834"/>
                  </a:lnTo>
                  <a:close/>
                </a:path>
                <a:path w="779780" h="763270">
                  <a:moveTo>
                    <a:pt x="779322" y="106514"/>
                  </a:moveTo>
                  <a:lnTo>
                    <a:pt x="771893" y="99085"/>
                  </a:lnTo>
                  <a:lnTo>
                    <a:pt x="762736" y="99085"/>
                  </a:lnTo>
                  <a:lnTo>
                    <a:pt x="620928" y="99085"/>
                  </a:lnTo>
                  <a:lnTo>
                    <a:pt x="613498" y="106514"/>
                  </a:lnTo>
                  <a:lnTo>
                    <a:pt x="613498" y="124828"/>
                  </a:lnTo>
                  <a:lnTo>
                    <a:pt x="620928" y="132245"/>
                  </a:lnTo>
                  <a:lnTo>
                    <a:pt x="771893" y="132245"/>
                  </a:lnTo>
                  <a:lnTo>
                    <a:pt x="779322" y="124828"/>
                  </a:lnTo>
                  <a:lnTo>
                    <a:pt x="779322" y="106514"/>
                  </a:lnTo>
                  <a:close/>
                </a:path>
              </a:pathLst>
            </a:custGeom>
            <a:solidFill>
              <a:srgbClr val="26DEDD"/>
            </a:solidFill>
          </p:spPr>
          <p:txBody>
            <a:bodyPr wrap="square" lIns="0" tIns="0" rIns="0" bIns="0" rtlCol="0"/>
            <a:lstStyle/>
            <a:p>
              <a:endParaRPr/>
            </a:p>
          </p:txBody>
        </p:sp>
        <p:pic>
          <p:nvPicPr>
            <p:cNvPr id="5" name="object 5"/>
            <p:cNvPicPr/>
            <p:nvPr/>
          </p:nvPicPr>
          <p:blipFill>
            <a:blip r:embed="rId3" cstate="print"/>
            <a:stretch>
              <a:fillRect/>
            </a:stretch>
          </p:blipFill>
          <p:spPr>
            <a:xfrm>
              <a:off x="12885044" y="3814425"/>
              <a:ext cx="198470" cy="231780"/>
            </a:xfrm>
            <a:prstGeom prst="rect">
              <a:avLst/>
            </a:prstGeom>
          </p:spPr>
        </p:pic>
        <p:sp>
          <p:nvSpPr>
            <p:cNvPr id="6" name="object 6"/>
            <p:cNvSpPr/>
            <p:nvPr/>
          </p:nvSpPr>
          <p:spPr>
            <a:xfrm>
              <a:off x="12734519" y="3812057"/>
              <a:ext cx="95885" cy="118110"/>
            </a:xfrm>
            <a:custGeom>
              <a:avLst/>
              <a:gdLst/>
              <a:ahLst/>
              <a:cxnLst/>
              <a:rect l="l" t="t" r="r" b="b"/>
              <a:pathLst>
                <a:path w="95884" h="118110">
                  <a:moveTo>
                    <a:pt x="84188" y="92341"/>
                  </a:moveTo>
                  <a:lnTo>
                    <a:pt x="76758" y="84912"/>
                  </a:lnTo>
                  <a:lnTo>
                    <a:pt x="34442" y="84912"/>
                  </a:lnTo>
                  <a:lnTo>
                    <a:pt x="25285" y="84912"/>
                  </a:lnTo>
                  <a:lnTo>
                    <a:pt x="17856" y="92341"/>
                  </a:lnTo>
                  <a:lnTo>
                    <a:pt x="17856" y="110655"/>
                  </a:lnTo>
                  <a:lnTo>
                    <a:pt x="25285" y="118071"/>
                  </a:lnTo>
                  <a:lnTo>
                    <a:pt x="76758" y="118071"/>
                  </a:lnTo>
                  <a:lnTo>
                    <a:pt x="84188" y="110655"/>
                  </a:lnTo>
                  <a:lnTo>
                    <a:pt x="84188" y="92341"/>
                  </a:lnTo>
                  <a:close/>
                </a:path>
                <a:path w="95884" h="118110">
                  <a:moveTo>
                    <a:pt x="95643" y="40627"/>
                  </a:moveTo>
                  <a:lnTo>
                    <a:pt x="21945" y="863"/>
                  </a:lnTo>
                  <a:lnTo>
                    <a:pt x="15494" y="0"/>
                  </a:lnTo>
                  <a:lnTo>
                    <a:pt x="9423" y="1587"/>
                  </a:lnTo>
                  <a:lnTo>
                    <a:pt x="4368" y="5321"/>
                  </a:lnTo>
                  <a:lnTo>
                    <a:pt x="990" y="10871"/>
                  </a:lnTo>
                  <a:lnTo>
                    <a:pt x="0" y="17310"/>
                  </a:lnTo>
                  <a:lnTo>
                    <a:pt x="1473" y="23418"/>
                  </a:lnTo>
                  <a:lnTo>
                    <a:pt x="5118" y="28536"/>
                  </a:lnTo>
                  <a:lnTo>
                    <a:pt x="10604" y="32016"/>
                  </a:lnTo>
                  <a:lnTo>
                    <a:pt x="77076" y="56184"/>
                  </a:lnTo>
                  <a:lnTo>
                    <a:pt x="81635" y="55981"/>
                  </a:lnTo>
                  <a:lnTo>
                    <a:pt x="89611" y="52247"/>
                  </a:lnTo>
                  <a:lnTo>
                    <a:pt x="92697" y="48869"/>
                  </a:lnTo>
                  <a:lnTo>
                    <a:pt x="94145" y="44767"/>
                  </a:lnTo>
                  <a:lnTo>
                    <a:pt x="95643" y="40627"/>
                  </a:lnTo>
                  <a:close/>
                </a:path>
              </a:pathLst>
            </a:custGeom>
            <a:solidFill>
              <a:srgbClr val="26DEDD"/>
            </a:solidFill>
          </p:spPr>
          <p:txBody>
            <a:bodyPr wrap="square" lIns="0" tIns="0" rIns="0" bIns="0" rtlCol="0"/>
            <a:lstStyle/>
            <a:p>
              <a:endParaRPr/>
            </a:p>
          </p:txBody>
        </p:sp>
      </p:grpSp>
      <p:sp>
        <p:nvSpPr>
          <p:cNvPr id="7" name="object 7"/>
          <p:cNvSpPr/>
          <p:nvPr/>
        </p:nvSpPr>
        <p:spPr>
          <a:xfrm>
            <a:off x="13137528" y="3812057"/>
            <a:ext cx="112395" cy="203200"/>
          </a:xfrm>
          <a:custGeom>
            <a:avLst/>
            <a:gdLst/>
            <a:ahLst/>
            <a:cxnLst/>
            <a:rect l="l" t="t" r="r" b="b"/>
            <a:pathLst>
              <a:path w="112394" h="203200">
                <a:moveTo>
                  <a:pt x="97002" y="17310"/>
                </a:moveTo>
                <a:lnTo>
                  <a:pt x="96024" y="10883"/>
                </a:lnTo>
                <a:lnTo>
                  <a:pt x="92646" y="5321"/>
                </a:lnTo>
                <a:lnTo>
                  <a:pt x="87591" y="1587"/>
                </a:lnTo>
                <a:lnTo>
                  <a:pt x="81508" y="0"/>
                </a:lnTo>
                <a:lnTo>
                  <a:pt x="75069" y="876"/>
                </a:lnTo>
                <a:lnTo>
                  <a:pt x="12827" y="23571"/>
                </a:lnTo>
                <a:lnTo>
                  <a:pt x="7327" y="27051"/>
                </a:lnTo>
                <a:lnTo>
                  <a:pt x="3695" y="32169"/>
                </a:lnTo>
                <a:lnTo>
                  <a:pt x="2222" y="38277"/>
                </a:lnTo>
                <a:lnTo>
                  <a:pt x="3213" y="44716"/>
                </a:lnTo>
                <a:lnTo>
                  <a:pt x="6591" y="50266"/>
                </a:lnTo>
                <a:lnTo>
                  <a:pt x="11645" y="54000"/>
                </a:lnTo>
                <a:lnTo>
                  <a:pt x="17716" y="55587"/>
                </a:lnTo>
                <a:lnTo>
                  <a:pt x="24168" y="54724"/>
                </a:lnTo>
                <a:lnTo>
                  <a:pt x="86423" y="32029"/>
                </a:lnTo>
                <a:lnTo>
                  <a:pt x="91909" y="28549"/>
                </a:lnTo>
                <a:lnTo>
                  <a:pt x="95529" y="23418"/>
                </a:lnTo>
                <a:lnTo>
                  <a:pt x="97002" y="17310"/>
                </a:lnTo>
                <a:close/>
              </a:path>
              <a:path w="112394" h="203200">
                <a:moveTo>
                  <a:pt x="97091" y="185661"/>
                </a:moveTo>
                <a:lnTo>
                  <a:pt x="95618" y="179552"/>
                </a:lnTo>
                <a:lnTo>
                  <a:pt x="91986" y="174434"/>
                </a:lnTo>
                <a:lnTo>
                  <a:pt x="86410" y="170980"/>
                </a:lnTo>
                <a:lnTo>
                  <a:pt x="24079" y="148310"/>
                </a:lnTo>
                <a:lnTo>
                  <a:pt x="18415" y="145846"/>
                </a:lnTo>
                <a:lnTo>
                  <a:pt x="11861" y="146735"/>
                </a:lnTo>
                <a:lnTo>
                  <a:pt x="2247" y="154495"/>
                </a:lnTo>
                <a:lnTo>
                  <a:pt x="0" y="160718"/>
                </a:lnTo>
                <a:lnTo>
                  <a:pt x="2425" y="172821"/>
                </a:lnTo>
                <a:lnTo>
                  <a:pt x="6896" y="177711"/>
                </a:lnTo>
                <a:lnTo>
                  <a:pt x="12814" y="179438"/>
                </a:lnTo>
                <a:lnTo>
                  <a:pt x="75145" y="202107"/>
                </a:lnTo>
                <a:lnTo>
                  <a:pt x="81597" y="202971"/>
                </a:lnTo>
                <a:lnTo>
                  <a:pt x="87668" y="201371"/>
                </a:lnTo>
                <a:lnTo>
                  <a:pt x="92722" y="197637"/>
                </a:lnTo>
                <a:lnTo>
                  <a:pt x="96100" y="192087"/>
                </a:lnTo>
                <a:lnTo>
                  <a:pt x="97091" y="185661"/>
                </a:lnTo>
                <a:close/>
              </a:path>
              <a:path w="112394" h="203200">
                <a:moveTo>
                  <a:pt x="112318" y="92341"/>
                </a:moveTo>
                <a:lnTo>
                  <a:pt x="104889" y="84912"/>
                </a:lnTo>
                <a:lnTo>
                  <a:pt x="95732" y="84912"/>
                </a:lnTo>
                <a:lnTo>
                  <a:pt x="20243" y="84912"/>
                </a:lnTo>
                <a:lnTo>
                  <a:pt x="12827" y="92341"/>
                </a:lnTo>
                <a:lnTo>
                  <a:pt x="12827" y="110655"/>
                </a:lnTo>
                <a:lnTo>
                  <a:pt x="20243" y="118071"/>
                </a:lnTo>
                <a:lnTo>
                  <a:pt x="104889" y="118071"/>
                </a:lnTo>
                <a:lnTo>
                  <a:pt x="112318" y="110655"/>
                </a:lnTo>
                <a:lnTo>
                  <a:pt x="112318" y="92341"/>
                </a:lnTo>
                <a:close/>
              </a:path>
            </a:pathLst>
          </a:custGeom>
          <a:solidFill>
            <a:srgbClr val="26DEDD"/>
          </a:solidFill>
        </p:spPr>
        <p:txBody>
          <a:bodyPr wrap="square" lIns="0" tIns="0" rIns="0" bIns="0" rtlCol="0"/>
          <a:lstStyle/>
          <a:p>
            <a:endParaRPr/>
          </a:p>
        </p:txBody>
      </p:sp>
      <p:sp>
        <p:nvSpPr>
          <p:cNvPr id="8" name="object 8"/>
          <p:cNvSpPr/>
          <p:nvPr/>
        </p:nvSpPr>
        <p:spPr>
          <a:xfrm>
            <a:off x="6601028" y="4433023"/>
            <a:ext cx="931544" cy="310515"/>
          </a:xfrm>
          <a:custGeom>
            <a:avLst/>
            <a:gdLst/>
            <a:ahLst/>
            <a:cxnLst/>
            <a:rect l="l" t="t" r="r" b="b"/>
            <a:pathLst>
              <a:path w="931545" h="310514">
                <a:moveTo>
                  <a:pt x="310489" y="124206"/>
                </a:moveTo>
                <a:lnTo>
                  <a:pt x="280022" y="124206"/>
                </a:lnTo>
                <a:lnTo>
                  <a:pt x="274307" y="119659"/>
                </a:lnTo>
                <a:lnTo>
                  <a:pt x="270675" y="109537"/>
                </a:lnTo>
                <a:lnTo>
                  <a:pt x="269176" y="105918"/>
                </a:lnTo>
                <a:lnTo>
                  <a:pt x="264617" y="96227"/>
                </a:lnTo>
                <a:lnTo>
                  <a:pt x="264972" y="93154"/>
                </a:lnTo>
                <a:lnTo>
                  <a:pt x="265442" y="88976"/>
                </a:lnTo>
                <a:lnTo>
                  <a:pt x="286994" y="67437"/>
                </a:lnTo>
                <a:lnTo>
                  <a:pt x="265455" y="45897"/>
                </a:lnTo>
                <a:lnTo>
                  <a:pt x="243090" y="23533"/>
                </a:lnTo>
                <a:lnTo>
                  <a:pt x="221551" y="45059"/>
                </a:lnTo>
                <a:lnTo>
                  <a:pt x="217347" y="45554"/>
                </a:lnTo>
                <a:lnTo>
                  <a:pt x="217347" y="155257"/>
                </a:lnTo>
                <a:lnTo>
                  <a:pt x="212471" y="179425"/>
                </a:lnTo>
                <a:lnTo>
                  <a:pt x="199161" y="199161"/>
                </a:lnTo>
                <a:lnTo>
                  <a:pt x="179412" y="212471"/>
                </a:lnTo>
                <a:lnTo>
                  <a:pt x="155244" y="217360"/>
                </a:lnTo>
                <a:lnTo>
                  <a:pt x="131076" y="212471"/>
                </a:lnTo>
                <a:lnTo>
                  <a:pt x="111340" y="199161"/>
                </a:lnTo>
                <a:lnTo>
                  <a:pt x="98031" y="179425"/>
                </a:lnTo>
                <a:lnTo>
                  <a:pt x="93141" y="155257"/>
                </a:lnTo>
                <a:lnTo>
                  <a:pt x="98031" y="131076"/>
                </a:lnTo>
                <a:lnTo>
                  <a:pt x="111340" y="111340"/>
                </a:lnTo>
                <a:lnTo>
                  <a:pt x="131076" y="98031"/>
                </a:lnTo>
                <a:lnTo>
                  <a:pt x="155244" y="93154"/>
                </a:lnTo>
                <a:lnTo>
                  <a:pt x="179412" y="98031"/>
                </a:lnTo>
                <a:lnTo>
                  <a:pt x="199161" y="111340"/>
                </a:lnTo>
                <a:lnTo>
                  <a:pt x="212471" y="131076"/>
                </a:lnTo>
                <a:lnTo>
                  <a:pt x="217347" y="155257"/>
                </a:lnTo>
                <a:lnTo>
                  <a:pt x="217347" y="45554"/>
                </a:lnTo>
                <a:lnTo>
                  <a:pt x="214287" y="45897"/>
                </a:lnTo>
                <a:lnTo>
                  <a:pt x="204597" y="41338"/>
                </a:lnTo>
                <a:lnTo>
                  <a:pt x="200964" y="39827"/>
                </a:lnTo>
                <a:lnTo>
                  <a:pt x="190842" y="36195"/>
                </a:lnTo>
                <a:lnTo>
                  <a:pt x="186296" y="30480"/>
                </a:lnTo>
                <a:lnTo>
                  <a:pt x="186296" y="12"/>
                </a:lnTo>
                <a:lnTo>
                  <a:pt x="124193" y="12"/>
                </a:lnTo>
                <a:lnTo>
                  <a:pt x="124193" y="30480"/>
                </a:lnTo>
                <a:lnTo>
                  <a:pt x="119646" y="36195"/>
                </a:lnTo>
                <a:lnTo>
                  <a:pt x="109524" y="39827"/>
                </a:lnTo>
                <a:lnTo>
                  <a:pt x="105879" y="41338"/>
                </a:lnTo>
                <a:lnTo>
                  <a:pt x="96215" y="45885"/>
                </a:lnTo>
                <a:lnTo>
                  <a:pt x="88963" y="45059"/>
                </a:lnTo>
                <a:lnTo>
                  <a:pt x="67449" y="23533"/>
                </a:lnTo>
                <a:lnTo>
                  <a:pt x="23533" y="67437"/>
                </a:lnTo>
                <a:lnTo>
                  <a:pt x="45046" y="88976"/>
                </a:lnTo>
                <a:lnTo>
                  <a:pt x="45885" y="96227"/>
                </a:lnTo>
                <a:lnTo>
                  <a:pt x="41325" y="105918"/>
                </a:lnTo>
                <a:lnTo>
                  <a:pt x="39814" y="109537"/>
                </a:lnTo>
                <a:lnTo>
                  <a:pt x="36182" y="119659"/>
                </a:lnTo>
                <a:lnTo>
                  <a:pt x="30467" y="124206"/>
                </a:lnTo>
                <a:lnTo>
                  <a:pt x="0" y="124206"/>
                </a:lnTo>
                <a:lnTo>
                  <a:pt x="0" y="186309"/>
                </a:lnTo>
                <a:lnTo>
                  <a:pt x="30467" y="186309"/>
                </a:lnTo>
                <a:lnTo>
                  <a:pt x="36182" y="190855"/>
                </a:lnTo>
                <a:lnTo>
                  <a:pt x="39814" y="200977"/>
                </a:lnTo>
                <a:lnTo>
                  <a:pt x="41313" y="204609"/>
                </a:lnTo>
                <a:lnTo>
                  <a:pt x="45872" y="214299"/>
                </a:lnTo>
                <a:lnTo>
                  <a:pt x="45021" y="221564"/>
                </a:lnTo>
                <a:lnTo>
                  <a:pt x="23520" y="243103"/>
                </a:lnTo>
                <a:lnTo>
                  <a:pt x="67411" y="287007"/>
                </a:lnTo>
                <a:lnTo>
                  <a:pt x="88938" y="265455"/>
                </a:lnTo>
                <a:lnTo>
                  <a:pt x="96100" y="264629"/>
                </a:lnTo>
                <a:lnTo>
                  <a:pt x="96227" y="264629"/>
                </a:lnTo>
                <a:lnTo>
                  <a:pt x="105956" y="269201"/>
                </a:lnTo>
                <a:lnTo>
                  <a:pt x="109524" y="270687"/>
                </a:lnTo>
                <a:lnTo>
                  <a:pt x="119646" y="274320"/>
                </a:lnTo>
                <a:lnTo>
                  <a:pt x="124193" y="280035"/>
                </a:lnTo>
                <a:lnTo>
                  <a:pt x="124193" y="310515"/>
                </a:lnTo>
                <a:lnTo>
                  <a:pt x="186296" y="310515"/>
                </a:lnTo>
                <a:lnTo>
                  <a:pt x="186296" y="280035"/>
                </a:lnTo>
                <a:lnTo>
                  <a:pt x="190842" y="274320"/>
                </a:lnTo>
                <a:lnTo>
                  <a:pt x="200964" y="270687"/>
                </a:lnTo>
                <a:lnTo>
                  <a:pt x="204584" y="269201"/>
                </a:lnTo>
                <a:lnTo>
                  <a:pt x="214274" y="264629"/>
                </a:lnTo>
                <a:lnTo>
                  <a:pt x="221526" y="265455"/>
                </a:lnTo>
                <a:lnTo>
                  <a:pt x="243065" y="287007"/>
                </a:lnTo>
                <a:lnTo>
                  <a:pt x="265442" y="264629"/>
                </a:lnTo>
                <a:lnTo>
                  <a:pt x="286969" y="243103"/>
                </a:lnTo>
                <a:lnTo>
                  <a:pt x="265442" y="221564"/>
                </a:lnTo>
                <a:lnTo>
                  <a:pt x="264960" y="217360"/>
                </a:lnTo>
                <a:lnTo>
                  <a:pt x="264604" y="214299"/>
                </a:lnTo>
                <a:lnTo>
                  <a:pt x="269163" y="204609"/>
                </a:lnTo>
                <a:lnTo>
                  <a:pt x="270675" y="200977"/>
                </a:lnTo>
                <a:lnTo>
                  <a:pt x="274307" y="190855"/>
                </a:lnTo>
                <a:lnTo>
                  <a:pt x="280022" y="186309"/>
                </a:lnTo>
                <a:lnTo>
                  <a:pt x="310489" y="186309"/>
                </a:lnTo>
                <a:lnTo>
                  <a:pt x="310489" y="124206"/>
                </a:lnTo>
                <a:close/>
              </a:path>
              <a:path w="931545" h="310514">
                <a:moveTo>
                  <a:pt x="357073" y="279450"/>
                </a:moveTo>
                <a:lnTo>
                  <a:pt x="326021" y="279450"/>
                </a:lnTo>
                <a:lnTo>
                  <a:pt x="326021" y="310502"/>
                </a:lnTo>
                <a:lnTo>
                  <a:pt x="357073" y="310502"/>
                </a:lnTo>
                <a:lnTo>
                  <a:pt x="357073" y="279450"/>
                </a:lnTo>
                <a:close/>
              </a:path>
              <a:path w="931545" h="310514">
                <a:moveTo>
                  <a:pt x="357073" y="0"/>
                </a:moveTo>
                <a:lnTo>
                  <a:pt x="326021" y="0"/>
                </a:lnTo>
                <a:lnTo>
                  <a:pt x="326021" y="31051"/>
                </a:lnTo>
                <a:lnTo>
                  <a:pt x="357073" y="31051"/>
                </a:lnTo>
                <a:lnTo>
                  <a:pt x="357073" y="0"/>
                </a:lnTo>
                <a:close/>
              </a:path>
              <a:path w="931545" h="310514">
                <a:moveTo>
                  <a:pt x="419176" y="279450"/>
                </a:moveTo>
                <a:lnTo>
                  <a:pt x="388124" y="279450"/>
                </a:lnTo>
                <a:lnTo>
                  <a:pt x="388124" y="310502"/>
                </a:lnTo>
                <a:lnTo>
                  <a:pt x="419176" y="310502"/>
                </a:lnTo>
                <a:lnTo>
                  <a:pt x="419176" y="279450"/>
                </a:lnTo>
                <a:close/>
              </a:path>
              <a:path w="931545" h="310514">
                <a:moveTo>
                  <a:pt x="419176" y="0"/>
                </a:moveTo>
                <a:lnTo>
                  <a:pt x="388124" y="0"/>
                </a:lnTo>
                <a:lnTo>
                  <a:pt x="388124" y="31051"/>
                </a:lnTo>
                <a:lnTo>
                  <a:pt x="419176" y="31051"/>
                </a:lnTo>
                <a:lnTo>
                  <a:pt x="419176" y="0"/>
                </a:lnTo>
                <a:close/>
              </a:path>
              <a:path w="931545" h="310514">
                <a:moveTo>
                  <a:pt x="481279" y="279450"/>
                </a:moveTo>
                <a:lnTo>
                  <a:pt x="450227" y="279450"/>
                </a:lnTo>
                <a:lnTo>
                  <a:pt x="450227" y="310502"/>
                </a:lnTo>
                <a:lnTo>
                  <a:pt x="481279" y="310502"/>
                </a:lnTo>
                <a:lnTo>
                  <a:pt x="481279" y="279450"/>
                </a:lnTo>
                <a:close/>
              </a:path>
              <a:path w="931545" h="310514">
                <a:moveTo>
                  <a:pt x="481279" y="0"/>
                </a:moveTo>
                <a:lnTo>
                  <a:pt x="450227" y="0"/>
                </a:lnTo>
                <a:lnTo>
                  <a:pt x="450227" y="31051"/>
                </a:lnTo>
                <a:lnTo>
                  <a:pt x="481279" y="31051"/>
                </a:lnTo>
                <a:lnTo>
                  <a:pt x="481279" y="0"/>
                </a:lnTo>
                <a:close/>
              </a:path>
              <a:path w="931545" h="310514">
                <a:moveTo>
                  <a:pt x="543382" y="279450"/>
                </a:moveTo>
                <a:lnTo>
                  <a:pt x="512330" y="279450"/>
                </a:lnTo>
                <a:lnTo>
                  <a:pt x="512330" y="310502"/>
                </a:lnTo>
                <a:lnTo>
                  <a:pt x="543382" y="310502"/>
                </a:lnTo>
                <a:lnTo>
                  <a:pt x="543382" y="279450"/>
                </a:lnTo>
                <a:close/>
              </a:path>
              <a:path w="931545" h="310514">
                <a:moveTo>
                  <a:pt x="543382" y="0"/>
                </a:moveTo>
                <a:lnTo>
                  <a:pt x="512330" y="0"/>
                </a:lnTo>
                <a:lnTo>
                  <a:pt x="512330" y="31051"/>
                </a:lnTo>
                <a:lnTo>
                  <a:pt x="543382" y="31051"/>
                </a:lnTo>
                <a:lnTo>
                  <a:pt x="543382" y="0"/>
                </a:lnTo>
                <a:close/>
              </a:path>
              <a:path w="931545" h="310514">
                <a:moveTo>
                  <a:pt x="605485" y="279450"/>
                </a:moveTo>
                <a:lnTo>
                  <a:pt x="574433" y="279450"/>
                </a:lnTo>
                <a:lnTo>
                  <a:pt x="574433" y="310502"/>
                </a:lnTo>
                <a:lnTo>
                  <a:pt x="605485" y="310502"/>
                </a:lnTo>
                <a:lnTo>
                  <a:pt x="605485" y="279450"/>
                </a:lnTo>
                <a:close/>
              </a:path>
              <a:path w="931545" h="310514">
                <a:moveTo>
                  <a:pt x="605485" y="0"/>
                </a:moveTo>
                <a:lnTo>
                  <a:pt x="574433" y="0"/>
                </a:lnTo>
                <a:lnTo>
                  <a:pt x="574433" y="31051"/>
                </a:lnTo>
                <a:lnTo>
                  <a:pt x="605485" y="31051"/>
                </a:lnTo>
                <a:lnTo>
                  <a:pt x="605485" y="0"/>
                </a:lnTo>
                <a:close/>
              </a:path>
              <a:path w="931545" h="310514">
                <a:moveTo>
                  <a:pt x="931494" y="124206"/>
                </a:moveTo>
                <a:lnTo>
                  <a:pt x="901026" y="124206"/>
                </a:lnTo>
                <a:lnTo>
                  <a:pt x="895311" y="119659"/>
                </a:lnTo>
                <a:lnTo>
                  <a:pt x="891679" y="109537"/>
                </a:lnTo>
                <a:lnTo>
                  <a:pt x="890193" y="105918"/>
                </a:lnTo>
                <a:lnTo>
                  <a:pt x="885621" y="96227"/>
                </a:lnTo>
                <a:lnTo>
                  <a:pt x="885964" y="93154"/>
                </a:lnTo>
                <a:lnTo>
                  <a:pt x="886447" y="88976"/>
                </a:lnTo>
                <a:lnTo>
                  <a:pt x="907999" y="67437"/>
                </a:lnTo>
                <a:lnTo>
                  <a:pt x="886460" y="45897"/>
                </a:lnTo>
                <a:lnTo>
                  <a:pt x="864095" y="23520"/>
                </a:lnTo>
                <a:lnTo>
                  <a:pt x="842556" y="45059"/>
                </a:lnTo>
                <a:lnTo>
                  <a:pt x="838352" y="45554"/>
                </a:lnTo>
                <a:lnTo>
                  <a:pt x="838352" y="155257"/>
                </a:lnTo>
                <a:lnTo>
                  <a:pt x="833462" y="179425"/>
                </a:lnTo>
                <a:lnTo>
                  <a:pt x="820153" y="199161"/>
                </a:lnTo>
                <a:lnTo>
                  <a:pt x="800417" y="212471"/>
                </a:lnTo>
                <a:lnTo>
                  <a:pt x="776249" y="217360"/>
                </a:lnTo>
                <a:lnTo>
                  <a:pt x="752081" y="212471"/>
                </a:lnTo>
                <a:lnTo>
                  <a:pt x="732332" y="199161"/>
                </a:lnTo>
                <a:lnTo>
                  <a:pt x="719023" y="179425"/>
                </a:lnTo>
                <a:lnTo>
                  <a:pt x="714146" y="155257"/>
                </a:lnTo>
                <a:lnTo>
                  <a:pt x="719023" y="131089"/>
                </a:lnTo>
                <a:lnTo>
                  <a:pt x="752081" y="98031"/>
                </a:lnTo>
                <a:lnTo>
                  <a:pt x="800417" y="98031"/>
                </a:lnTo>
                <a:lnTo>
                  <a:pt x="833462" y="131089"/>
                </a:lnTo>
                <a:lnTo>
                  <a:pt x="838352" y="155257"/>
                </a:lnTo>
                <a:lnTo>
                  <a:pt x="838352" y="45554"/>
                </a:lnTo>
                <a:lnTo>
                  <a:pt x="835291" y="45897"/>
                </a:lnTo>
                <a:lnTo>
                  <a:pt x="825601" y="41338"/>
                </a:lnTo>
                <a:lnTo>
                  <a:pt x="821969" y="39827"/>
                </a:lnTo>
                <a:lnTo>
                  <a:pt x="811847" y="36195"/>
                </a:lnTo>
                <a:lnTo>
                  <a:pt x="807300" y="30480"/>
                </a:lnTo>
                <a:lnTo>
                  <a:pt x="807300" y="0"/>
                </a:lnTo>
                <a:lnTo>
                  <a:pt x="745197" y="0"/>
                </a:lnTo>
                <a:lnTo>
                  <a:pt x="745197" y="30480"/>
                </a:lnTo>
                <a:lnTo>
                  <a:pt x="740651" y="36195"/>
                </a:lnTo>
                <a:lnTo>
                  <a:pt x="730529" y="39827"/>
                </a:lnTo>
                <a:lnTo>
                  <a:pt x="726859" y="41338"/>
                </a:lnTo>
                <a:lnTo>
                  <a:pt x="717219" y="45885"/>
                </a:lnTo>
                <a:lnTo>
                  <a:pt x="709968" y="45059"/>
                </a:lnTo>
                <a:lnTo>
                  <a:pt x="688441" y="23520"/>
                </a:lnTo>
                <a:lnTo>
                  <a:pt x="644550" y="67437"/>
                </a:lnTo>
                <a:lnTo>
                  <a:pt x="666051" y="88976"/>
                </a:lnTo>
                <a:lnTo>
                  <a:pt x="666877" y="96227"/>
                </a:lnTo>
                <a:lnTo>
                  <a:pt x="662317" y="105918"/>
                </a:lnTo>
                <a:lnTo>
                  <a:pt x="660819" y="109537"/>
                </a:lnTo>
                <a:lnTo>
                  <a:pt x="657186" y="119659"/>
                </a:lnTo>
                <a:lnTo>
                  <a:pt x="651471" y="124206"/>
                </a:lnTo>
                <a:lnTo>
                  <a:pt x="621004" y="124206"/>
                </a:lnTo>
                <a:lnTo>
                  <a:pt x="621004" y="186309"/>
                </a:lnTo>
                <a:lnTo>
                  <a:pt x="651471" y="186309"/>
                </a:lnTo>
                <a:lnTo>
                  <a:pt x="657186" y="190855"/>
                </a:lnTo>
                <a:lnTo>
                  <a:pt x="660819" y="200977"/>
                </a:lnTo>
                <a:lnTo>
                  <a:pt x="662317" y="204609"/>
                </a:lnTo>
                <a:lnTo>
                  <a:pt x="666877" y="214299"/>
                </a:lnTo>
                <a:lnTo>
                  <a:pt x="666026" y="221564"/>
                </a:lnTo>
                <a:lnTo>
                  <a:pt x="644512" y="243090"/>
                </a:lnTo>
                <a:lnTo>
                  <a:pt x="688428" y="287007"/>
                </a:lnTo>
                <a:lnTo>
                  <a:pt x="709942" y="265455"/>
                </a:lnTo>
                <a:lnTo>
                  <a:pt x="717092" y="264629"/>
                </a:lnTo>
                <a:lnTo>
                  <a:pt x="717232" y="264629"/>
                </a:lnTo>
                <a:lnTo>
                  <a:pt x="726922" y="269189"/>
                </a:lnTo>
                <a:lnTo>
                  <a:pt x="730529" y="270687"/>
                </a:lnTo>
                <a:lnTo>
                  <a:pt x="740651" y="274320"/>
                </a:lnTo>
                <a:lnTo>
                  <a:pt x="745197" y="280035"/>
                </a:lnTo>
                <a:lnTo>
                  <a:pt x="745197" y="310502"/>
                </a:lnTo>
                <a:lnTo>
                  <a:pt x="807300" y="310502"/>
                </a:lnTo>
                <a:lnTo>
                  <a:pt x="807300" y="280035"/>
                </a:lnTo>
                <a:lnTo>
                  <a:pt x="811847" y="274320"/>
                </a:lnTo>
                <a:lnTo>
                  <a:pt x="821969" y="270687"/>
                </a:lnTo>
                <a:lnTo>
                  <a:pt x="825588" y="269189"/>
                </a:lnTo>
                <a:lnTo>
                  <a:pt x="835279" y="264629"/>
                </a:lnTo>
                <a:lnTo>
                  <a:pt x="842530" y="265455"/>
                </a:lnTo>
                <a:lnTo>
                  <a:pt x="864069" y="287007"/>
                </a:lnTo>
                <a:lnTo>
                  <a:pt x="886434" y="264629"/>
                </a:lnTo>
                <a:lnTo>
                  <a:pt x="907973" y="243090"/>
                </a:lnTo>
                <a:lnTo>
                  <a:pt x="886447" y="221564"/>
                </a:lnTo>
                <a:lnTo>
                  <a:pt x="885964" y="217360"/>
                </a:lnTo>
                <a:lnTo>
                  <a:pt x="885609" y="214299"/>
                </a:lnTo>
                <a:lnTo>
                  <a:pt x="890168" y="204609"/>
                </a:lnTo>
                <a:lnTo>
                  <a:pt x="891679" y="200977"/>
                </a:lnTo>
                <a:lnTo>
                  <a:pt x="895311" y="190855"/>
                </a:lnTo>
                <a:lnTo>
                  <a:pt x="901026" y="186309"/>
                </a:lnTo>
                <a:lnTo>
                  <a:pt x="931494" y="186309"/>
                </a:lnTo>
                <a:lnTo>
                  <a:pt x="931494" y="124206"/>
                </a:lnTo>
                <a:close/>
              </a:path>
            </a:pathLst>
          </a:custGeom>
          <a:solidFill>
            <a:srgbClr val="26DEDD"/>
          </a:solidFill>
        </p:spPr>
        <p:txBody>
          <a:bodyPr wrap="square" lIns="0" tIns="0" rIns="0" bIns="0" rtlCol="0"/>
          <a:lstStyle/>
          <a:p>
            <a:endParaRPr/>
          </a:p>
        </p:txBody>
      </p:sp>
      <p:sp>
        <p:nvSpPr>
          <p:cNvPr id="9" name="object 9"/>
          <p:cNvSpPr/>
          <p:nvPr/>
        </p:nvSpPr>
        <p:spPr>
          <a:xfrm>
            <a:off x="6601028" y="3812031"/>
            <a:ext cx="931544" cy="497205"/>
          </a:xfrm>
          <a:custGeom>
            <a:avLst/>
            <a:gdLst/>
            <a:ahLst/>
            <a:cxnLst/>
            <a:rect l="l" t="t" r="r" b="b"/>
            <a:pathLst>
              <a:path w="931545" h="497204">
                <a:moveTo>
                  <a:pt x="433920" y="232867"/>
                </a:moveTo>
                <a:lnTo>
                  <a:pt x="429183" y="203771"/>
                </a:lnTo>
                <a:lnTo>
                  <a:pt x="420141" y="176377"/>
                </a:lnTo>
                <a:lnTo>
                  <a:pt x="409308" y="155244"/>
                </a:lnTo>
                <a:lnTo>
                  <a:pt x="407162" y="151053"/>
                </a:lnTo>
                <a:lnTo>
                  <a:pt x="406908" y="150698"/>
                </a:lnTo>
                <a:lnTo>
                  <a:pt x="390601" y="128155"/>
                </a:lnTo>
                <a:lnTo>
                  <a:pt x="368058" y="150698"/>
                </a:lnTo>
                <a:lnTo>
                  <a:pt x="346100" y="128739"/>
                </a:lnTo>
                <a:lnTo>
                  <a:pt x="366166" y="108673"/>
                </a:lnTo>
                <a:lnTo>
                  <a:pt x="368642" y="106197"/>
                </a:lnTo>
                <a:lnTo>
                  <a:pt x="345732" y="89636"/>
                </a:lnTo>
                <a:lnTo>
                  <a:pt x="320408" y="76644"/>
                </a:lnTo>
                <a:lnTo>
                  <a:pt x="293014" y="67614"/>
                </a:lnTo>
                <a:lnTo>
                  <a:pt x="280403" y="65557"/>
                </a:lnTo>
                <a:lnTo>
                  <a:pt x="280403" y="251548"/>
                </a:lnTo>
                <a:lnTo>
                  <a:pt x="274929" y="265544"/>
                </a:lnTo>
                <a:lnTo>
                  <a:pt x="263740" y="275590"/>
                </a:lnTo>
                <a:lnTo>
                  <a:pt x="248399" y="279438"/>
                </a:lnTo>
                <a:lnTo>
                  <a:pt x="233045" y="275590"/>
                </a:lnTo>
                <a:lnTo>
                  <a:pt x="221869" y="265544"/>
                </a:lnTo>
                <a:lnTo>
                  <a:pt x="216382" y="251548"/>
                </a:lnTo>
                <a:lnTo>
                  <a:pt x="218173" y="235839"/>
                </a:lnTo>
                <a:lnTo>
                  <a:pt x="248399" y="155244"/>
                </a:lnTo>
                <a:lnTo>
                  <a:pt x="278625" y="235839"/>
                </a:lnTo>
                <a:lnTo>
                  <a:pt x="280403" y="251548"/>
                </a:lnTo>
                <a:lnTo>
                  <a:pt x="280403" y="65557"/>
                </a:lnTo>
                <a:lnTo>
                  <a:pt x="263931" y="62865"/>
                </a:lnTo>
                <a:lnTo>
                  <a:pt x="263931" y="108673"/>
                </a:lnTo>
                <a:lnTo>
                  <a:pt x="232879" y="108673"/>
                </a:lnTo>
                <a:lnTo>
                  <a:pt x="232879" y="62865"/>
                </a:lnTo>
                <a:lnTo>
                  <a:pt x="203784" y="67614"/>
                </a:lnTo>
                <a:lnTo>
                  <a:pt x="176377" y="76644"/>
                </a:lnTo>
                <a:lnTo>
                  <a:pt x="151053" y="89636"/>
                </a:lnTo>
                <a:lnTo>
                  <a:pt x="128155" y="106197"/>
                </a:lnTo>
                <a:lnTo>
                  <a:pt x="150698" y="128739"/>
                </a:lnTo>
                <a:lnTo>
                  <a:pt x="128752" y="150698"/>
                </a:lnTo>
                <a:lnTo>
                  <a:pt x="89636" y="151053"/>
                </a:lnTo>
                <a:lnTo>
                  <a:pt x="67614" y="203771"/>
                </a:lnTo>
                <a:lnTo>
                  <a:pt x="62877" y="232867"/>
                </a:lnTo>
                <a:lnTo>
                  <a:pt x="108673" y="232867"/>
                </a:lnTo>
                <a:lnTo>
                  <a:pt x="108673" y="263918"/>
                </a:lnTo>
                <a:lnTo>
                  <a:pt x="62877" y="263918"/>
                </a:lnTo>
                <a:lnTo>
                  <a:pt x="67614" y="293014"/>
                </a:lnTo>
                <a:lnTo>
                  <a:pt x="76644" y="320408"/>
                </a:lnTo>
                <a:lnTo>
                  <a:pt x="89636" y="345732"/>
                </a:lnTo>
                <a:lnTo>
                  <a:pt x="106210" y="368630"/>
                </a:lnTo>
                <a:lnTo>
                  <a:pt x="128752" y="346087"/>
                </a:lnTo>
                <a:lnTo>
                  <a:pt x="150698" y="368046"/>
                </a:lnTo>
                <a:lnTo>
                  <a:pt x="154190" y="409067"/>
                </a:lnTo>
                <a:lnTo>
                  <a:pt x="214820" y="431660"/>
                </a:lnTo>
                <a:lnTo>
                  <a:pt x="248399" y="434695"/>
                </a:lnTo>
                <a:lnTo>
                  <a:pt x="281965" y="431660"/>
                </a:lnTo>
                <a:lnTo>
                  <a:pt x="313537" y="422935"/>
                </a:lnTo>
                <a:lnTo>
                  <a:pt x="342607" y="409067"/>
                </a:lnTo>
                <a:lnTo>
                  <a:pt x="368642" y="390588"/>
                </a:lnTo>
                <a:lnTo>
                  <a:pt x="346100" y="368046"/>
                </a:lnTo>
                <a:lnTo>
                  <a:pt x="368058" y="346087"/>
                </a:lnTo>
                <a:lnTo>
                  <a:pt x="390601" y="368630"/>
                </a:lnTo>
                <a:lnTo>
                  <a:pt x="406908" y="346087"/>
                </a:lnTo>
                <a:lnTo>
                  <a:pt x="407162" y="345732"/>
                </a:lnTo>
                <a:lnTo>
                  <a:pt x="420141" y="320408"/>
                </a:lnTo>
                <a:lnTo>
                  <a:pt x="429183" y="293014"/>
                </a:lnTo>
                <a:lnTo>
                  <a:pt x="431393" y="279438"/>
                </a:lnTo>
                <a:lnTo>
                  <a:pt x="433920" y="263918"/>
                </a:lnTo>
                <a:lnTo>
                  <a:pt x="388124" y="263918"/>
                </a:lnTo>
                <a:lnTo>
                  <a:pt x="388124" y="232867"/>
                </a:lnTo>
                <a:lnTo>
                  <a:pt x="433920" y="232867"/>
                </a:lnTo>
                <a:close/>
              </a:path>
              <a:path w="931545" h="497204">
                <a:moveTo>
                  <a:pt x="496798" y="248399"/>
                </a:moveTo>
                <a:lnTo>
                  <a:pt x="491756" y="198615"/>
                </a:lnTo>
                <a:lnTo>
                  <a:pt x="491744" y="198399"/>
                </a:lnTo>
                <a:lnTo>
                  <a:pt x="477240" y="151803"/>
                </a:lnTo>
                <a:lnTo>
                  <a:pt x="465747" y="130657"/>
                </a:lnTo>
                <a:lnTo>
                  <a:pt x="465747" y="248399"/>
                </a:lnTo>
                <a:lnTo>
                  <a:pt x="459994" y="298170"/>
                </a:lnTo>
                <a:lnTo>
                  <a:pt x="443623" y="343903"/>
                </a:lnTo>
                <a:lnTo>
                  <a:pt x="417931" y="384251"/>
                </a:lnTo>
                <a:lnTo>
                  <a:pt x="384263" y="417931"/>
                </a:lnTo>
                <a:lnTo>
                  <a:pt x="343903" y="443623"/>
                </a:lnTo>
                <a:lnTo>
                  <a:pt x="298170" y="459994"/>
                </a:lnTo>
                <a:lnTo>
                  <a:pt x="248399" y="465747"/>
                </a:lnTo>
                <a:lnTo>
                  <a:pt x="198615" y="459994"/>
                </a:lnTo>
                <a:lnTo>
                  <a:pt x="152895" y="443623"/>
                </a:lnTo>
                <a:lnTo>
                  <a:pt x="112534" y="417931"/>
                </a:lnTo>
                <a:lnTo>
                  <a:pt x="78854" y="384251"/>
                </a:lnTo>
                <a:lnTo>
                  <a:pt x="53174" y="343903"/>
                </a:lnTo>
                <a:lnTo>
                  <a:pt x="36880" y="298386"/>
                </a:lnTo>
                <a:lnTo>
                  <a:pt x="31051" y="248399"/>
                </a:lnTo>
                <a:lnTo>
                  <a:pt x="36804" y="198615"/>
                </a:lnTo>
                <a:lnTo>
                  <a:pt x="53174" y="152895"/>
                </a:lnTo>
                <a:lnTo>
                  <a:pt x="78854" y="112534"/>
                </a:lnTo>
                <a:lnTo>
                  <a:pt x="112534" y="78854"/>
                </a:lnTo>
                <a:lnTo>
                  <a:pt x="152895" y="53174"/>
                </a:lnTo>
                <a:lnTo>
                  <a:pt x="198615" y="36791"/>
                </a:lnTo>
                <a:lnTo>
                  <a:pt x="248399" y="31051"/>
                </a:lnTo>
                <a:lnTo>
                  <a:pt x="298170" y="36791"/>
                </a:lnTo>
                <a:lnTo>
                  <a:pt x="343903" y="53174"/>
                </a:lnTo>
                <a:lnTo>
                  <a:pt x="384263" y="78854"/>
                </a:lnTo>
                <a:lnTo>
                  <a:pt x="417931" y="112534"/>
                </a:lnTo>
                <a:lnTo>
                  <a:pt x="443623" y="152895"/>
                </a:lnTo>
                <a:lnTo>
                  <a:pt x="459917" y="198399"/>
                </a:lnTo>
                <a:lnTo>
                  <a:pt x="465747" y="248399"/>
                </a:lnTo>
                <a:lnTo>
                  <a:pt x="465747" y="130657"/>
                </a:lnTo>
                <a:lnTo>
                  <a:pt x="454317" y="109613"/>
                </a:lnTo>
                <a:lnTo>
                  <a:pt x="423951" y="72834"/>
                </a:lnTo>
                <a:lnTo>
                  <a:pt x="387172" y="42481"/>
                </a:lnTo>
                <a:lnTo>
                  <a:pt x="366141" y="31051"/>
                </a:lnTo>
                <a:lnTo>
                  <a:pt x="344982" y="19545"/>
                </a:lnTo>
                <a:lnTo>
                  <a:pt x="298386" y="5054"/>
                </a:lnTo>
                <a:lnTo>
                  <a:pt x="248399" y="0"/>
                </a:lnTo>
                <a:lnTo>
                  <a:pt x="198399" y="5054"/>
                </a:lnTo>
                <a:lnTo>
                  <a:pt x="151803" y="19545"/>
                </a:lnTo>
                <a:lnTo>
                  <a:pt x="109613" y="42481"/>
                </a:lnTo>
                <a:lnTo>
                  <a:pt x="72834" y="72834"/>
                </a:lnTo>
                <a:lnTo>
                  <a:pt x="42481" y="109613"/>
                </a:lnTo>
                <a:lnTo>
                  <a:pt x="19545" y="151803"/>
                </a:lnTo>
                <a:lnTo>
                  <a:pt x="5054" y="198399"/>
                </a:lnTo>
                <a:lnTo>
                  <a:pt x="0" y="248399"/>
                </a:lnTo>
                <a:lnTo>
                  <a:pt x="5029" y="298170"/>
                </a:lnTo>
                <a:lnTo>
                  <a:pt x="19545" y="344982"/>
                </a:lnTo>
                <a:lnTo>
                  <a:pt x="42481" y="387172"/>
                </a:lnTo>
                <a:lnTo>
                  <a:pt x="72834" y="423951"/>
                </a:lnTo>
                <a:lnTo>
                  <a:pt x="109613" y="454317"/>
                </a:lnTo>
                <a:lnTo>
                  <a:pt x="151803" y="477240"/>
                </a:lnTo>
                <a:lnTo>
                  <a:pt x="198399" y="491744"/>
                </a:lnTo>
                <a:lnTo>
                  <a:pt x="248399" y="496798"/>
                </a:lnTo>
                <a:lnTo>
                  <a:pt x="298386" y="491744"/>
                </a:lnTo>
                <a:lnTo>
                  <a:pt x="344982" y="477240"/>
                </a:lnTo>
                <a:lnTo>
                  <a:pt x="387172" y="454317"/>
                </a:lnTo>
                <a:lnTo>
                  <a:pt x="423951" y="423951"/>
                </a:lnTo>
                <a:lnTo>
                  <a:pt x="454317" y="387172"/>
                </a:lnTo>
                <a:lnTo>
                  <a:pt x="477240" y="344982"/>
                </a:lnTo>
                <a:lnTo>
                  <a:pt x="491744" y="298386"/>
                </a:lnTo>
                <a:lnTo>
                  <a:pt x="496798" y="248399"/>
                </a:lnTo>
                <a:close/>
              </a:path>
              <a:path w="931545" h="497204">
                <a:moveTo>
                  <a:pt x="636536" y="341528"/>
                </a:moveTo>
                <a:lnTo>
                  <a:pt x="543382" y="341528"/>
                </a:lnTo>
                <a:lnTo>
                  <a:pt x="543382" y="434682"/>
                </a:lnTo>
                <a:lnTo>
                  <a:pt x="636536" y="434682"/>
                </a:lnTo>
                <a:lnTo>
                  <a:pt x="636536" y="341528"/>
                </a:lnTo>
                <a:close/>
              </a:path>
              <a:path w="931545" h="497204">
                <a:moveTo>
                  <a:pt x="760730" y="217335"/>
                </a:moveTo>
                <a:lnTo>
                  <a:pt x="667575" y="217335"/>
                </a:lnTo>
                <a:lnTo>
                  <a:pt x="667575" y="434682"/>
                </a:lnTo>
                <a:lnTo>
                  <a:pt x="760730" y="434682"/>
                </a:lnTo>
                <a:lnTo>
                  <a:pt x="760730" y="217335"/>
                </a:lnTo>
                <a:close/>
              </a:path>
              <a:path w="931545" h="497204">
                <a:moveTo>
                  <a:pt x="884936" y="108661"/>
                </a:moveTo>
                <a:lnTo>
                  <a:pt x="791781" y="108661"/>
                </a:lnTo>
                <a:lnTo>
                  <a:pt x="791781" y="434682"/>
                </a:lnTo>
                <a:lnTo>
                  <a:pt x="884936" y="434682"/>
                </a:lnTo>
                <a:lnTo>
                  <a:pt x="884936" y="108661"/>
                </a:lnTo>
                <a:close/>
              </a:path>
              <a:path w="931545" h="497204">
                <a:moveTo>
                  <a:pt x="931494" y="465734"/>
                </a:moveTo>
                <a:lnTo>
                  <a:pt x="496798" y="465734"/>
                </a:lnTo>
                <a:lnTo>
                  <a:pt x="496798" y="496785"/>
                </a:lnTo>
                <a:lnTo>
                  <a:pt x="931494" y="496785"/>
                </a:lnTo>
                <a:lnTo>
                  <a:pt x="931494" y="465734"/>
                </a:lnTo>
                <a:close/>
              </a:path>
            </a:pathLst>
          </a:custGeom>
          <a:solidFill>
            <a:srgbClr val="26DEDD"/>
          </a:solidFill>
        </p:spPr>
        <p:txBody>
          <a:bodyPr wrap="square" lIns="0" tIns="0" rIns="0" bIns="0" rtlCol="0"/>
          <a:lstStyle/>
          <a:p>
            <a:endParaRPr/>
          </a:p>
        </p:txBody>
      </p:sp>
      <p:grpSp>
        <p:nvGrpSpPr>
          <p:cNvPr id="10" name="object 10"/>
          <p:cNvGrpSpPr/>
          <p:nvPr/>
        </p:nvGrpSpPr>
        <p:grpSpPr>
          <a:xfrm>
            <a:off x="914417" y="3812018"/>
            <a:ext cx="931544" cy="932815"/>
            <a:chOff x="914417" y="3812018"/>
            <a:chExt cx="931544" cy="932815"/>
          </a:xfrm>
        </p:grpSpPr>
        <p:sp>
          <p:nvSpPr>
            <p:cNvPr id="11" name="object 11"/>
            <p:cNvSpPr/>
            <p:nvPr/>
          </p:nvSpPr>
          <p:spPr>
            <a:xfrm>
              <a:off x="1037247" y="3947553"/>
              <a:ext cx="525145" cy="591820"/>
            </a:xfrm>
            <a:custGeom>
              <a:avLst/>
              <a:gdLst/>
              <a:ahLst/>
              <a:cxnLst/>
              <a:rect l="l" t="t" r="r" b="b"/>
              <a:pathLst>
                <a:path w="525144" h="591820">
                  <a:moveTo>
                    <a:pt x="473976" y="49149"/>
                  </a:moveTo>
                  <a:lnTo>
                    <a:pt x="428053" y="14897"/>
                  </a:lnTo>
                  <a:lnTo>
                    <a:pt x="389001" y="12"/>
                  </a:lnTo>
                  <a:lnTo>
                    <a:pt x="388835" y="7721"/>
                  </a:lnTo>
                  <a:lnTo>
                    <a:pt x="388035" y="15468"/>
                  </a:lnTo>
                  <a:lnTo>
                    <a:pt x="386524" y="23215"/>
                  </a:lnTo>
                  <a:lnTo>
                    <a:pt x="384302" y="30924"/>
                  </a:lnTo>
                  <a:lnTo>
                    <a:pt x="400977" y="36715"/>
                  </a:lnTo>
                  <a:lnTo>
                    <a:pt x="417233" y="43637"/>
                  </a:lnTo>
                  <a:lnTo>
                    <a:pt x="432981" y="51676"/>
                  </a:lnTo>
                  <a:lnTo>
                    <a:pt x="448170" y="60820"/>
                  </a:lnTo>
                  <a:lnTo>
                    <a:pt x="453885" y="63068"/>
                  </a:lnTo>
                  <a:lnTo>
                    <a:pt x="459816" y="62941"/>
                  </a:lnTo>
                  <a:lnTo>
                    <a:pt x="465239" y="60604"/>
                  </a:lnTo>
                  <a:lnTo>
                    <a:pt x="469468" y="56311"/>
                  </a:lnTo>
                  <a:lnTo>
                    <a:pt x="473976" y="49149"/>
                  </a:lnTo>
                  <a:close/>
                </a:path>
                <a:path w="525144" h="591820">
                  <a:moveTo>
                    <a:pt x="525145" y="492391"/>
                  </a:moveTo>
                  <a:lnTo>
                    <a:pt x="515112" y="457174"/>
                  </a:lnTo>
                  <a:lnTo>
                    <a:pt x="482142" y="492061"/>
                  </a:lnTo>
                  <a:lnTo>
                    <a:pt x="443484" y="520725"/>
                  </a:lnTo>
                  <a:lnTo>
                    <a:pt x="399999" y="542277"/>
                  </a:lnTo>
                  <a:lnTo>
                    <a:pt x="352552" y="555853"/>
                  </a:lnTo>
                  <a:lnTo>
                    <a:pt x="301980" y="560565"/>
                  </a:lnTo>
                  <a:lnTo>
                    <a:pt x="253263" y="556196"/>
                  </a:lnTo>
                  <a:lnTo>
                    <a:pt x="207391" y="543585"/>
                  </a:lnTo>
                  <a:lnTo>
                    <a:pt x="165138" y="523494"/>
                  </a:lnTo>
                  <a:lnTo>
                    <a:pt x="127279" y="496722"/>
                  </a:lnTo>
                  <a:lnTo>
                    <a:pt x="94564" y="464007"/>
                  </a:lnTo>
                  <a:lnTo>
                    <a:pt x="67779" y="426148"/>
                  </a:lnTo>
                  <a:lnTo>
                    <a:pt x="47701" y="383882"/>
                  </a:lnTo>
                  <a:lnTo>
                    <a:pt x="35090" y="338023"/>
                  </a:lnTo>
                  <a:lnTo>
                    <a:pt x="30708" y="289293"/>
                  </a:lnTo>
                  <a:lnTo>
                    <a:pt x="35433" y="238721"/>
                  </a:lnTo>
                  <a:lnTo>
                    <a:pt x="49022" y="191249"/>
                  </a:lnTo>
                  <a:lnTo>
                    <a:pt x="70599" y="147764"/>
                  </a:lnTo>
                  <a:lnTo>
                    <a:pt x="99326" y="109131"/>
                  </a:lnTo>
                  <a:lnTo>
                    <a:pt x="134315" y="76200"/>
                  </a:lnTo>
                  <a:lnTo>
                    <a:pt x="174726" y="49834"/>
                  </a:lnTo>
                  <a:lnTo>
                    <a:pt x="219684" y="30911"/>
                  </a:lnTo>
                  <a:lnTo>
                    <a:pt x="217424" y="23418"/>
                  </a:lnTo>
                  <a:lnTo>
                    <a:pt x="215900" y="15697"/>
                  </a:lnTo>
                  <a:lnTo>
                    <a:pt x="215138" y="7861"/>
                  </a:lnTo>
                  <a:lnTo>
                    <a:pt x="215176" y="0"/>
                  </a:lnTo>
                  <a:lnTo>
                    <a:pt x="170256" y="17602"/>
                  </a:lnTo>
                  <a:lnTo>
                    <a:pt x="129133" y="41833"/>
                  </a:lnTo>
                  <a:lnTo>
                    <a:pt x="92481" y="72047"/>
                  </a:lnTo>
                  <a:lnTo>
                    <a:pt x="60985" y="107569"/>
                  </a:lnTo>
                  <a:lnTo>
                    <a:pt x="35318" y="147713"/>
                  </a:lnTo>
                  <a:lnTo>
                    <a:pt x="16154" y="191833"/>
                  </a:lnTo>
                  <a:lnTo>
                    <a:pt x="4152" y="239255"/>
                  </a:lnTo>
                  <a:lnTo>
                    <a:pt x="0" y="289293"/>
                  </a:lnTo>
                  <a:lnTo>
                    <a:pt x="3962" y="338201"/>
                  </a:lnTo>
                  <a:lnTo>
                    <a:pt x="15430" y="384619"/>
                  </a:lnTo>
                  <a:lnTo>
                    <a:pt x="33769" y="427926"/>
                  </a:lnTo>
                  <a:lnTo>
                    <a:pt x="58369" y="467499"/>
                  </a:lnTo>
                  <a:lnTo>
                    <a:pt x="88582" y="502704"/>
                  </a:lnTo>
                  <a:lnTo>
                    <a:pt x="123786" y="532917"/>
                  </a:lnTo>
                  <a:lnTo>
                    <a:pt x="163360" y="557504"/>
                  </a:lnTo>
                  <a:lnTo>
                    <a:pt x="206667" y="575856"/>
                  </a:lnTo>
                  <a:lnTo>
                    <a:pt x="253085" y="587311"/>
                  </a:lnTo>
                  <a:lnTo>
                    <a:pt x="301980" y="591273"/>
                  </a:lnTo>
                  <a:lnTo>
                    <a:pt x="353771" y="586828"/>
                  </a:lnTo>
                  <a:lnTo>
                    <a:pt x="402742" y="573989"/>
                  </a:lnTo>
                  <a:lnTo>
                    <a:pt x="448119" y="553466"/>
                  </a:lnTo>
                  <a:lnTo>
                    <a:pt x="489178" y="526034"/>
                  </a:lnTo>
                  <a:lnTo>
                    <a:pt x="525145" y="492391"/>
                  </a:lnTo>
                  <a:close/>
                </a:path>
              </a:pathLst>
            </a:custGeom>
            <a:solidFill>
              <a:srgbClr val="26DEDD"/>
            </a:solidFill>
          </p:spPr>
          <p:txBody>
            <a:bodyPr wrap="square" lIns="0" tIns="0" rIns="0" bIns="0" rtlCol="0"/>
            <a:lstStyle/>
            <a:p>
              <a:endParaRPr/>
            </a:p>
          </p:txBody>
        </p:sp>
        <p:pic>
          <p:nvPicPr>
            <p:cNvPr id="12" name="object 12"/>
            <p:cNvPicPr/>
            <p:nvPr/>
          </p:nvPicPr>
          <p:blipFill>
            <a:blip r:embed="rId4" cstate="print"/>
            <a:stretch>
              <a:fillRect/>
            </a:stretch>
          </p:blipFill>
          <p:spPr>
            <a:xfrm>
              <a:off x="1560770" y="4058310"/>
              <a:ext cx="80251" cy="180581"/>
            </a:xfrm>
            <a:prstGeom prst="rect">
              <a:avLst/>
            </a:prstGeom>
          </p:spPr>
        </p:pic>
        <p:sp>
          <p:nvSpPr>
            <p:cNvPr id="13" name="object 13"/>
            <p:cNvSpPr/>
            <p:nvPr/>
          </p:nvSpPr>
          <p:spPr>
            <a:xfrm>
              <a:off x="914412" y="3812019"/>
              <a:ext cx="849630" cy="850265"/>
            </a:xfrm>
            <a:custGeom>
              <a:avLst/>
              <a:gdLst/>
              <a:ahLst/>
              <a:cxnLst/>
              <a:rect l="l" t="t" r="r" b="b"/>
              <a:pathLst>
                <a:path w="849630" h="850264">
                  <a:moveTo>
                    <a:pt x="685038" y="97459"/>
                  </a:moveTo>
                  <a:lnTo>
                    <a:pt x="631190" y="53467"/>
                  </a:lnTo>
                  <a:lnTo>
                    <a:pt x="582688" y="30302"/>
                  </a:lnTo>
                  <a:lnTo>
                    <a:pt x="531812" y="13563"/>
                  </a:lnTo>
                  <a:lnTo>
                    <a:pt x="479044" y="3416"/>
                  </a:lnTo>
                  <a:lnTo>
                    <a:pt x="424827" y="0"/>
                  </a:lnTo>
                  <a:lnTo>
                    <a:pt x="378612" y="2501"/>
                  </a:lnTo>
                  <a:lnTo>
                    <a:pt x="333806" y="9817"/>
                  </a:lnTo>
                  <a:lnTo>
                    <a:pt x="290703" y="21704"/>
                  </a:lnTo>
                  <a:lnTo>
                    <a:pt x="249542" y="37884"/>
                  </a:lnTo>
                  <a:lnTo>
                    <a:pt x="210591" y="58102"/>
                  </a:lnTo>
                  <a:lnTo>
                    <a:pt x="174104" y="82092"/>
                  </a:lnTo>
                  <a:lnTo>
                    <a:pt x="140347" y="109601"/>
                  </a:lnTo>
                  <a:lnTo>
                    <a:pt x="109588" y="140360"/>
                  </a:lnTo>
                  <a:lnTo>
                    <a:pt x="82080" y="174117"/>
                  </a:lnTo>
                  <a:lnTo>
                    <a:pt x="58089" y="210591"/>
                  </a:lnTo>
                  <a:lnTo>
                    <a:pt x="37871" y="249555"/>
                  </a:lnTo>
                  <a:lnTo>
                    <a:pt x="21691" y="290715"/>
                  </a:lnTo>
                  <a:lnTo>
                    <a:pt x="9817" y="333819"/>
                  </a:lnTo>
                  <a:lnTo>
                    <a:pt x="2501" y="378612"/>
                  </a:lnTo>
                  <a:lnTo>
                    <a:pt x="0" y="424827"/>
                  </a:lnTo>
                  <a:lnTo>
                    <a:pt x="3009" y="475551"/>
                  </a:lnTo>
                  <a:lnTo>
                    <a:pt x="11823" y="524535"/>
                  </a:lnTo>
                  <a:lnTo>
                    <a:pt x="26085" y="571423"/>
                  </a:lnTo>
                  <a:lnTo>
                    <a:pt x="45466" y="615823"/>
                  </a:lnTo>
                  <a:lnTo>
                    <a:pt x="69608" y="657402"/>
                  </a:lnTo>
                  <a:lnTo>
                    <a:pt x="74930" y="651776"/>
                  </a:lnTo>
                  <a:lnTo>
                    <a:pt x="80746" y="646620"/>
                  </a:lnTo>
                  <a:lnTo>
                    <a:pt x="86969" y="641985"/>
                  </a:lnTo>
                  <a:lnTo>
                    <a:pt x="93560" y="637959"/>
                  </a:lnTo>
                  <a:lnTo>
                    <a:pt x="66979" y="589775"/>
                  </a:lnTo>
                  <a:lnTo>
                    <a:pt x="47244" y="537768"/>
                  </a:lnTo>
                  <a:lnTo>
                    <a:pt x="34937" y="482574"/>
                  </a:lnTo>
                  <a:lnTo>
                    <a:pt x="30708" y="424827"/>
                  </a:lnTo>
                  <a:lnTo>
                    <a:pt x="33782" y="375488"/>
                  </a:lnTo>
                  <a:lnTo>
                    <a:pt x="42773" y="327939"/>
                  </a:lnTo>
                  <a:lnTo>
                    <a:pt x="57289" y="282575"/>
                  </a:lnTo>
                  <a:lnTo>
                    <a:pt x="76974" y="239750"/>
                  </a:lnTo>
                  <a:lnTo>
                    <a:pt x="101434" y="199859"/>
                  </a:lnTo>
                  <a:lnTo>
                    <a:pt x="130327" y="163258"/>
                  </a:lnTo>
                  <a:lnTo>
                    <a:pt x="163245" y="130327"/>
                  </a:lnTo>
                  <a:lnTo>
                    <a:pt x="199847" y="101447"/>
                  </a:lnTo>
                  <a:lnTo>
                    <a:pt x="239737" y="76974"/>
                  </a:lnTo>
                  <a:lnTo>
                    <a:pt x="282562" y="57302"/>
                  </a:lnTo>
                  <a:lnTo>
                    <a:pt x="327926" y="42773"/>
                  </a:lnTo>
                  <a:lnTo>
                    <a:pt x="375475" y="33794"/>
                  </a:lnTo>
                  <a:lnTo>
                    <a:pt x="424827" y="30708"/>
                  </a:lnTo>
                  <a:lnTo>
                    <a:pt x="475145" y="33883"/>
                  </a:lnTo>
                  <a:lnTo>
                    <a:pt x="524090" y="43294"/>
                  </a:lnTo>
                  <a:lnTo>
                    <a:pt x="571246" y="58801"/>
                  </a:lnTo>
                  <a:lnTo>
                    <a:pt x="616165" y="80251"/>
                  </a:lnTo>
                  <a:lnTo>
                    <a:pt x="658431" y="107492"/>
                  </a:lnTo>
                  <a:lnTo>
                    <a:pt x="665391" y="112610"/>
                  </a:lnTo>
                  <a:lnTo>
                    <a:pt x="675005" y="111175"/>
                  </a:lnTo>
                  <a:lnTo>
                    <a:pt x="685038" y="97459"/>
                  </a:lnTo>
                  <a:close/>
                </a:path>
                <a:path w="849630" h="850264">
                  <a:moveTo>
                    <a:pt x="706335" y="709828"/>
                  </a:moveTo>
                  <a:lnTo>
                    <a:pt x="701840" y="707771"/>
                  </a:lnTo>
                  <a:lnTo>
                    <a:pt x="699782" y="706551"/>
                  </a:lnTo>
                  <a:lnTo>
                    <a:pt x="662241" y="739051"/>
                  </a:lnTo>
                  <a:lnTo>
                    <a:pt x="620763" y="766635"/>
                  </a:lnTo>
                  <a:lnTo>
                    <a:pt x="575818" y="788847"/>
                  </a:lnTo>
                  <a:lnTo>
                    <a:pt x="527862" y="805281"/>
                  </a:lnTo>
                  <a:lnTo>
                    <a:pt x="477380" y="815454"/>
                  </a:lnTo>
                  <a:lnTo>
                    <a:pt x="424827" y="818946"/>
                  </a:lnTo>
                  <a:lnTo>
                    <a:pt x="367080" y="814717"/>
                  </a:lnTo>
                  <a:lnTo>
                    <a:pt x="311886" y="802411"/>
                  </a:lnTo>
                  <a:lnTo>
                    <a:pt x="259880" y="782675"/>
                  </a:lnTo>
                  <a:lnTo>
                    <a:pt x="211696" y="756094"/>
                  </a:lnTo>
                  <a:lnTo>
                    <a:pt x="207670" y="762685"/>
                  </a:lnTo>
                  <a:lnTo>
                    <a:pt x="203034" y="768908"/>
                  </a:lnTo>
                  <a:lnTo>
                    <a:pt x="197878" y="774725"/>
                  </a:lnTo>
                  <a:lnTo>
                    <a:pt x="192252" y="780046"/>
                  </a:lnTo>
                  <a:lnTo>
                    <a:pt x="233832" y="804189"/>
                  </a:lnTo>
                  <a:lnTo>
                    <a:pt x="278231" y="823569"/>
                  </a:lnTo>
                  <a:lnTo>
                    <a:pt x="325120" y="837831"/>
                  </a:lnTo>
                  <a:lnTo>
                    <a:pt x="374103" y="846645"/>
                  </a:lnTo>
                  <a:lnTo>
                    <a:pt x="424827" y="849655"/>
                  </a:lnTo>
                  <a:lnTo>
                    <a:pt x="477939" y="846340"/>
                  </a:lnTo>
                  <a:lnTo>
                    <a:pt x="529107" y="836676"/>
                  </a:lnTo>
                  <a:lnTo>
                    <a:pt x="577938" y="821042"/>
                  </a:lnTo>
                  <a:lnTo>
                    <a:pt x="624027" y="799858"/>
                  </a:lnTo>
                  <a:lnTo>
                    <a:pt x="666953" y="773493"/>
                  </a:lnTo>
                  <a:lnTo>
                    <a:pt x="706335" y="742378"/>
                  </a:lnTo>
                  <a:lnTo>
                    <a:pt x="706335" y="709828"/>
                  </a:lnTo>
                  <a:close/>
                </a:path>
                <a:path w="849630" h="850264">
                  <a:moveTo>
                    <a:pt x="849439" y="419709"/>
                  </a:moveTo>
                  <a:lnTo>
                    <a:pt x="846302" y="372097"/>
                  </a:lnTo>
                  <a:lnTo>
                    <a:pt x="837984" y="325691"/>
                  </a:lnTo>
                  <a:lnTo>
                    <a:pt x="824649" y="280822"/>
                  </a:lnTo>
                  <a:lnTo>
                    <a:pt x="806450" y="237820"/>
                  </a:lnTo>
                  <a:lnTo>
                    <a:pt x="783539" y="196989"/>
                  </a:lnTo>
                  <a:lnTo>
                    <a:pt x="756081" y="158673"/>
                  </a:lnTo>
                  <a:lnTo>
                    <a:pt x="733971" y="180784"/>
                  </a:lnTo>
                  <a:lnTo>
                    <a:pt x="763447" y="223304"/>
                  </a:lnTo>
                  <a:lnTo>
                    <a:pt x="786866" y="268960"/>
                  </a:lnTo>
                  <a:lnTo>
                    <a:pt x="804024" y="317246"/>
                  </a:lnTo>
                  <a:lnTo>
                    <a:pt x="814717" y="367665"/>
                  </a:lnTo>
                  <a:lnTo>
                    <a:pt x="818730" y="419709"/>
                  </a:lnTo>
                  <a:lnTo>
                    <a:pt x="849439" y="419709"/>
                  </a:lnTo>
                  <a:close/>
                </a:path>
              </a:pathLst>
            </a:custGeom>
            <a:solidFill>
              <a:srgbClr val="26DEDD"/>
            </a:solidFill>
          </p:spPr>
          <p:txBody>
            <a:bodyPr wrap="square" lIns="0" tIns="0" rIns="0" bIns="0" rtlCol="0"/>
            <a:lstStyle/>
            <a:p>
              <a:endParaRPr/>
            </a:p>
          </p:txBody>
        </p:sp>
        <p:pic>
          <p:nvPicPr>
            <p:cNvPr id="14" name="object 14"/>
            <p:cNvPicPr/>
            <p:nvPr/>
          </p:nvPicPr>
          <p:blipFill>
            <a:blip r:embed="rId5" cstate="print"/>
            <a:stretch>
              <a:fillRect/>
            </a:stretch>
          </p:blipFill>
          <p:spPr>
            <a:xfrm>
              <a:off x="1282933" y="3893916"/>
              <a:ext cx="112610" cy="112598"/>
            </a:xfrm>
            <a:prstGeom prst="rect">
              <a:avLst/>
            </a:prstGeom>
          </p:spPr>
        </p:pic>
        <p:pic>
          <p:nvPicPr>
            <p:cNvPr id="15" name="object 15"/>
            <p:cNvPicPr/>
            <p:nvPr/>
          </p:nvPicPr>
          <p:blipFill>
            <a:blip r:embed="rId6" cstate="print"/>
            <a:stretch>
              <a:fillRect/>
            </a:stretch>
          </p:blipFill>
          <p:spPr>
            <a:xfrm>
              <a:off x="993394" y="4470095"/>
              <a:ext cx="112610" cy="112598"/>
            </a:xfrm>
            <a:prstGeom prst="rect">
              <a:avLst/>
            </a:prstGeom>
          </p:spPr>
        </p:pic>
        <p:sp>
          <p:nvSpPr>
            <p:cNvPr id="16" name="object 16"/>
            <p:cNvSpPr/>
            <p:nvPr/>
          </p:nvSpPr>
          <p:spPr>
            <a:xfrm>
              <a:off x="1569668" y="4262441"/>
              <a:ext cx="276225" cy="235585"/>
            </a:xfrm>
            <a:custGeom>
              <a:avLst/>
              <a:gdLst/>
              <a:ahLst/>
              <a:cxnLst/>
              <a:rect l="l" t="t" r="r" b="b"/>
              <a:pathLst>
                <a:path w="276225" h="235585">
                  <a:moveTo>
                    <a:pt x="200631" y="0"/>
                  </a:moveTo>
                  <a:lnTo>
                    <a:pt x="75562" y="0"/>
                  </a:lnTo>
                  <a:lnTo>
                    <a:pt x="61605" y="1702"/>
                  </a:lnTo>
                  <a:lnTo>
                    <a:pt x="28178" y="24968"/>
                  </a:lnTo>
                  <a:lnTo>
                    <a:pt x="3779" y="63308"/>
                  </a:lnTo>
                  <a:lnTo>
                    <a:pt x="0" y="87154"/>
                  </a:lnTo>
                  <a:lnTo>
                    <a:pt x="2118" y="99263"/>
                  </a:lnTo>
                  <a:lnTo>
                    <a:pt x="29873" y="194690"/>
                  </a:lnTo>
                  <a:lnTo>
                    <a:pt x="66443" y="232451"/>
                  </a:lnTo>
                  <a:lnTo>
                    <a:pt x="84706" y="235445"/>
                  </a:lnTo>
                  <a:lnTo>
                    <a:pt x="191500" y="235445"/>
                  </a:lnTo>
                  <a:lnTo>
                    <a:pt x="238370" y="211179"/>
                  </a:lnTo>
                  <a:lnTo>
                    <a:pt x="270209" y="112598"/>
                  </a:lnTo>
                  <a:lnTo>
                    <a:pt x="88668" y="112598"/>
                  </a:lnTo>
                  <a:lnTo>
                    <a:pt x="81797" y="105727"/>
                  </a:lnTo>
                  <a:lnTo>
                    <a:pt x="81797" y="88772"/>
                  </a:lnTo>
                  <a:lnTo>
                    <a:pt x="88668" y="81889"/>
                  </a:lnTo>
                  <a:lnTo>
                    <a:pt x="275948" y="81889"/>
                  </a:lnTo>
                  <a:lnTo>
                    <a:pt x="275621" y="75031"/>
                  </a:lnTo>
                  <a:lnTo>
                    <a:pt x="248015" y="24968"/>
                  </a:lnTo>
                  <a:lnTo>
                    <a:pt x="214588" y="1702"/>
                  </a:lnTo>
                  <a:lnTo>
                    <a:pt x="200631" y="0"/>
                  </a:lnTo>
                  <a:close/>
                </a:path>
                <a:path w="276225" h="235585">
                  <a:moveTo>
                    <a:pt x="275948" y="81889"/>
                  </a:moveTo>
                  <a:lnTo>
                    <a:pt x="187525" y="81889"/>
                  </a:lnTo>
                  <a:lnTo>
                    <a:pt x="194396" y="88772"/>
                  </a:lnTo>
                  <a:lnTo>
                    <a:pt x="194396" y="105727"/>
                  </a:lnTo>
                  <a:lnTo>
                    <a:pt x="187525" y="112598"/>
                  </a:lnTo>
                  <a:lnTo>
                    <a:pt x="270209" y="112598"/>
                  </a:lnTo>
                  <a:lnTo>
                    <a:pt x="274088" y="99263"/>
                  </a:lnTo>
                  <a:lnTo>
                    <a:pt x="276197" y="87154"/>
                  </a:lnTo>
                  <a:lnTo>
                    <a:pt x="275948" y="81889"/>
                  </a:lnTo>
                  <a:close/>
                </a:path>
              </a:pathLst>
            </a:custGeom>
            <a:solidFill>
              <a:srgbClr val="26DEDD"/>
            </a:solidFill>
          </p:spPr>
          <p:txBody>
            <a:bodyPr wrap="square" lIns="0" tIns="0" rIns="0" bIns="0" rtlCol="0"/>
            <a:lstStyle/>
            <a:p>
              <a:endParaRPr/>
            </a:p>
          </p:txBody>
        </p:sp>
        <p:pic>
          <p:nvPicPr>
            <p:cNvPr id="17" name="object 17"/>
            <p:cNvPicPr/>
            <p:nvPr/>
          </p:nvPicPr>
          <p:blipFill>
            <a:blip r:embed="rId7" cstate="print"/>
            <a:stretch>
              <a:fillRect/>
            </a:stretch>
          </p:blipFill>
          <p:spPr>
            <a:xfrm>
              <a:off x="1651463" y="4528591"/>
              <a:ext cx="112598" cy="216204"/>
            </a:xfrm>
            <a:prstGeom prst="rect">
              <a:avLst/>
            </a:prstGeom>
          </p:spPr>
        </p:pic>
        <p:pic>
          <p:nvPicPr>
            <p:cNvPr id="18" name="object 18"/>
            <p:cNvPicPr/>
            <p:nvPr/>
          </p:nvPicPr>
          <p:blipFill>
            <a:blip r:embed="rId8" cstate="print"/>
            <a:stretch>
              <a:fillRect/>
            </a:stretch>
          </p:blipFill>
          <p:spPr>
            <a:xfrm>
              <a:off x="1182618" y="4057697"/>
              <a:ext cx="238112" cy="101142"/>
            </a:xfrm>
            <a:prstGeom prst="rect">
              <a:avLst/>
            </a:prstGeom>
          </p:spPr>
        </p:pic>
        <p:sp>
          <p:nvSpPr>
            <p:cNvPr id="19" name="object 19"/>
            <p:cNvSpPr/>
            <p:nvPr/>
          </p:nvSpPr>
          <p:spPr>
            <a:xfrm>
              <a:off x="1182625" y="4146962"/>
              <a:ext cx="335915" cy="269240"/>
            </a:xfrm>
            <a:custGeom>
              <a:avLst/>
              <a:gdLst/>
              <a:ahLst/>
              <a:cxnLst/>
              <a:rect l="l" t="t" r="r" b="b"/>
              <a:pathLst>
                <a:path w="335915" h="269239">
                  <a:moveTo>
                    <a:pt x="311607" y="0"/>
                  </a:moveTo>
                  <a:lnTo>
                    <a:pt x="288874" y="22732"/>
                  </a:lnTo>
                  <a:lnTo>
                    <a:pt x="295892" y="38607"/>
                  </a:lnTo>
                  <a:lnTo>
                    <a:pt x="300955" y="55152"/>
                  </a:lnTo>
                  <a:lnTo>
                    <a:pt x="304022" y="72274"/>
                  </a:lnTo>
                  <a:lnTo>
                    <a:pt x="305053" y="89877"/>
                  </a:lnTo>
                  <a:lnTo>
                    <a:pt x="297477" y="136765"/>
                  </a:lnTo>
                  <a:lnTo>
                    <a:pt x="276388" y="177509"/>
                  </a:lnTo>
                  <a:lnTo>
                    <a:pt x="244242" y="209653"/>
                  </a:lnTo>
                  <a:lnTo>
                    <a:pt x="203499" y="230740"/>
                  </a:lnTo>
                  <a:lnTo>
                    <a:pt x="156616" y="238315"/>
                  </a:lnTo>
                  <a:lnTo>
                    <a:pt x="118144" y="233269"/>
                  </a:lnTo>
                  <a:lnTo>
                    <a:pt x="83451" y="218990"/>
                  </a:lnTo>
                  <a:lnTo>
                    <a:pt x="53864" y="196765"/>
                  </a:lnTo>
                  <a:lnTo>
                    <a:pt x="30708" y="167881"/>
                  </a:lnTo>
                  <a:lnTo>
                    <a:pt x="23488" y="171184"/>
                  </a:lnTo>
                  <a:lnTo>
                    <a:pt x="15963" y="173720"/>
                  </a:lnTo>
                  <a:lnTo>
                    <a:pt x="8134" y="175489"/>
                  </a:lnTo>
                  <a:lnTo>
                    <a:pt x="0" y="176491"/>
                  </a:lnTo>
                  <a:lnTo>
                    <a:pt x="27868" y="214181"/>
                  </a:lnTo>
                  <a:lnTo>
                    <a:pt x="64487" y="243408"/>
                  </a:lnTo>
                  <a:lnTo>
                    <a:pt x="108017" y="262309"/>
                  </a:lnTo>
                  <a:lnTo>
                    <a:pt x="156616" y="269024"/>
                  </a:lnTo>
                  <a:lnTo>
                    <a:pt x="204220" y="262621"/>
                  </a:lnTo>
                  <a:lnTo>
                    <a:pt x="247009" y="244555"/>
                  </a:lnTo>
                  <a:lnTo>
                    <a:pt x="283270" y="216536"/>
                  </a:lnTo>
                  <a:lnTo>
                    <a:pt x="311291" y="180276"/>
                  </a:lnTo>
                  <a:lnTo>
                    <a:pt x="329359" y="137486"/>
                  </a:lnTo>
                  <a:lnTo>
                    <a:pt x="335762" y="89877"/>
                  </a:lnTo>
                  <a:lnTo>
                    <a:pt x="334204" y="66160"/>
                  </a:lnTo>
                  <a:lnTo>
                    <a:pt x="329595" y="43095"/>
                  </a:lnTo>
                  <a:lnTo>
                    <a:pt x="322030" y="20953"/>
                  </a:lnTo>
                  <a:lnTo>
                    <a:pt x="311607" y="0"/>
                  </a:lnTo>
                  <a:close/>
                </a:path>
              </a:pathLst>
            </a:custGeom>
            <a:solidFill>
              <a:srgbClr val="26DEDD"/>
            </a:solidFill>
          </p:spPr>
          <p:txBody>
            <a:bodyPr wrap="square" lIns="0" tIns="0" rIns="0" bIns="0" rtlCol="0"/>
            <a:lstStyle/>
            <a:p>
              <a:endParaRPr/>
            </a:p>
          </p:txBody>
        </p:sp>
        <p:pic>
          <p:nvPicPr>
            <p:cNvPr id="20" name="object 20"/>
            <p:cNvPicPr/>
            <p:nvPr/>
          </p:nvPicPr>
          <p:blipFill>
            <a:blip r:embed="rId5" cstate="print"/>
            <a:stretch>
              <a:fillRect/>
            </a:stretch>
          </p:blipFill>
          <p:spPr>
            <a:xfrm>
              <a:off x="1119144" y="4180546"/>
              <a:ext cx="112610" cy="112598"/>
            </a:xfrm>
            <a:prstGeom prst="rect">
              <a:avLst/>
            </a:prstGeom>
          </p:spPr>
        </p:pic>
        <p:sp>
          <p:nvSpPr>
            <p:cNvPr id="21" name="object 21"/>
            <p:cNvSpPr/>
            <p:nvPr/>
          </p:nvSpPr>
          <p:spPr>
            <a:xfrm>
              <a:off x="1282942" y="3892417"/>
              <a:ext cx="401320" cy="401320"/>
            </a:xfrm>
            <a:custGeom>
              <a:avLst/>
              <a:gdLst/>
              <a:ahLst/>
              <a:cxnLst/>
              <a:rect l="l" t="t" r="r" b="b"/>
              <a:pathLst>
                <a:path w="401319" h="401320">
                  <a:moveTo>
                    <a:pt x="388734" y="0"/>
                  </a:moveTo>
                  <a:lnTo>
                    <a:pt x="379018" y="0"/>
                  </a:lnTo>
                  <a:lnTo>
                    <a:pt x="83553" y="295465"/>
                  </a:lnTo>
                  <a:lnTo>
                    <a:pt x="77267" y="292405"/>
                  </a:lnTo>
                  <a:lnTo>
                    <a:pt x="70607" y="290094"/>
                  </a:lnTo>
                  <a:lnTo>
                    <a:pt x="63606" y="288634"/>
                  </a:lnTo>
                  <a:lnTo>
                    <a:pt x="56299" y="288124"/>
                  </a:lnTo>
                  <a:lnTo>
                    <a:pt x="34402" y="292555"/>
                  </a:lnTo>
                  <a:lnTo>
                    <a:pt x="16505" y="304630"/>
                  </a:lnTo>
                  <a:lnTo>
                    <a:pt x="4430" y="322527"/>
                  </a:lnTo>
                  <a:lnTo>
                    <a:pt x="0" y="344424"/>
                  </a:lnTo>
                  <a:lnTo>
                    <a:pt x="4430" y="366322"/>
                  </a:lnTo>
                  <a:lnTo>
                    <a:pt x="16505" y="384224"/>
                  </a:lnTo>
                  <a:lnTo>
                    <a:pt x="34402" y="396303"/>
                  </a:lnTo>
                  <a:lnTo>
                    <a:pt x="56299" y="400735"/>
                  </a:lnTo>
                  <a:lnTo>
                    <a:pt x="78195" y="396303"/>
                  </a:lnTo>
                  <a:lnTo>
                    <a:pt x="96092" y="384224"/>
                  </a:lnTo>
                  <a:lnTo>
                    <a:pt x="108168" y="366322"/>
                  </a:lnTo>
                  <a:lnTo>
                    <a:pt x="112598" y="344424"/>
                  </a:lnTo>
                  <a:lnTo>
                    <a:pt x="112088" y="337117"/>
                  </a:lnTo>
                  <a:lnTo>
                    <a:pt x="110628" y="330117"/>
                  </a:lnTo>
                  <a:lnTo>
                    <a:pt x="108317" y="323460"/>
                  </a:lnTo>
                  <a:lnTo>
                    <a:pt x="105257" y="317182"/>
                  </a:lnTo>
                  <a:lnTo>
                    <a:pt x="400735" y="21704"/>
                  </a:lnTo>
                  <a:lnTo>
                    <a:pt x="400735" y="11988"/>
                  </a:lnTo>
                  <a:lnTo>
                    <a:pt x="388734" y="0"/>
                  </a:lnTo>
                  <a:close/>
                </a:path>
              </a:pathLst>
            </a:custGeom>
            <a:solidFill>
              <a:srgbClr val="26DEDD"/>
            </a:solidFill>
          </p:spPr>
          <p:txBody>
            <a:bodyPr wrap="square" lIns="0" tIns="0" rIns="0" bIns="0" rtlCol="0"/>
            <a:lstStyle/>
            <a:p>
              <a:endParaRPr/>
            </a:p>
          </p:txBody>
        </p:sp>
      </p:grpSp>
      <p:sp>
        <p:nvSpPr>
          <p:cNvPr id="22" name="object 22"/>
          <p:cNvSpPr txBox="1"/>
          <p:nvPr/>
        </p:nvSpPr>
        <p:spPr>
          <a:xfrm>
            <a:off x="12274971" y="5192090"/>
            <a:ext cx="5048885" cy="267970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92929"/>
                </a:solidFill>
                <a:latin typeface="Inria Serif"/>
                <a:cs typeface="Inria Serif"/>
              </a:rPr>
              <a:t>Benchmarking</a:t>
            </a:r>
            <a:r>
              <a:rPr sz="2400" b="1" spc="420" dirty="0">
                <a:solidFill>
                  <a:srgbClr val="292929"/>
                </a:solidFill>
                <a:latin typeface="Inria Serif"/>
                <a:cs typeface="Inria Serif"/>
              </a:rPr>
              <a:t> </a:t>
            </a:r>
            <a:r>
              <a:rPr sz="2400" b="1" spc="45" dirty="0">
                <a:solidFill>
                  <a:srgbClr val="292929"/>
                </a:solidFill>
                <a:latin typeface="Inria Serif"/>
                <a:cs typeface="Inria Serif"/>
              </a:rPr>
              <a:t>and</a:t>
            </a:r>
            <a:r>
              <a:rPr sz="2400" b="1" spc="420" dirty="0">
                <a:solidFill>
                  <a:srgbClr val="292929"/>
                </a:solidFill>
                <a:latin typeface="Inria Serif"/>
                <a:cs typeface="Inria Serif"/>
              </a:rPr>
              <a:t> </a:t>
            </a:r>
            <a:r>
              <a:rPr sz="2400" b="1" spc="45" dirty="0">
                <a:solidFill>
                  <a:srgbClr val="292929"/>
                </a:solidFill>
                <a:latin typeface="Inria Serif"/>
                <a:cs typeface="Inria Serif"/>
              </a:rPr>
              <a:t>Comparison</a:t>
            </a:r>
            <a:endParaRPr sz="2400">
              <a:latin typeface="Inria Serif"/>
              <a:cs typeface="Inria Serif"/>
            </a:endParaRPr>
          </a:p>
          <a:p>
            <a:pPr marL="228600" indent="-215900">
              <a:lnSpc>
                <a:spcPct val="100000"/>
              </a:lnSpc>
              <a:spcBef>
                <a:spcPts val="2120"/>
              </a:spcBef>
              <a:buFont typeface="Times New Roman"/>
              <a:buChar char="•"/>
              <a:tabLst>
                <a:tab pos="228600" algn="l"/>
              </a:tabLst>
            </a:pPr>
            <a:r>
              <a:rPr sz="2000" dirty="0">
                <a:solidFill>
                  <a:srgbClr val="292929"/>
                </a:solidFill>
                <a:latin typeface="Inria Sans Light"/>
                <a:cs typeface="Inria Sans Light"/>
              </a:rPr>
              <a:t>Compare</a:t>
            </a:r>
            <a:r>
              <a:rPr sz="2000" spc="270" dirty="0">
                <a:solidFill>
                  <a:srgbClr val="292929"/>
                </a:solidFill>
                <a:latin typeface="Inria Sans Light"/>
                <a:cs typeface="Inria Sans Light"/>
              </a:rPr>
              <a:t> </a:t>
            </a:r>
            <a:r>
              <a:rPr sz="2000" spc="50" dirty="0">
                <a:solidFill>
                  <a:srgbClr val="292929"/>
                </a:solidFill>
                <a:latin typeface="Inria Sans Light"/>
                <a:cs typeface="Inria Sans Light"/>
              </a:rPr>
              <a:t>lightweight</a:t>
            </a:r>
            <a:r>
              <a:rPr sz="2000" spc="270" dirty="0">
                <a:solidFill>
                  <a:srgbClr val="292929"/>
                </a:solidFill>
                <a:latin typeface="Inria Sans Light"/>
                <a:cs typeface="Inria Sans Light"/>
              </a:rPr>
              <a:t> </a:t>
            </a:r>
            <a:r>
              <a:rPr sz="2000" dirty="0">
                <a:solidFill>
                  <a:srgbClr val="292929"/>
                </a:solidFill>
                <a:latin typeface="Inria Sans Light"/>
                <a:cs typeface="Inria Sans Light"/>
              </a:rPr>
              <a:t>IDS</a:t>
            </a:r>
            <a:r>
              <a:rPr sz="2000" spc="270" dirty="0">
                <a:solidFill>
                  <a:srgbClr val="292929"/>
                </a:solidFill>
                <a:latin typeface="Inria Sans Light"/>
                <a:cs typeface="Inria Sans Light"/>
              </a:rPr>
              <a:t> </a:t>
            </a:r>
            <a:r>
              <a:rPr sz="2000" spc="40" dirty="0">
                <a:solidFill>
                  <a:srgbClr val="292929"/>
                </a:solidFill>
                <a:latin typeface="Inria Sans Light"/>
                <a:cs typeface="Inria Sans Light"/>
              </a:rPr>
              <a:t>with</a:t>
            </a:r>
            <a:endParaRPr sz="2000">
              <a:latin typeface="Inria Sans Light"/>
              <a:cs typeface="Inria Sans Light"/>
            </a:endParaRPr>
          </a:p>
          <a:p>
            <a:pPr marL="228600" marR="97790">
              <a:lnSpc>
                <a:spcPct val="108300"/>
              </a:lnSpc>
            </a:pPr>
            <a:r>
              <a:rPr sz="2000" spc="10" dirty="0">
                <a:solidFill>
                  <a:srgbClr val="292929"/>
                </a:solidFill>
                <a:latin typeface="Inria Sans Light"/>
                <a:cs typeface="Inria Sans Light"/>
              </a:rPr>
              <a:t>conventional</a:t>
            </a:r>
            <a:r>
              <a:rPr sz="2000" spc="275" dirty="0">
                <a:solidFill>
                  <a:srgbClr val="292929"/>
                </a:solidFill>
                <a:latin typeface="Inria Sans Light"/>
                <a:cs typeface="Inria Sans Light"/>
              </a:rPr>
              <a:t> </a:t>
            </a:r>
            <a:r>
              <a:rPr sz="2000" spc="10" dirty="0">
                <a:solidFill>
                  <a:srgbClr val="292929"/>
                </a:solidFill>
                <a:latin typeface="Inria Sans Light"/>
                <a:cs typeface="Inria Sans Light"/>
              </a:rPr>
              <a:t>deep</a:t>
            </a:r>
            <a:r>
              <a:rPr sz="2000" spc="280" dirty="0">
                <a:solidFill>
                  <a:srgbClr val="292929"/>
                </a:solidFill>
                <a:latin typeface="Inria Sans Light"/>
                <a:cs typeface="Inria Sans Light"/>
              </a:rPr>
              <a:t> </a:t>
            </a:r>
            <a:r>
              <a:rPr sz="2000" spc="50" dirty="0">
                <a:solidFill>
                  <a:srgbClr val="292929"/>
                </a:solidFill>
                <a:latin typeface="Inria Sans Light"/>
                <a:cs typeface="Inria Sans Light"/>
              </a:rPr>
              <a:t>learning</a:t>
            </a:r>
            <a:r>
              <a:rPr sz="2000" spc="275" dirty="0">
                <a:solidFill>
                  <a:srgbClr val="292929"/>
                </a:solidFill>
                <a:latin typeface="Inria Sans Light"/>
                <a:cs typeface="Inria Sans Light"/>
              </a:rPr>
              <a:t> </a:t>
            </a:r>
            <a:r>
              <a:rPr sz="2000" spc="50" dirty="0">
                <a:solidFill>
                  <a:srgbClr val="292929"/>
                </a:solidFill>
                <a:latin typeface="Inria Sans Light"/>
                <a:cs typeface="Inria Sans Light"/>
              </a:rPr>
              <a:t>models</a:t>
            </a:r>
            <a:r>
              <a:rPr sz="2000" spc="280" dirty="0">
                <a:solidFill>
                  <a:srgbClr val="292929"/>
                </a:solidFill>
                <a:latin typeface="Inria Sans Light"/>
                <a:cs typeface="Inria Sans Light"/>
              </a:rPr>
              <a:t> </a:t>
            </a:r>
            <a:r>
              <a:rPr sz="2000" spc="50" dirty="0">
                <a:solidFill>
                  <a:srgbClr val="292929"/>
                </a:solidFill>
                <a:latin typeface="Inria Sans Light"/>
                <a:cs typeface="Inria Sans Light"/>
              </a:rPr>
              <a:t>using </a:t>
            </a:r>
            <a:r>
              <a:rPr sz="2000" dirty="0">
                <a:solidFill>
                  <a:srgbClr val="292929"/>
                </a:solidFill>
                <a:latin typeface="Inria Sans Light"/>
                <a:cs typeface="Inria Sans Light"/>
              </a:rPr>
              <a:t>NSL-KDD</a:t>
            </a:r>
            <a:r>
              <a:rPr sz="2000" spc="335" dirty="0">
                <a:solidFill>
                  <a:srgbClr val="292929"/>
                </a:solidFill>
                <a:latin typeface="Inria Sans Light"/>
                <a:cs typeface="Inria Sans Light"/>
              </a:rPr>
              <a:t> </a:t>
            </a:r>
            <a:r>
              <a:rPr sz="2000" dirty="0">
                <a:solidFill>
                  <a:srgbClr val="292929"/>
                </a:solidFill>
                <a:latin typeface="Inria Sans Light"/>
                <a:cs typeface="Inria Sans Light"/>
              </a:rPr>
              <a:t>and</a:t>
            </a:r>
            <a:r>
              <a:rPr sz="2000" spc="340" dirty="0">
                <a:solidFill>
                  <a:srgbClr val="292929"/>
                </a:solidFill>
                <a:latin typeface="Inria Sans Light"/>
                <a:cs typeface="Inria Sans Light"/>
              </a:rPr>
              <a:t> </a:t>
            </a:r>
            <a:r>
              <a:rPr sz="2000" dirty="0">
                <a:solidFill>
                  <a:srgbClr val="292929"/>
                </a:solidFill>
                <a:latin typeface="Inria Sans Light"/>
                <a:cs typeface="Inria Sans Light"/>
              </a:rPr>
              <a:t>UNSW-NB15</a:t>
            </a:r>
            <a:r>
              <a:rPr sz="2000" spc="340" dirty="0">
                <a:solidFill>
                  <a:srgbClr val="292929"/>
                </a:solidFill>
                <a:latin typeface="Inria Sans Light"/>
                <a:cs typeface="Inria Sans Light"/>
              </a:rPr>
              <a:t> </a:t>
            </a:r>
            <a:r>
              <a:rPr sz="2000" spc="50" dirty="0">
                <a:solidFill>
                  <a:srgbClr val="292929"/>
                </a:solidFill>
                <a:latin typeface="Inria Sans Light"/>
                <a:cs typeface="Inria Sans Light"/>
              </a:rPr>
              <a:t>datasets.</a:t>
            </a:r>
            <a:endParaRPr sz="2000">
              <a:latin typeface="Inria Sans Light"/>
              <a:cs typeface="Inria Sans Light"/>
            </a:endParaRPr>
          </a:p>
          <a:p>
            <a:pPr marL="228600" marR="5080" indent="-216535">
              <a:lnSpc>
                <a:spcPct val="108300"/>
              </a:lnSpc>
              <a:spcBef>
                <a:spcPts val="500"/>
              </a:spcBef>
              <a:buFont typeface="Times New Roman"/>
              <a:buChar char="•"/>
              <a:tabLst>
                <a:tab pos="228600" algn="l"/>
              </a:tabLst>
            </a:pPr>
            <a:r>
              <a:rPr sz="2000" spc="50" dirty="0">
                <a:solidFill>
                  <a:srgbClr val="292929"/>
                </a:solidFill>
                <a:latin typeface="Inria Sans Light"/>
                <a:cs typeface="Inria Sans Light"/>
              </a:rPr>
              <a:t>Highlight</a:t>
            </a:r>
            <a:r>
              <a:rPr sz="2000" spc="155" dirty="0">
                <a:solidFill>
                  <a:srgbClr val="292929"/>
                </a:solidFill>
                <a:latin typeface="Inria Sans Light"/>
                <a:cs typeface="Inria Sans Light"/>
              </a:rPr>
              <a:t> </a:t>
            </a:r>
            <a:r>
              <a:rPr sz="2000" spc="50" dirty="0">
                <a:solidFill>
                  <a:srgbClr val="292929"/>
                </a:solidFill>
                <a:latin typeface="Inria Sans Light"/>
                <a:cs typeface="Inria Sans Light"/>
              </a:rPr>
              <a:t>improvements</a:t>
            </a:r>
            <a:r>
              <a:rPr sz="2000" spc="160" dirty="0">
                <a:solidFill>
                  <a:srgbClr val="292929"/>
                </a:solidFill>
                <a:latin typeface="Inria Sans Light"/>
                <a:cs typeface="Inria Sans Light"/>
              </a:rPr>
              <a:t> </a:t>
            </a:r>
            <a:r>
              <a:rPr sz="2000" dirty="0">
                <a:solidFill>
                  <a:srgbClr val="292929"/>
                </a:solidFill>
                <a:latin typeface="Inria Sans Light"/>
                <a:cs typeface="Inria Sans Light"/>
              </a:rPr>
              <a:t>in</a:t>
            </a:r>
            <a:r>
              <a:rPr sz="2000" spc="155" dirty="0">
                <a:solidFill>
                  <a:srgbClr val="292929"/>
                </a:solidFill>
                <a:latin typeface="Inria Sans Light"/>
                <a:cs typeface="Inria Sans Light"/>
              </a:rPr>
              <a:t> </a:t>
            </a:r>
            <a:r>
              <a:rPr sz="2000" spc="50" dirty="0">
                <a:solidFill>
                  <a:srgbClr val="292929"/>
                </a:solidFill>
                <a:latin typeface="Inria Sans Light"/>
                <a:cs typeface="Inria Sans Light"/>
              </a:rPr>
              <a:t>scalability</a:t>
            </a:r>
            <a:r>
              <a:rPr sz="2000" spc="160" dirty="0">
                <a:solidFill>
                  <a:srgbClr val="292929"/>
                </a:solidFill>
                <a:latin typeface="Inria Sans Light"/>
                <a:cs typeface="Inria Sans Light"/>
              </a:rPr>
              <a:t> </a:t>
            </a:r>
            <a:r>
              <a:rPr sz="2000" spc="35" dirty="0">
                <a:solidFill>
                  <a:srgbClr val="292929"/>
                </a:solidFill>
                <a:latin typeface="Inria Sans Light"/>
                <a:cs typeface="Inria Sans Light"/>
              </a:rPr>
              <a:t>and </a:t>
            </a:r>
            <a:r>
              <a:rPr sz="2000" dirty="0">
                <a:solidFill>
                  <a:srgbClr val="292929"/>
                </a:solidFill>
                <a:latin typeface="Inria Sans Light"/>
                <a:cs typeface="Inria Sans Light"/>
              </a:rPr>
              <a:t>efficiency</a:t>
            </a:r>
            <a:r>
              <a:rPr sz="2000" spc="365" dirty="0">
                <a:solidFill>
                  <a:srgbClr val="292929"/>
                </a:solidFill>
                <a:latin typeface="Inria Sans Light"/>
                <a:cs typeface="Inria Sans Light"/>
              </a:rPr>
              <a:t> </a:t>
            </a:r>
            <a:r>
              <a:rPr sz="2000" dirty="0">
                <a:solidFill>
                  <a:srgbClr val="292929"/>
                </a:solidFill>
                <a:latin typeface="Inria Sans Light"/>
                <a:cs typeface="Inria Sans Light"/>
              </a:rPr>
              <a:t>for</a:t>
            </a:r>
            <a:r>
              <a:rPr sz="2000" spc="365" dirty="0">
                <a:solidFill>
                  <a:srgbClr val="292929"/>
                </a:solidFill>
                <a:latin typeface="Inria Sans Light"/>
                <a:cs typeface="Inria Sans Light"/>
              </a:rPr>
              <a:t> </a:t>
            </a:r>
            <a:r>
              <a:rPr sz="2000" spc="55" dirty="0">
                <a:solidFill>
                  <a:srgbClr val="292929"/>
                </a:solidFill>
                <a:latin typeface="Inria Sans Light"/>
                <a:cs typeface="Inria Sans Light"/>
              </a:rPr>
              <a:t>resource-</a:t>
            </a:r>
            <a:r>
              <a:rPr sz="2000" spc="45" dirty="0">
                <a:solidFill>
                  <a:srgbClr val="292929"/>
                </a:solidFill>
                <a:latin typeface="Inria Sans Light"/>
                <a:cs typeface="Inria Sans Light"/>
              </a:rPr>
              <a:t>constrained</a:t>
            </a:r>
            <a:endParaRPr sz="2000">
              <a:latin typeface="Inria Sans Light"/>
              <a:cs typeface="Inria Sans Light"/>
            </a:endParaRPr>
          </a:p>
          <a:p>
            <a:pPr marL="228600">
              <a:lnSpc>
                <a:spcPct val="100000"/>
              </a:lnSpc>
              <a:spcBef>
                <a:spcPts val="200"/>
              </a:spcBef>
            </a:pPr>
            <a:r>
              <a:rPr sz="2000" spc="35" dirty="0">
                <a:solidFill>
                  <a:srgbClr val="292929"/>
                </a:solidFill>
                <a:latin typeface="Inria Sans Light"/>
                <a:cs typeface="Inria Sans Light"/>
              </a:rPr>
              <a:t>environments.</a:t>
            </a:r>
            <a:endParaRPr sz="2000">
              <a:latin typeface="Inria Sans Light"/>
              <a:cs typeface="Inria Sans Light"/>
            </a:endParaRPr>
          </a:p>
        </p:txBody>
      </p:sp>
      <p:sp>
        <p:nvSpPr>
          <p:cNvPr id="23" name="object 23"/>
          <p:cNvSpPr txBox="1"/>
          <p:nvPr/>
        </p:nvSpPr>
        <p:spPr>
          <a:xfrm>
            <a:off x="6588335" y="5192090"/>
            <a:ext cx="5031740" cy="2679700"/>
          </a:xfrm>
          <a:prstGeom prst="rect">
            <a:avLst/>
          </a:prstGeom>
        </p:spPr>
        <p:txBody>
          <a:bodyPr vert="horz" wrap="square" lIns="0" tIns="12700" rIns="0" bIns="0" rtlCol="0">
            <a:spAutoFit/>
          </a:bodyPr>
          <a:lstStyle/>
          <a:p>
            <a:pPr marL="12700">
              <a:lnSpc>
                <a:spcPct val="100000"/>
              </a:lnSpc>
              <a:spcBef>
                <a:spcPts val="100"/>
              </a:spcBef>
            </a:pPr>
            <a:r>
              <a:rPr sz="2400" b="1" spc="45" dirty="0">
                <a:solidFill>
                  <a:srgbClr val="292929"/>
                </a:solidFill>
                <a:latin typeface="Inria Serif"/>
                <a:cs typeface="Inria Serif"/>
              </a:rPr>
              <a:t>E</a:t>
            </a:r>
            <a:r>
              <a:rPr lang="en-US" sz="2400" b="1" spc="45" dirty="0">
                <a:solidFill>
                  <a:srgbClr val="292929"/>
                </a:solidFill>
                <a:latin typeface="Inria Serif"/>
                <a:cs typeface="Inria Serif"/>
              </a:rPr>
              <a:t>ffi</a:t>
            </a:r>
            <a:r>
              <a:rPr sz="2400" b="1" spc="45" dirty="0">
                <a:solidFill>
                  <a:srgbClr val="292929"/>
                </a:solidFill>
                <a:latin typeface="Inria Serif"/>
                <a:cs typeface="Inria Serif"/>
              </a:rPr>
              <a:t>ciency</a:t>
            </a:r>
            <a:r>
              <a:rPr sz="2400" b="1" spc="260" dirty="0">
                <a:solidFill>
                  <a:srgbClr val="292929"/>
                </a:solidFill>
                <a:latin typeface="Inria Serif"/>
                <a:cs typeface="Inria Serif"/>
              </a:rPr>
              <a:t> </a:t>
            </a:r>
            <a:r>
              <a:rPr sz="2400" b="1" spc="45" dirty="0">
                <a:solidFill>
                  <a:srgbClr val="292929"/>
                </a:solidFill>
                <a:latin typeface="Inria Serif"/>
                <a:cs typeface="Inria Serif"/>
              </a:rPr>
              <a:t>and</a:t>
            </a:r>
            <a:r>
              <a:rPr sz="2400" b="1" spc="260" dirty="0">
                <a:solidFill>
                  <a:srgbClr val="292929"/>
                </a:solidFill>
                <a:latin typeface="Inria Serif"/>
                <a:cs typeface="Inria Serif"/>
              </a:rPr>
              <a:t> </a:t>
            </a:r>
            <a:r>
              <a:rPr sz="2400" b="1" dirty="0">
                <a:solidFill>
                  <a:srgbClr val="292929"/>
                </a:solidFill>
                <a:latin typeface="Inria Serif"/>
                <a:cs typeface="Inria Serif"/>
              </a:rPr>
              <a:t>Resource</a:t>
            </a:r>
            <a:r>
              <a:rPr sz="2400" b="1" spc="265" dirty="0">
                <a:solidFill>
                  <a:srgbClr val="292929"/>
                </a:solidFill>
                <a:latin typeface="Inria Serif"/>
                <a:cs typeface="Inria Serif"/>
              </a:rPr>
              <a:t> </a:t>
            </a:r>
            <a:r>
              <a:rPr sz="2400" b="1" spc="45" dirty="0">
                <a:solidFill>
                  <a:srgbClr val="292929"/>
                </a:solidFill>
                <a:latin typeface="Inria Serif"/>
                <a:cs typeface="Inria Serif"/>
              </a:rPr>
              <a:t>Metrics</a:t>
            </a:r>
            <a:endParaRPr sz="2400" dirty="0">
              <a:latin typeface="Inria Serif"/>
              <a:cs typeface="Inria Serif"/>
            </a:endParaRPr>
          </a:p>
          <a:p>
            <a:pPr marL="228600" indent="-215900">
              <a:lnSpc>
                <a:spcPct val="100000"/>
              </a:lnSpc>
              <a:spcBef>
                <a:spcPts val="2120"/>
              </a:spcBef>
              <a:buFont typeface="Times New Roman"/>
              <a:buChar char="•"/>
              <a:tabLst>
                <a:tab pos="228600" algn="l"/>
              </a:tabLst>
            </a:pPr>
            <a:r>
              <a:rPr sz="2000" spc="50" dirty="0">
                <a:solidFill>
                  <a:srgbClr val="292929"/>
                </a:solidFill>
                <a:latin typeface="Inria Sans Light"/>
                <a:cs typeface="Inria Sans Light"/>
              </a:rPr>
              <a:t>Assess</a:t>
            </a:r>
            <a:r>
              <a:rPr sz="2000" spc="285" dirty="0">
                <a:solidFill>
                  <a:srgbClr val="292929"/>
                </a:solidFill>
                <a:latin typeface="Inria Sans Light"/>
                <a:cs typeface="Inria Sans Light"/>
              </a:rPr>
              <a:t> </a:t>
            </a:r>
            <a:r>
              <a:rPr sz="2000" b="1" spc="45" dirty="0">
                <a:solidFill>
                  <a:srgbClr val="292929"/>
                </a:solidFill>
                <a:latin typeface="Inria Sans"/>
                <a:cs typeface="Inria Sans"/>
              </a:rPr>
              <a:t>model</a:t>
            </a:r>
            <a:r>
              <a:rPr sz="2000" b="1" spc="270" dirty="0">
                <a:solidFill>
                  <a:srgbClr val="292929"/>
                </a:solidFill>
                <a:latin typeface="Inria Sans"/>
                <a:cs typeface="Inria Sans"/>
              </a:rPr>
              <a:t> </a:t>
            </a:r>
            <a:r>
              <a:rPr sz="2000" b="1" dirty="0">
                <a:solidFill>
                  <a:srgbClr val="292929"/>
                </a:solidFill>
                <a:latin typeface="Inria Sans"/>
                <a:cs typeface="Inria Sans"/>
              </a:rPr>
              <a:t>size,</a:t>
            </a:r>
            <a:r>
              <a:rPr sz="2000" b="1" spc="265" dirty="0">
                <a:solidFill>
                  <a:srgbClr val="292929"/>
                </a:solidFill>
                <a:latin typeface="Inria Sans"/>
                <a:cs typeface="Inria Sans"/>
              </a:rPr>
              <a:t> </a:t>
            </a:r>
            <a:r>
              <a:rPr sz="2000" b="1" dirty="0">
                <a:solidFill>
                  <a:srgbClr val="292929"/>
                </a:solidFill>
                <a:latin typeface="Inria Sans"/>
                <a:cs typeface="Inria Sans"/>
              </a:rPr>
              <a:t>training</a:t>
            </a:r>
            <a:r>
              <a:rPr sz="2000" b="1" spc="270" dirty="0">
                <a:solidFill>
                  <a:srgbClr val="292929"/>
                </a:solidFill>
                <a:latin typeface="Inria Sans"/>
                <a:cs typeface="Inria Sans"/>
              </a:rPr>
              <a:t> </a:t>
            </a:r>
            <a:r>
              <a:rPr sz="2000" b="1" dirty="0">
                <a:solidFill>
                  <a:srgbClr val="292929"/>
                </a:solidFill>
                <a:latin typeface="Inria Sans"/>
                <a:cs typeface="Inria Sans"/>
              </a:rPr>
              <a:t>time,</a:t>
            </a:r>
            <a:r>
              <a:rPr sz="2000" b="1" spc="270" dirty="0">
                <a:solidFill>
                  <a:srgbClr val="292929"/>
                </a:solidFill>
                <a:latin typeface="Inria Sans"/>
                <a:cs typeface="Inria Sans"/>
              </a:rPr>
              <a:t> </a:t>
            </a:r>
            <a:r>
              <a:rPr sz="2000" b="1" spc="35" dirty="0">
                <a:solidFill>
                  <a:srgbClr val="292929"/>
                </a:solidFill>
                <a:latin typeface="Inria Sans"/>
                <a:cs typeface="Inria Sans"/>
              </a:rPr>
              <a:t>and</a:t>
            </a:r>
            <a:endParaRPr sz="2000" dirty="0">
              <a:latin typeface="Inria Sans"/>
              <a:cs typeface="Inria Sans"/>
            </a:endParaRPr>
          </a:p>
          <a:p>
            <a:pPr marL="228600" marR="5080">
              <a:lnSpc>
                <a:spcPct val="108300"/>
              </a:lnSpc>
            </a:pPr>
            <a:r>
              <a:rPr sz="2000" b="1" spc="50" dirty="0">
                <a:solidFill>
                  <a:srgbClr val="292929"/>
                </a:solidFill>
                <a:latin typeface="Inria Sans"/>
                <a:cs typeface="Inria Sans"/>
              </a:rPr>
              <a:t>inference</a:t>
            </a:r>
            <a:r>
              <a:rPr sz="2000" b="1" spc="290" dirty="0">
                <a:solidFill>
                  <a:srgbClr val="292929"/>
                </a:solidFill>
                <a:latin typeface="Inria Sans"/>
                <a:cs typeface="Inria Sans"/>
              </a:rPr>
              <a:t> </a:t>
            </a:r>
            <a:r>
              <a:rPr sz="2000" b="1" dirty="0">
                <a:solidFill>
                  <a:srgbClr val="292929"/>
                </a:solidFill>
                <a:latin typeface="Inria Sans"/>
                <a:cs typeface="Inria Sans"/>
              </a:rPr>
              <a:t>time</a:t>
            </a:r>
            <a:r>
              <a:rPr sz="2000" b="1" spc="375" dirty="0">
                <a:solidFill>
                  <a:srgbClr val="292929"/>
                </a:solidFill>
                <a:latin typeface="Inria Sans"/>
                <a:cs typeface="Inria Sans"/>
              </a:rPr>
              <a:t> </a:t>
            </a:r>
            <a:r>
              <a:rPr sz="2000" dirty="0">
                <a:solidFill>
                  <a:srgbClr val="292929"/>
                </a:solidFill>
                <a:latin typeface="Inria Sans Light"/>
                <a:cs typeface="Inria Sans Light"/>
              </a:rPr>
              <a:t>for</a:t>
            </a:r>
            <a:r>
              <a:rPr sz="2000" spc="310" dirty="0">
                <a:solidFill>
                  <a:srgbClr val="292929"/>
                </a:solidFill>
                <a:latin typeface="Inria Sans Light"/>
                <a:cs typeface="Inria Sans Light"/>
              </a:rPr>
              <a:t> </a:t>
            </a:r>
            <a:r>
              <a:rPr sz="2000" dirty="0">
                <a:solidFill>
                  <a:srgbClr val="292929"/>
                </a:solidFill>
                <a:latin typeface="Inria Sans Light"/>
                <a:cs typeface="Inria Sans Light"/>
              </a:rPr>
              <a:t>deployment</a:t>
            </a:r>
            <a:r>
              <a:rPr sz="2000" spc="315" dirty="0">
                <a:solidFill>
                  <a:srgbClr val="292929"/>
                </a:solidFill>
                <a:latin typeface="Inria Sans Light"/>
                <a:cs typeface="Inria Sans Light"/>
              </a:rPr>
              <a:t> </a:t>
            </a:r>
            <a:r>
              <a:rPr sz="2000" spc="50" dirty="0">
                <a:solidFill>
                  <a:srgbClr val="292929"/>
                </a:solidFill>
                <a:latin typeface="Inria Sans Light"/>
                <a:cs typeface="Inria Sans Light"/>
              </a:rPr>
              <a:t>feasibility </a:t>
            </a:r>
            <a:r>
              <a:rPr sz="2000" dirty="0">
                <a:solidFill>
                  <a:srgbClr val="292929"/>
                </a:solidFill>
                <a:latin typeface="Inria Sans Light"/>
                <a:cs typeface="Inria Sans Light"/>
              </a:rPr>
              <a:t>on</a:t>
            </a:r>
            <a:r>
              <a:rPr sz="2000" spc="210" dirty="0">
                <a:solidFill>
                  <a:srgbClr val="292929"/>
                </a:solidFill>
                <a:latin typeface="Inria Sans Light"/>
                <a:cs typeface="Inria Sans Light"/>
              </a:rPr>
              <a:t> </a:t>
            </a:r>
            <a:r>
              <a:rPr sz="2000" dirty="0">
                <a:solidFill>
                  <a:srgbClr val="292929"/>
                </a:solidFill>
                <a:latin typeface="Inria Sans Light"/>
                <a:cs typeface="Inria Sans Light"/>
              </a:rPr>
              <a:t>IoT</a:t>
            </a:r>
            <a:r>
              <a:rPr sz="2000" spc="210" dirty="0">
                <a:solidFill>
                  <a:srgbClr val="292929"/>
                </a:solidFill>
                <a:latin typeface="Inria Sans Light"/>
                <a:cs typeface="Inria Sans Light"/>
              </a:rPr>
              <a:t> </a:t>
            </a:r>
            <a:r>
              <a:rPr sz="2000" spc="40" dirty="0">
                <a:solidFill>
                  <a:srgbClr val="292929"/>
                </a:solidFill>
                <a:latin typeface="Inria Sans Light"/>
                <a:cs typeface="Inria Sans Light"/>
              </a:rPr>
              <a:t>devices.</a:t>
            </a:r>
            <a:endParaRPr sz="2000" dirty="0">
              <a:latin typeface="Inria Sans Light"/>
              <a:cs typeface="Inria Sans Light"/>
            </a:endParaRPr>
          </a:p>
          <a:p>
            <a:pPr marL="228600" indent="-215900">
              <a:lnSpc>
                <a:spcPct val="100000"/>
              </a:lnSpc>
              <a:spcBef>
                <a:spcPts val="700"/>
              </a:spcBef>
              <a:buFont typeface="Times New Roman"/>
              <a:buChar char="•"/>
              <a:tabLst>
                <a:tab pos="228600" algn="l"/>
              </a:tabLst>
            </a:pPr>
            <a:r>
              <a:rPr sz="2000" spc="50" dirty="0">
                <a:solidFill>
                  <a:srgbClr val="292929"/>
                </a:solidFill>
                <a:latin typeface="Inria Sans Light"/>
                <a:cs typeface="Inria Sans Light"/>
              </a:rPr>
              <a:t>Monitor</a:t>
            </a:r>
            <a:r>
              <a:rPr sz="2000" spc="200" dirty="0">
                <a:solidFill>
                  <a:srgbClr val="292929"/>
                </a:solidFill>
                <a:latin typeface="Inria Sans Light"/>
                <a:cs typeface="Inria Sans Light"/>
              </a:rPr>
              <a:t> </a:t>
            </a:r>
            <a:r>
              <a:rPr sz="2000" dirty="0">
                <a:solidFill>
                  <a:srgbClr val="292929"/>
                </a:solidFill>
                <a:latin typeface="Inria Sans Light"/>
                <a:cs typeface="Inria Sans Light"/>
              </a:rPr>
              <a:t>memory</a:t>
            </a:r>
            <a:r>
              <a:rPr sz="2000" spc="204" dirty="0">
                <a:solidFill>
                  <a:srgbClr val="292929"/>
                </a:solidFill>
                <a:latin typeface="Inria Sans Light"/>
                <a:cs typeface="Inria Sans Light"/>
              </a:rPr>
              <a:t> </a:t>
            </a:r>
            <a:r>
              <a:rPr sz="2000" spc="45" dirty="0">
                <a:solidFill>
                  <a:srgbClr val="292929"/>
                </a:solidFill>
                <a:latin typeface="Inria Sans Light"/>
                <a:cs typeface="Inria Sans Light"/>
              </a:rPr>
              <a:t>usage</a:t>
            </a:r>
            <a:r>
              <a:rPr sz="2000" spc="204" dirty="0">
                <a:solidFill>
                  <a:srgbClr val="292929"/>
                </a:solidFill>
                <a:latin typeface="Inria Sans Light"/>
                <a:cs typeface="Inria Sans Light"/>
              </a:rPr>
              <a:t> </a:t>
            </a:r>
            <a:r>
              <a:rPr sz="2000" spc="35" dirty="0">
                <a:solidFill>
                  <a:srgbClr val="292929"/>
                </a:solidFill>
                <a:latin typeface="Inria Sans Light"/>
                <a:cs typeface="Inria Sans Light"/>
              </a:rPr>
              <a:t>and</a:t>
            </a:r>
            <a:endParaRPr sz="2000" dirty="0">
              <a:latin typeface="Inria Sans Light"/>
              <a:cs typeface="Inria Sans Light"/>
            </a:endParaRPr>
          </a:p>
          <a:p>
            <a:pPr marL="228600" marR="27940">
              <a:lnSpc>
                <a:spcPct val="108300"/>
              </a:lnSpc>
            </a:pPr>
            <a:r>
              <a:rPr sz="2000" spc="50" dirty="0">
                <a:solidFill>
                  <a:srgbClr val="292929"/>
                </a:solidFill>
                <a:latin typeface="Inria Sans Light"/>
                <a:cs typeface="Inria Sans Light"/>
              </a:rPr>
              <a:t>computational</a:t>
            </a:r>
            <a:r>
              <a:rPr sz="2000" spc="260" dirty="0">
                <a:solidFill>
                  <a:srgbClr val="292929"/>
                </a:solidFill>
                <a:latin typeface="Inria Sans Light"/>
                <a:cs typeface="Inria Sans Light"/>
              </a:rPr>
              <a:t> </a:t>
            </a:r>
            <a:r>
              <a:rPr sz="2000" dirty="0">
                <a:solidFill>
                  <a:srgbClr val="292929"/>
                </a:solidFill>
                <a:latin typeface="Inria Sans Light"/>
                <a:cs typeface="Inria Sans Light"/>
              </a:rPr>
              <a:t>overhead</a:t>
            </a:r>
            <a:r>
              <a:rPr sz="2000" spc="265" dirty="0">
                <a:solidFill>
                  <a:srgbClr val="292929"/>
                </a:solidFill>
                <a:latin typeface="Inria Sans Light"/>
                <a:cs typeface="Inria Sans Light"/>
              </a:rPr>
              <a:t> </a:t>
            </a:r>
            <a:r>
              <a:rPr sz="2000" spc="50" dirty="0">
                <a:solidFill>
                  <a:srgbClr val="292929"/>
                </a:solidFill>
                <a:latin typeface="Inria Sans Light"/>
                <a:cs typeface="Inria Sans Light"/>
              </a:rPr>
              <a:t>during</a:t>
            </a:r>
            <a:r>
              <a:rPr sz="2000" spc="265" dirty="0">
                <a:solidFill>
                  <a:srgbClr val="292929"/>
                </a:solidFill>
                <a:latin typeface="Inria Sans Light"/>
                <a:cs typeface="Inria Sans Light"/>
              </a:rPr>
              <a:t> </a:t>
            </a:r>
            <a:r>
              <a:rPr sz="2000" spc="60" dirty="0">
                <a:solidFill>
                  <a:srgbClr val="292929"/>
                </a:solidFill>
                <a:latin typeface="Inria Sans Light"/>
                <a:cs typeface="Inria Sans Light"/>
              </a:rPr>
              <a:t>real-</a:t>
            </a:r>
            <a:r>
              <a:rPr sz="2000" spc="40" dirty="0">
                <a:solidFill>
                  <a:srgbClr val="292929"/>
                </a:solidFill>
                <a:latin typeface="Inria Sans Light"/>
                <a:cs typeface="Inria Sans Light"/>
              </a:rPr>
              <a:t>time </a:t>
            </a:r>
            <a:r>
              <a:rPr sz="2000" spc="50" dirty="0">
                <a:solidFill>
                  <a:srgbClr val="292929"/>
                </a:solidFill>
                <a:latin typeface="Inria Sans Light"/>
                <a:cs typeface="Inria Sans Light"/>
              </a:rPr>
              <a:t>operation.</a:t>
            </a:r>
            <a:endParaRPr sz="2000" dirty="0">
              <a:latin typeface="Inria Sans Light"/>
              <a:cs typeface="Inria Sans Light"/>
            </a:endParaRPr>
          </a:p>
        </p:txBody>
      </p:sp>
      <p:sp>
        <p:nvSpPr>
          <p:cNvPr id="24" name="object 24"/>
          <p:cNvSpPr txBox="1"/>
          <p:nvPr/>
        </p:nvSpPr>
        <p:spPr>
          <a:xfrm>
            <a:off x="901700" y="5192090"/>
            <a:ext cx="5047615" cy="2349500"/>
          </a:xfrm>
          <a:prstGeom prst="rect">
            <a:avLst/>
          </a:prstGeom>
        </p:spPr>
        <p:txBody>
          <a:bodyPr vert="horz" wrap="square" lIns="0" tIns="12700" rIns="0" bIns="0" rtlCol="0">
            <a:spAutoFit/>
          </a:bodyPr>
          <a:lstStyle/>
          <a:p>
            <a:pPr marL="12700">
              <a:lnSpc>
                <a:spcPct val="100000"/>
              </a:lnSpc>
              <a:spcBef>
                <a:spcPts val="100"/>
              </a:spcBef>
            </a:pPr>
            <a:r>
              <a:rPr sz="2400" b="1" spc="50" dirty="0">
                <a:solidFill>
                  <a:srgbClr val="292929"/>
                </a:solidFill>
                <a:latin typeface="Inria Serif"/>
                <a:cs typeface="Inria Serif"/>
              </a:rPr>
              <a:t>Detection</a:t>
            </a:r>
            <a:r>
              <a:rPr sz="2400" b="1" spc="390" dirty="0">
                <a:solidFill>
                  <a:srgbClr val="292929"/>
                </a:solidFill>
                <a:latin typeface="Inria Serif"/>
                <a:cs typeface="Inria Serif"/>
              </a:rPr>
              <a:t> </a:t>
            </a:r>
            <a:r>
              <a:rPr sz="2400" b="1" dirty="0">
                <a:solidFill>
                  <a:srgbClr val="292929"/>
                </a:solidFill>
                <a:latin typeface="Inria Serif"/>
                <a:cs typeface="Inria Serif"/>
              </a:rPr>
              <a:t>Performance</a:t>
            </a:r>
            <a:r>
              <a:rPr sz="2400" b="1" spc="395" dirty="0">
                <a:solidFill>
                  <a:srgbClr val="292929"/>
                </a:solidFill>
                <a:latin typeface="Inria Serif"/>
                <a:cs typeface="Inria Serif"/>
              </a:rPr>
              <a:t> </a:t>
            </a:r>
            <a:r>
              <a:rPr sz="2400" b="1" spc="45" dirty="0">
                <a:solidFill>
                  <a:srgbClr val="292929"/>
                </a:solidFill>
                <a:latin typeface="Inria Serif"/>
                <a:cs typeface="Inria Serif"/>
              </a:rPr>
              <a:t>Metrics</a:t>
            </a:r>
            <a:endParaRPr sz="2400">
              <a:latin typeface="Inria Serif"/>
              <a:cs typeface="Inria Serif"/>
            </a:endParaRPr>
          </a:p>
          <a:p>
            <a:pPr marL="228600" marR="5080" indent="-216535" algn="just">
              <a:lnSpc>
                <a:spcPct val="108300"/>
              </a:lnSpc>
              <a:spcBef>
                <a:spcPts val="1920"/>
              </a:spcBef>
              <a:buFont typeface="Times New Roman"/>
              <a:buChar char="•"/>
              <a:tabLst>
                <a:tab pos="228600" algn="l"/>
              </a:tabLst>
            </a:pPr>
            <a:r>
              <a:rPr sz="2000" spc="50" dirty="0">
                <a:solidFill>
                  <a:srgbClr val="292929"/>
                </a:solidFill>
                <a:latin typeface="Inria Sans Light"/>
                <a:cs typeface="Inria Sans Light"/>
              </a:rPr>
              <a:t>Evaluate</a:t>
            </a:r>
            <a:r>
              <a:rPr sz="2000" spc="215" dirty="0">
                <a:solidFill>
                  <a:srgbClr val="292929"/>
                </a:solidFill>
                <a:latin typeface="Inria Sans Light"/>
                <a:cs typeface="Inria Sans Light"/>
              </a:rPr>
              <a:t> </a:t>
            </a:r>
            <a:r>
              <a:rPr sz="2000" spc="45" dirty="0">
                <a:solidFill>
                  <a:srgbClr val="292929"/>
                </a:solidFill>
                <a:latin typeface="Inria Sans Light"/>
                <a:cs typeface="Inria Sans Light"/>
              </a:rPr>
              <a:t>using</a:t>
            </a:r>
            <a:r>
              <a:rPr sz="2000" spc="215" dirty="0">
                <a:solidFill>
                  <a:srgbClr val="292929"/>
                </a:solidFill>
                <a:latin typeface="Inria Sans Light"/>
                <a:cs typeface="Inria Sans Light"/>
              </a:rPr>
              <a:t> </a:t>
            </a:r>
            <a:r>
              <a:rPr sz="2000" b="1" dirty="0">
                <a:solidFill>
                  <a:srgbClr val="292929"/>
                </a:solidFill>
                <a:latin typeface="Inria Sans"/>
                <a:cs typeface="Inria Sans"/>
              </a:rPr>
              <a:t>accuracy,</a:t>
            </a:r>
            <a:r>
              <a:rPr sz="2000" b="1" spc="204" dirty="0">
                <a:solidFill>
                  <a:srgbClr val="292929"/>
                </a:solidFill>
                <a:latin typeface="Inria Sans"/>
                <a:cs typeface="Inria Sans"/>
              </a:rPr>
              <a:t> </a:t>
            </a:r>
            <a:r>
              <a:rPr sz="2000" b="1" spc="50" dirty="0">
                <a:solidFill>
                  <a:srgbClr val="292929"/>
                </a:solidFill>
                <a:latin typeface="Inria Sans"/>
                <a:cs typeface="Inria Sans"/>
              </a:rPr>
              <a:t>precision,</a:t>
            </a:r>
            <a:r>
              <a:rPr sz="2000" b="1" spc="204" dirty="0">
                <a:solidFill>
                  <a:srgbClr val="292929"/>
                </a:solidFill>
                <a:latin typeface="Inria Sans"/>
                <a:cs typeface="Inria Sans"/>
              </a:rPr>
              <a:t> </a:t>
            </a:r>
            <a:r>
              <a:rPr sz="2000" b="1" spc="50" dirty="0">
                <a:solidFill>
                  <a:srgbClr val="292929"/>
                </a:solidFill>
                <a:latin typeface="Inria Sans"/>
                <a:cs typeface="Inria Sans"/>
              </a:rPr>
              <a:t>recall, </a:t>
            </a:r>
            <a:r>
              <a:rPr sz="2000" b="1" dirty="0">
                <a:solidFill>
                  <a:srgbClr val="292929"/>
                </a:solidFill>
                <a:latin typeface="Inria Sans"/>
                <a:cs typeface="Inria Sans"/>
              </a:rPr>
              <a:t>and</a:t>
            </a:r>
            <a:r>
              <a:rPr sz="2000" b="1" spc="210" dirty="0">
                <a:solidFill>
                  <a:srgbClr val="292929"/>
                </a:solidFill>
                <a:latin typeface="Inria Sans"/>
                <a:cs typeface="Inria Sans"/>
              </a:rPr>
              <a:t> </a:t>
            </a:r>
            <a:r>
              <a:rPr sz="2000" b="1" dirty="0">
                <a:solidFill>
                  <a:srgbClr val="292929"/>
                </a:solidFill>
                <a:latin typeface="Inria Sans"/>
                <a:cs typeface="Inria Sans"/>
              </a:rPr>
              <a:t>F1-score</a:t>
            </a:r>
            <a:r>
              <a:rPr sz="2000" b="1" spc="285" dirty="0">
                <a:solidFill>
                  <a:srgbClr val="292929"/>
                </a:solidFill>
                <a:latin typeface="Inria Sans"/>
                <a:cs typeface="Inria Sans"/>
              </a:rPr>
              <a:t> </a:t>
            </a:r>
            <a:r>
              <a:rPr sz="2000" dirty="0">
                <a:solidFill>
                  <a:srgbClr val="292929"/>
                </a:solidFill>
                <a:latin typeface="Inria Sans Light"/>
                <a:cs typeface="Inria Sans Light"/>
              </a:rPr>
              <a:t>to</a:t>
            </a:r>
            <a:r>
              <a:rPr sz="2000" spc="220" dirty="0">
                <a:solidFill>
                  <a:srgbClr val="292929"/>
                </a:solidFill>
                <a:latin typeface="Inria Sans Light"/>
                <a:cs typeface="Inria Sans Light"/>
              </a:rPr>
              <a:t> </a:t>
            </a:r>
            <a:r>
              <a:rPr sz="2000" spc="50" dirty="0">
                <a:solidFill>
                  <a:srgbClr val="292929"/>
                </a:solidFill>
                <a:latin typeface="Inria Sans Light"/>
                <a:cs typeface="Inria Sans Light"/>
              </a:rPr>
              <a:t>measure</a:t>
            </a:r>
            <a:r>
              <a:rPr sz="2000" spc="225" dirty="0">
                <a:solidFill>
                  <a:srgbClr val="292929"/>
                </a:solidFill>
                <a:latin typeface="Inria Sans Light"/>
                <a:cs typeface="Inria Sans Light"/>
              </a:rPr>
              <a:t> </a:t>
            </a:r>
            <a:r>
              <a:rPr sz="2000" spc="50" dirty="0">
                <a:solidFill>
                  <a:srgbClr val="292929"/>
                </a:solidFill>
                <a:latin typeface="Inria Sans Light"/>
                <a:cs typeface="Inria Sans Light"/>
              </a:rPr>
              <a:t>attack</a:t>
            </a:r>
            <a:r>
              <a:rPr sz="2000" spc="220" dirty="0">
                <a:solidFill>
                  <a:srgbClr val="292929"/>
                </a:solidFill>
                <a:latin typeface="Inria Sans Light"/>
                <a:cs typeface="Inria Sans Light"/>
              </a:rPr>
              <a:t> </a:t>
            </a:r>
            <a:r>
              <a:rPr sz="2000" spc="50" dirty="0">
                <a:solidFill>
                  <a:srgbClr val="292929"/>
                </a:solidFill>
                <a:latin typeface="Inria Sans Light"/>
                <a:cs typeface="Inria Sans Light"/>
              </a:rPr>
              <a:t>detection </a:t>
            </a:r>
            <a:r>
              <a:rPr sz="2000" spc="35" dirty="0">
                <a:solidFill>
                  <a:srgbClr val="292929"/>
                </a:solidFill>
                <a:latin typeface="Inria Sans Light"/>
                <a:cs typeface="Inria Sans Light"/>
              </a:rPr>
              <a:t>effectiveness.</a:t>
            </a:r>
            <a:endParaRPr sz="2000">
              <a:latin typeface="Inria Sans Light"/>
              <a:cs typeface="Inria Sans Light"/>
            </a:endParaRPr>
          </a:p>
          <a:p>
            <a:pPr marL="228600" marR="294640" indent="-216535" algn="just">
              <a:lnSpc>
                <a:spcPct val="108300"/>
              </a:lnSpc>
              <a:spcBef>
                <a:spcPts val="500"/>
              </a:spcBef>
              <a:buFont typeface="Times New Roman"/>
              <a:buChar char="•"/>
              <a:tabLst>
                <a:tab pos="228600" algn="l"/>
              </a:tabLst>
            </a:pPr>
            <a:r>
              <a:rPr sz="2000" spc="45" dirty="0">
                <a:solidFill>
                  <a:srgbClr val="292929"/>
                </a:solidFill>
                <a:latin typeface="Inria Sans Light"/>
                <a:cs typeface="Inria Sans Light"/>
              </a:rPr>
              <a:t>Confusion</a:t>
            </a:r>
            <a:r>
              <a:rPr sz="2000" spc="150" dirty="0">
                <a:solidFill>
                  <a:srgbClr val="292929"/>
                </a:solidFill>
                <a:latin typeface="Inria Sans Light"/>
                <a:cs typeface="Inria Sans Light"/>
              </a:rPr>
              <a:t> </a:t>
            </a:r>
            <a:r>
              <a:rPr sz="2000" spc="50" dirty="0">
                <a:solidFill>
                  <a:srgbClr val="292929"/>
                </a:solidFill>
                <a:latin typeface="Inria Sans Light"/>
                <a:cs typeface="Inria Sans Light"/>
              </a:rPr>
              <a:t>matrix</a:t>
            </a:r>
            <a:r>
              <a:rPr sz="2000" spc="160" dirty="0">
                <a:solidFill>
                  <a:srgbClr val="292929"/>
                </a:solidFill>
                <a:latin typeface="Inria Sans Light"/>
                <a:cs typeface="Inria Sans Light"/>
              </a:rPr>
              <a:t> </a:t>
            </a:r>
            <a:r>
              <a:rPr sz="2000" spc="50" dirty="0">
                <a:solidFill>
                  <a:srgbClr val="292929"/>
                </a:solidFill>
                <a:latin typeface="Inria Sans Light"/>
                <a:cs typeface="Inria Sans Light"/>
              </a:rPr>
              <a:t>analysis</a:t>
            </a:r>
            <a:r>
              <a:rPr sz="2000" spc="160" dirty="0">
                <a:solidFill>
                  <a:srgbClr val="292929"/>
                </a:solidFill>
                <a:latin typeface="Inria Sans Light"/>
                <a:cs typeface="Inria Sans Light"/>
              </a:rPr>
              <a:t> </a:t>
            </a:r>
            <a:r>
              <a:rPr sz="2000" dirty="0">
                <a:solidFill>
                  <a:srgbClr val="292929"/>
                </a:solidFill>
                <a:latin typeface="Inria Sans Light"/>
                <a:cs typeface="Inria Sans Light"/>
              </a:rPr>
              <a:t>for</a:t>
            </a:r>
            <a:r>
              <a:rPr sz="2000" spc="165" dirty="0">
                <a:solidFill>
                  <a:srgbClr val="292929"/>
                </a:solidFill>
                <a:latin typeface="Inria Sans Light"/>
                <a:cs typeface="Inria Sans Light"/>
              </a:rPr>
              <a:t> </a:t>
            </a:r>
            <a:r>
              <a:rPr sz="2000" spc="50" dirty="0">
                <a:solidFill>
                  <a:srgbClr val="292929"/>
                </a:solidFill>
                <a:latin typeface="Inria Sans Light"/>
                <a:cs typeface="Inria Sans Light"/>
              </a:rPr>
              <a:t>true/false positives</a:t>
            </a:r>
            <a:r>
              <a:rPr sz="2000" spc="185" dirty="0">
                <a:solidFill>
                  <a:srgbClr val="292929"/>
                </a:solidFill>
                <a:latin typeface="Inria Sans Light"/>
                <a:cs typeface="Inria Sans Light"/>
              </a:rPr>
              <a:t> </a:t>
            </a:r>
            <a:r>
              <a:rPr sz="2000" dirty="0">
                <a:solidFill>
                  <a:srgbClr val="292929"/>
                </a:solidFill>
                <a:latin typeface="Inria Sans Light"/>
                <a:cs typeface="Inria Sans Light"/>
              </a:rPr>
              <a:t>and</a:t>
            </a:r>
            <a:r>
              <a:rPr sz="2000" spc="185" dirty="0">
                <a:solidFill>
                  <a:srgbClr val="292929"/>
                </a:solidFill>
                <a:latin typeface="Inria Sans Light"/>
                <a:cs typeface="Inria Sans Light"/>
              </a:rPr>
              <a:t> </a:t>
            </a:r>
            <a:r>
              <a:rPr sz="2000" spc="45" dirty="0">
                <a:solidFill>
                  <a:srgbClr val="292929"/>
                </a:solidFill>
                <a:latin typeface="Inria Sans Light"/>
                <a:cs typeface="Inria Sans Light"/>
              </a:rPr>
              <a:t>negatives.</a:t>
            </a:r>
            <a:endParaRPr sz="2000">
              <a:latin typeface="Inria Sans Light"/>
              <a:cs typeface="Inria Sans Light"/>
            </a:endParaRPr>
          </a:p>
        </p:txBody>
      </p:sp>
      <p:sp>
        <p:nvSpPr>
          <p:cNvPr id="25" name="object 25"/>
          <p:cNvSpPr/>
          <p:nvPr/>
        </p:nvSpPr>
        <p:spPr>
          <a:xfrm>
            <a:off x="942022"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7DEDD"/>
          </a:solidFill>
        </p:spPr>
        <p:txBody>
          <a:bodyPr wrap="square" lIns="0" tIns="0" rIns="0" bIns="0" rtlCol="0"/>
          <a:lstStyle/>
          <a:p>
            <a:endParaRPr/>
          </a:p>
        </p:txBody>
      </p:sp>
      <p:sp>
        <p:nvSpPr>
          <p:cNvPr id="26" name="object 26"/>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292929"/>
                </a:solidFill>
                <a:latin typeface="Inria Sans"/>
                <a:cs typeface="Inria Sans"/>
              </a:rPr>
              <a:t>5/13/2026</a:t>
            </a:r>
            <a:endParaRPr sz="2000">
              <a:latin typeface="Inria Sans"/>
              <a:cs typeface="Inria Sans"/>
            </a:endParaRPr>
          </a:p>
        </p:txBody>
      </p:sp>
      <p:sp>
        <p:nvSpPr>
          <p:cNvPr id="27" name="object 27"/>
          <p:cNvSpPr/>
          <p:nvPr/>
        </p:nvSpPr>
        <p:spPr>
          <a:xfrm>
            <a:off x="900887" y="9324426"/>
            <a:ext cx="488315" cy="403860"/>
          </a:xfrm>
          <a:custGeom>
            <a:avLst/>
            <a:gdLst/>
            <a:ahLst/>
            <a:cxnLst/>
            <a:rect l="l" t="t" r="r" b="b"/>
            <a:pathLst>
              <a:path w="488315" h="403859">
                <a:moveTo>
                  <a:pt x="434378" y="0"/>
                </a:moveTo>
                <a:lnTo>
                  <a:pt x="53555" y="0"/>
                </a:lnTo>
                <a:lnTo>
                  <a:pt x="32805" y="4240"/>
                </a:lnTo>
                <a:lnTo>
                  <a:pt x="15771" y="15770"/>
                </a:lnTo>
                <a:lnTo>
                  <a:pt x="4240" y="32800"/>
                </a:lnTo>
                <a:lnTo>
                  <a:pt x="0" y="53543"/>
                </a:lnTo>
                <a:lnTo>
                  <a:pt x="0" y="349897"/>
                </a:lnTo>
                <a:lnTo>
                  <a:pt x="4240" y="370640"/>
                </a:lnTo>
                <a:lnTo>
                  <a:pt x="15771" y="387670"/>
                </a:lnTo>
                <a:lnTo>
                  <a:pt x="32805" y="399200"/>
                </a:lnTo>
                <a:lnTo>
                  <a:pt x="53555" y="403440"/>
                </a:lnTo>
                <a:lnTo>
                  <a:pt x="434746" y="403440"/>
                </a:lnTo>
                <a:lnTo>
                  <a:pt x="455690" y="399188"/>
                </a:lnTo>
                <a:lnTo>
                  <a:pt x="472749" y="387578"/>
                </a:lnTo>
                <a:lnTo>
                  <a:pt x="484100" y="370329"/>
                </a:lnTo>
                <a:lnTo>
                  <a:pt x="487921" y="349161"/>
                </a:lnTo>
                <a:lnTo>
                  <a:pt x="487921" y="53543"/>
                </a:lnTo>
                <a:lnTo>
                  <a:pt x="483732" y="32800"/>
                </a:lnTo>
                <a:lnTo>
                  <a:pt x="472289" y="15770"/>
                </a:lnTo>
                <a:lnTo>
                  <a:pt x="455276" y="4240"/>
                </a:lnTo>
                <a:lnTo>
                  <a:pt x="434378" y="0"/>
                </a:lnTo>
                <a:close/>
              </a:path>
            </a:pathLst>
          </a:custGeom>
          <a:solidFill>
            <a:srgbClr val="282828"/>
          </a:solidFill>
        </p:spPr>
        <p:txBody>
          <a:bodyPr wrap="square" lIns="0" tIns="0" rIns="0" bIns="0" rtlCol="0"/>
          <a:lstStyle/>
          <a:p>
            <a:endParaRPr/>
          </a:p>
        </p:txBody>
      </p:sp>
      <p:sp>
        <p:nvSpPr>
          <p:cNvPr id="28" name="object 2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13</a:t>
            </a:fld>
            <a:r>
              <a:rPr spc="-25"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latin typeface="Bebas Neue Regular"/>
                <a:cs typeface="Bebas Neue Regular"/>
              </a:rPr>
              <a:t>EXPECTED </a:t>
            </a:r>
            <a:r>
              <a:rPr spc="-10" dirty="0">
                <a:latin typeface="Bebas Neue Regular"/>
                <a:cs typeface="Bebas Neue Regular"/>
              </a:rPr>
              <a:t>OUTCOMES</a:t>
            </a:r>
          </a:p>
        </p:txBody>
      </p:sp>
      <p:sp>
        <p:nvSpPr>
          <p:cNvPr id="3" name="object 3"/>
          <p:cNvSpPr/>
          <p:nvPr/>
        </p:nvSpPr>
        <p:spPr>
          <a:xfrm>
            <a:off x="942060"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7DEDD"/>
          </a:solidFill>
        </p:spPr>
        <p:txBody>
          <a:bodyPr wrap="square" lIns="0" tIns="0" rIns="0" bIns="0" rtlCol="0"/>
          <a:lstStyle/>
          <a:p>
            <a:endParaRPr/>
          </a:p>
        </p:txBody>
      </p:sp>
      <p:sp>
        <p:nvSpPr>
          <p:cNvPr id="4" name="object 4"/>
          <p:cNvSpPr txBox="1"/>
          <p:nvPr/>
        </p:nvSpPr>
        <p:spPr>
          <a:xfrm>
            <a:off x="998512"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292929"/>
                </a:solidFill>
                <a:latin typeface="Inria Sans"/>
                <a:cs typeface="Inria Sans"/>
              </a:rPr>
              <a:t>5/13/2026</a:t>
            </a:r>
            <a:endParaRPr sz="2000">
              <a:latin typeface="Inria Sans"/>
              <a:cs typeface="Inria Sans"/>
            </a:endParaRPr>
          </a:p>
        </p:txBody>
      </p:sp>
      <p:sp>
        <p:nvSpPr>
          <p:cNvPr id="5" name="object 5"/>
          <p:cNvSpPr/>
          <p:nvPr/>
        </p:nvSpPr>
        <p:spPr>
          <a:xfrm>
            <a:off x="901184" y="9327217"/>
            <a:ext cx="494030" cy="398145"/>
          </a:xfrm>
          <a:custGeom>
            <a:avLst/>
            <a:gdLst/>
            <a:ahLst/>
            <a:cxnLst/>
            <a:rect l="l" t="t" r="r" b="b"/>
            <a:pathLst>
              <a:path w="494030" h="398145">
                <a:moveTo>
                  <a:pt x="441223" y="0"/>
                </a:moveTo>
                <a:lnTo>
                  <a:pt x="52806" y="0"/>
                </a:lnTo>
                <a:lnTo>
                  <a:pt x="32345" y="4182"/>
                </a:lnTo>
                <a:lnTo>
                  <a:pt x="15549" y="15554"/>
                </a:lnTo>
                <a:lnTo>
                  <a:pt x="4180" y="32350"/>
                </a:lnTo>
                <a:lnTo>
                  <a:pt x="0" y="52806"/>
                </a:lnTo>
                <a:lnTo>
                  <a:pt x="0" y="345046"/>
                </a:lnTo>
                <a:lnTo>
                  <a:pt x="4180" y="365502"/>
                </a:lnTo>
                <a:lnTo>
                  <a:pt x="15549" y="382298"/>
                </a:lnTo>
                <a:lnTo>
                  <a:pt x="32345" y="393670"/>
                </a:lnTo>
                <a:lnTo>
                  <a:pt x="52806" y="397852"/>
                </a:lnTo>
                <a:lnTo>
                  <a:pt x="441579" y="397852"/>
                </a:lnTo>
                <a:lnTo>
                  <a:pt x="462234" y="393658"/>
                </a:lnTo>
                <a:lnTo>
                  <a:pt x="479056" y="382208"/>
                </a:lnTo>
                <a:lnTo>
                  <a:pt x="490249" y="365197"/>
                </a:lnTo>
                <a:lnTo>
                  <a:pt x="494017" y="344322"/>
                </a:lnTo>
                <a:lnTo>
                  <a:pt x="494017" y="52806"/>
                </a:lnTo>
                <a:lnTo>
                  <a:pt x="489886" y="32350"/>
                </a:lnTo>
                <a:lnTo>
                  <a:pt x="478602" y="15554"/>
                </a:lnTo>
                <a:lnTo>
                  <a:pt x="461827" y="4182"/>
                </a:lnTo>
                <a:lnTo>
                  <a:pt x="441223" y="0"/>
                </a:lnTo>
                <a:close/>
              </a:path>
            </a:pathLst>
          </a:custGeom>
          <a:solidFill>
            <a:srgbClr val="282828"/>
          </a:solidFill>
        </p:spPr>
        <p:txBody>
          <a:bodyPr wrap="square" lIns="0" tIns="0" rIns="0" bIns="0" rtlCol="0"/>
          <a:lstStyle/>
          <a:p>
            <a:endParaRPr/>
          </a:p>
        </p:txBody>
      </p:sp>
      <p:sp>
        <p:nvSpPr>
          <p:cNvPr id="6" name="object 6"/>
          <p:cNvSpPr txBox="1"/>
          <p:nvPr/>
        </p:nvSpPr>
        <p:spPr>
          <a:xfrm>
            <a:off x="14288194" y="3985817"/>
            <a:ext cx="2035810" cy="1214120"/>
          </a:xfrm>
          <a:prstGeom prst="rect">
            <a:avLst/>
          </a:prstGeom>
        </p:spPr>
        <p:txBody>
          <a:bodyPr vert="horz" wrap="square" lIns="0" tIns="12700" rIns="0" bIns="0" rtlCol="0">
            <a:spAutoFit/>
          </a:bodyPr>
          <a:lstStyle/>
          <a:p>
            <a:pPr marL="12700" marR="558165">
              <a:lnSpc>
                <a:spcPct val="108300"/>
              </a:lnSpc>
              <a:spcBef>
                <a:spcPts val="100"/>
              </a:spcBef>
            </a:pPr>
            <a:r>
              <a:rPr sz="2400" b="1" spc="45" dirty="0">
                <a:solidFill>
                  <a:srgbClr val="292929"/>
                </a:solidFill>
                <a:latin typeface="Inria Serif"/>
                <a:cs typeface="Inria Serif"/>
              </a:rPr>
              <a:t>Balanced </a:t>
            </a:r>
            <a:r>
              <a:rPr sz="2400" b="1" spc="35" dirty="0">
                <a:solidFill>
                  <a:srgbClr val="292929"/>
                </a:solidFill>
                <a:latin typeface="Inria Serif"/>
                <a:cs typeface="Inria Serif"/>
              </a:rPr>
              <a:t>Eﬃciency</a:t>
            </a:r>
            <a:endParaRPr sz="2400">
              <a:latin typeface="Inria Serif"/>
              <a:cs typeface="Inria Serif"/>
            </a:endParaRPr>
          </a:p>
          <a:p>
            <a:pPr marL="12700">
              <a:lnSpc>
                <a:spcPct val="100000"/>
              </a:lnSpc>
              <a:spcBef>
                <a:spcPts val="240"/>
              </a:spcBef>
            </a:pPr>
            <a:r>
              <a:rPr sz="2400" b="1" spc="45" dirty="0">
                <a:solidFill>
                  <a:srgbClr val="292929"/>
                </a:solidFill>
                <a:latin typeface="Inria Serif"/>
                <a:cs typeface="Inria Serif"/>
              </a:rPr>
              <a:t>and</a:t>
            </a:r>
            <a:r>
              <a:rPr sz="2400" b="1" spc="145" dirty="0">
                <a:solidFill>
                  <a:srgbClr val="292929"/>
                </a:solidFill>
                <a:latin typeface="Inria Serif"/>
                <a:cs typeface="Inria Serif"/>
              </a:rPr>
              <a:t> </a:t>
            </a:r>
            <a:r>
              <a:rPr sz="2400" b="1" spc="35" dirty="0">
                <a:solidFill>
                  <a:srgbClr val="292929"/>
                </a:solidFill>
                <a:latin typeface="Inria Serif"/>
                <a:cs typeface="Inria Serif"/>
              </a:rPr>
              <a:t>Accuracy</a:t>
            </a:r>
            <a:endParaRPr sz="2400">
              <a:latin typeface="Inria Serif"/>
              <a:cs typeface="Inria Serif"/>
            </a:endParaRPr>
          </a:p>
        </p:txBody>
      </p:sp>
      <p:sp>
        <p:nvSpPr>
          <p:cNvPr id="7" name="object 7"/>
          <p:cNvSpPr txBox="1"/>
          <p:nvPr/>
        </p:nvSpPr>
        <p:spPr>
          <a:xfrm>
            <a:off x="10050560" y="3985817"/>
            <a:ext cx="2088514" cy="817880"/>
          </a:xfrm>
          <a:prstGeom prst="rect">
            <a:avLst/>
          </a:prstGeom>
        </p:spPr>
        <p:txBody>
          <a:bodyPr vert="horz" wrap="square" lIns="0" tIns="12700" rIns="0" bIns="0" rtlCol="0">
            <a:spAutoFit/>
          </a:bodyPr>
          <a:lstStyle/>
          <a:p>
            <a:pPr marL="12700" marR="5080">
              <a:lnSpc>
                <a:spcPct val="108300"/>
              </a:lnSpc>
              <a:spcBef>
                <a:spcPts val="100"/>
              </a:spcBef>
            </a:pPr>
            <a:r>
              <a:rPr sz="2400" b="1" dirty="0">
                <a:solidFill>
                  <a:srgbClr val="292929"/>
                </a:solidFill>
                <a:latin typeface="Inria Serif"/>
                <a:cs typeface="Inria Serif"/>
              </a:rPr>
              <a:t>Real-</a:t>
            </a:r>
            <a:r>
              <a:rPr sz="2400" b="1" spc="50" dirty="0">
                <a:solidFill>
                  <a:srgbClr val="292929"/>
                </a:solidFill>
                <a:latin typeface="Inria Serif"/>
                <a:cs typeface="Inria Serif"/>
              </a:rPr>
              <a:t>Time</a:t>
            </a:r>
            <a:r>
              <a:rPr sz="2400" b="1" spc="245" dirty="0">
                <a:solidFill>
                  <a:srgbClr val="292929"/>
                </a:solidFill>
                <a:latin typeface="Inria Serif"/>
                <a:cs typeface="Inria Serif"/>
              </a:rPr>
              <a:t> </a:t>
            </a:r>
            <a:r>
              <a:rPr sz="2400" b="1" spc="45" dirty="0">
                <a:solidFill>
                  <a:srgbClr val="292929"/>
                </a:solidFill>
                <a:latin typeface="Inria Serif"/>
                <a:cs typeface="Inria Serif"/>
              </a:rPr>
              <a:t>IoT </a:t>
            </a:r>
            <a:r>
              <a:rPr sz="2400" b="1" spc="40" dirty="0">
                <a:solidFill>
                  <a:srgbClr val="292929"/>
                </a:solidFill>
                <a:latin typeface="Inria Serif"/>
                <a:cs typeface="Inria Serif"/>
              </a:rPr>
              <a:t>Deployment</a:t>
            </a:r>
            <a:endParaRPr sz="2400">
              <a:latin typeface="Inria Serif"/>
              <a:cs typeface="Inria Serif"/>
            </a:endParaRPr>
          </a:p>
        </p:txBody>
      </p:sp>
      <p:sp>
        <p:nvSpPr>
          <p:cNvPr id="8" name="object 8"/>
          <p:cNvSpPr txBox="1"/>
          <p:nvPr/>
        </p:nvSpPr>
        <p:spPr>
          <a:xfrm>
            <a:off x="5812925" y="3985817"/>
            <a:ext cx="1976755" cy="1214120"/>
          </a:xfrm>
          <a:prstGeom prst="rect">
            <a:avLst/>
          </a:prstGeom>
        </p:spPr>
        <p:txBody>
          <a:bodyPr vert="horz" wrap="square" lIns="0" tIns="43180" rIns="0" bIns="0" rtlCol="0">
            <a:spAutoFit/>
          </a:bodyPr>
          <a:lstStyle/>
          <a:p>
            <a:pPr marL="12700">
              <a:lnSpc>
                <a:spcPct val="100000"/>
              </a:lnSpc>
              <a:spcBef>
                <a:spcPts val="340"/>
              </a:spcBef>
            </a:pPr>
            <a:r>
              <a:rPr sz="2400" b="1" spc="50" dirty="0">
                <a:solidFill>
                  <a:srgbClr val="292929"/>
                </a:solidFill>
                <a:latin typeface="Inria Serif"/>
                <a:cs typeface="Inria Serif"/>
              </a:rPr>
              <a:t>High</a:t>
            </a:r>
            <a:endParaRPr sz="2400">
              <a:latin typeface="Inria Serif"/>
              <a:cs typeface="Inria Serif"/>
            </a:endParaRPr>
          </a:p>
          <a:p>
            <a:pPr marL="12700">
              <a:lnSpc>
                <a:spcPct val="100000"/>
              </a:lnSpc>
              <a:spcBef>
                <a:spcPts val="240"/>
              </a:spcBef>
            </a:pPr>
            <a:r>
              <a:rPr sz="2400" b="1" spc="45" dirty="0">
                <a:solidFill>
                  <a:srgbClr val="292929"/>
                </a:solidFill>
                <a:latin typeface="Inria Serif"/>
                <a:cs typeface="Inria Serif"/>
              </a:rPr>
              <a:t>Detection</a:t>
            </a:r>
            <a:endParaRPr sz="2400">
              <a:latin typeface="Inria Serif"/>
              <a:cs typeface="Inria Serif"/>
            </a:endParaRPr>
          </a:p>
          <a:p>
            <a:pPr marL="12700">
              <a:lnSpc>
                <a:spcPct val="100000"/>
              </a:lnSpc>
              <a:spcBef>
                <a:spcPts val="240"/>
              </a:spcBef>
            </a:pPr>
            <a:r>
              <a:rPr sz="2400" b="1" spc="40" dirty="0">
                <a:solidFill>
                  <a:srgbClr val="292929"/>
                </a:solidFill>
                <a:latin typeface="Inria Serif"/>
                <a:cs typeface="Inria Serif"/>
              </a:rPr>
              <a:t>Performance</a:t>
            </a:r>
            <a:endParaRPr sz="2400">
              <a:latin typeface="Inria Serif"/>
              <a:cs typeface="Inria Serif"/>
            </a:endParaRPr>
          </a:p>
        </p:txBody>
      </p:sp>
      <p:sp>
        <p:nvSpPr>
          <p:cNvPr id="9" name="object 9"/>
          <p:cNvSpPr txBox="1"/>
          <p:nvPr/>
        </p:nvSpPr>
        <p:spPr>
          <a:xfrm>
            <a:off x="1575291" y="3985817"/>
            <a:ext cx="1483360" cy="1214120"/>
          </a:xfrm>
          <a:prstGeom prst="rect">
            <a:avLst/>
          </a:prstGeom>
        </p:spPr>
        <p:txBody>
          <a:bodyPr vert="horz" wrap="square" lIns="0" tIns="43180" rIns="0" bIns="0" rtlCol="0">
            <a:spAutoFit/>
          </a:bodyPr>
          <a:lstStyle/>
          <a:p>
            <a:pPr marL="12700">
              <a:lnSpc>
                <a:spcPct val="100000"/>
              </a:lnSpc>
              <a:spcBef>
                <a:spcPts val="340"/>
              </a:spcBef>
            </a:pPr>
            <a:r>
              <a:rPr sz="2400" b="1" spc="45" dirty="0">
                <a:solidFill>
                  <a:srgbClr val="292929"/>
                </a:solidFill>
                <a:latin typeface="Inria Serif"/>
                <a:cs typeface="Inria Serif"/>
              </a:rPr>
              <a:t>Eﬃcient</a:t>
            </a:r>
            <a:endParaRPr sz="2400">
              <a:latin typeface="Inria Serif"/>
              <a:cs typeface="Inria Serif"/>
            </a:endParaRPr>
          </a:p>
          <a:p>
            <a:pPr marL="12700" marR="5080">
              <a:lnSpc>
                <a:spcPct val="108300"/>
              </a:lnSpc>
            </a:pPr>
            <a:r>
              <a:rPr sz="2400" b="1" spc="45" dirty="0">
                <a:solidFill>
                  <a:srgbClr val="292929"/>
                </a:solidFill>
                <a:latin typeface="Inria Serif"/>
                <a:cs typeface="Inria Serif"/>
              </a:rPr>
              <a:t>Intrusion Detection</a:t>
            </a:r>
            <a:endParaRPr sz="2400">
              <a:latin typeface="Inria Serif"/>
              <a:cs typeface="Inria Serif"/>
            </a:endParaRPr>
          </a:p>
        </p:txBody>
      </p:sp>
      <p:sp>
        <p:nvSpPr>
          <p:cNvPr id="10" name="object 10"/>
          <p:cNvSpPr txBox="1"/>
          <p:nvPr/>
        </p:nvSpPr>
        <p:spPr>
          <a:xfrm>
            <a:off x="14288045" y="5468544"/>
            <a:ext cx="2909570" cy="1346200"/>
          </a:xfrm>
          <a:prstGeom prst="rect">
            <a:avLst/>
          </a:prstGeom>
        </p:spPr>
        <p:txBody>
          <a:bodyPr vert="horz" wrap="square" lIns="0" tIns="38100" rIns="0" bIns="0" rtlCol="0">
            <a:spAutoFit/>
          </a:bodyPr>
          <a:lstStyle/>
          <a:p>
            <a:pPr marL="228600" indent="-215900">
              <a:lnSpc>
                <a:spcPct val="100000"/>
              </a:lnSpc>
              <a:spcBef>
                <a:spcPts val="300"/>
              </a:spcBef>
              <a:buFont typeface="Times New Roman"/>
              <a:buChar char="•"/>
              <a:tabLst>
                <a:tab pos="228600" algn="l"/>
              </a:tabLst>
            </a:pPr>
            <a:r>
              <a:rPr sz="2000" spc="45" dirty="0">
                <a:solidFill>
                  <a:srgbClr val="292929"/>
                </a:solidFill>
                <a:latin typeface="Inria Sans Light"/>
                <a:cs typeface="Inria Sans Light"/>
              </a:rPr>
              <a:t>Provides</a:t>
            </a:r>
            <a:r>
              <a:rPr sz="2000" spc="130" dirty="0">
                <a:solidFill>
                  <a:srgbClr val="292929"/>
                </a:solidFill>
                <a:latin typeface="Inria Sans Light"/>
                <a:cs typeface="Inria Sans Light"/>
              </a:rPr>
              <a:t> </a:t>
            </a:r>
            <a:r>
              <a:rPr sz="2000" spc="50" dirty="0">
                <a:solidFill>
                  <a:srgbClr val="292929"/>
                </a:solidFill>
                <a:latin typeface="Inria Sans Light"/>
                <a:cs typeface="Inria Sans Light"/>
              </a:rPr>
              <a:t>valuable</a:t>
            </a:r>
            <a:endParaRPr sz="2000">
              <a:latin typeface="Inria Sans Light"/>
              <a:cs typeface="Inria Sans Light"/>
            </a:endParaRPr>
          </a:p>
          <a:p>
            <a:pPr marL="228600" marR="5080" algn="just">
              <a:lnSpc>
                <a:spcPct val="108300"/>
              </a:lnSpc>
            </a:pPr>
            <a:r>
              <a:rPr sz="2000" spc="50" dirty="0">
                <a:solidFill>
                  <a:srgbClr val="292929"/>
                </a:solidFill>
                <a:latin typeface="Inria Sans Light"/>
                <a:cs typeface="Inria Sans Light"/>
              </a:rPr>
              <a:t>insights</a:t>
            </a:r>
            <a:r>
              <a:rPr sz="2000" spc="220" dirty="0">
                <a:solidFill>
                  <a:srgbClr val="292929"/>
                </a:solidFill>
                <a:latin typeface="Inria Sans Light"/>
                <a:cs typeface="Inria Sans Light"/>
              </a:rPr>
              <a:t> </a:t>
            </a:r>
            <a:r>
              <a:rPr sz="2000" dirty="0">
                <a:solidFill>
                  <a:srgbClr val="292929"/>
                </a:solidFill>
                <a:latin typeface="Inria Sans Light"/>
                <a:cs typeface="Inria Sans Light"/>
              </a:rPr>
              <a:t>into</a:t>
            </a:r>
            <a:r>
              <a:rPr sz="2000" spc="220" dirty="0">
                <a:solidFill>
                  <a:srgbClr val="292929"/>
                </a:solidFill>
                <a:latin typeface="Inria Sans Light"/>
                <a:cs typeface="Inria Sans Light"/>
              </a:rPr>
              <a:t> </a:t>
            </a:r>
            <a:r>
              <a:rPr sz="2000" b="1" spc="-85" dirty="0">
                <a:solidFill>
                  <a:srgbClr val="292929"/>
                </a:solidFill>
                <a:latin typeface="Inria Sans"/>
                <a:cs typeface="Inria Sans"/>
              </a:rPr>
              <a:t>efficiency </a:t>
            </a:r>
            <a:r>
              <a:rPr sz="2000" b="1" dirty="0">
                <a:solidFill>
                  <a:srgbClr val="292929"/>
                </a:solidFill>
                <a:latin typeface="Inria Sans"/>
                <a:cs typeface="Inria Sans"/>
              </a:rPr>
              <a:t>vs.</a:t>
            </a:r>
            <a:r>
              <a:rPr sz="2000" b="1" spc="340" dirty="0">
                <a:solidFill>
                  <a:srgbClr val="292929"/>
                </a:solidFill>
                <a:latin typeface="Inria Sans"/>
                <a:cs typeface="Inria Sans"/>
              </a:rPr>
              <a:t> </a:t>
            </a:r>
            <a:r>
              <a:rPr sz="2000" b="1" dirty="0">
                <a:solidFill>
                  <a:srgbClr val="292929"/>
                </a:solidFill>
                <a:latin typeface="Inria Sans"/>
                <a:cs typeface="Inria Sans"/>
              </a:rPr>
              <a:t>accuracy</a:t>
            </a:r>
            <a:r>
              <a:rPr sz="2000" b="1" spc="340" dirty="0">
                <a:solidFill>
                  <a:srgbClr val="292929"/>
                </a:solidFill>
                <a:latin typeface="Inria Sans"/>
                <a:cs typeface="Inria Sans"/>
              </a:rPr>
              <a:t> </a:t>
            </a:r>
            <a:r>
              <a:rPr sz="2000" b="1" spc="50" dirty="0">
                <a:solidFill>
                  <a:srgbClr val="292929"/>
                </a:solidFill>
                <a:latin typeface="Inria Sans"/>
                <a:cs typeface="Inria Sans"/>
              </a:rPr>
              <a:t>trade-</a:t>
            </a:r>
            <a:r>
              <a:rPr sz="2000" b="1" spc="-325" dirty="0">
                <a:solidFill>
                  <a:srgbClr val="292929"/>
                </a:solidFill>
                <a:latin typeface="Inria Sans"/>
                <a:cs typeface="Inria Sans"/>
              </a:rPr>
              <a:t>offs</a:t>
            </a:r>
            <a:r>
              <a:rPr sz="2000" b="1" dirty="0">
                <a:solidFill>
                  <a:srgbClr val="292929"/>
                </a:solidFill>
                <a:latin typeface="Inria Sans"/>
                <a:cs typeface="Inria Sans"/>
              </a:rPr>
              <a:t> </a:t>
            </a:r>
            <a:r>
              <a:rPr sz="2000" dirty="0">
                <a:solidFill>
                  <a:srgbClr val="292929"/>
                </a:solidFill>
                <a:latin typeface="Inria Sans Light"/>
                <a:cs typeface="Inria Sans Light"/>
              </a:rPr>
              <a:t>for</a:t>
            </a:r>
            <a:r>
              <a:rPr sz="2000" spc="240" dirty="0">
                <a:solidFill>
                  <a:srgbClr val="292929"/>
                </a:solidFill>
                <a:latin typeface="Inria Sans Light"/>
                <a:cs typeface="Inria Sans Light"/>
              </a:rPr>
              <a:t> </a:t>
            </a:r>
            <a:r>
              <a:rPr sz="2000" dirty="0">
                <a:solidFill>
                  <a:srgbClr val="292929"/>
                </a:solidFill>
                <a:latin typeface="Inria Sans Light"/>
                <a:cs typeface="Inria Sans Light"/>
              </a:rPr>
              <a:t>IoT</a:t>
            </a:r>
            <a:r>
              <a:rPr sz="2000" spc="240" dirty="0">
                <a:solidFill>
                  <a:srgbClr val="292929"/>
                </a:solidFill>
                <a:latin typeface="Inria Sans Light"/>
                <a:cs typeface="Inria Sans Light"/>
              </a:rPr>
              <a:t> </a:t>
            </a:r>
            <a:r>
              <a:rPr sz="2000" spc="40" dirty="0">
                <a:solidFill>
                  <a:srgbClr val="292929"/>
                </a:solidFill>
                <a:latin typeface="Inria Sans Light"/>
                <a:cs typeface="Inria Sans Light"/>
              </a:rPr>
              <a:t>security</a:t>
            </a:r>
            <a:endParaRPr sz="2000">
              <a:latin typeface="Inria Sans Light"/>
              <a:cs typeface="Inria Sans Light"/>
            </a:endParaRPr>
          </a:p>
        </p:txBody>
      </p:sp>
      <p:sp>
        <p:nvSpPr>
          <p:cNvPr id="11" name="object 11"/>
          <p:cNvSpPr txBox="1"/>
          <p:nvPr/>
        </p:nvSpPr>
        <p:spPr>
          <a:xfrm>
            <a:off x="10050462" y="5072305"/>
            <a:ext cx="2614930" cy="1016000"/>
          </a:xfrm>
          <a:prstGeom prst="rect">
            <a:avLst/>
          </a:prstGeom>
        </p:spPr>
        <p:txBody>
          <a:bodyPr vert="horz" wrap="square" lIns="0" tIns="38100" rIns="0" bIns="0" rtlCol="0">
            <a:spAutoFit/>
          </a:bodyPr>
          <a:lstStyle/>
          <a:p>
            <a:pPr marL="228600" indent="-215900">
              <a:lnSpc>
                <a:spcPct val="100000"/>
              </a:lnSpc>
              <a:spcBef>
                <a:spcPts val="300"/>
              </a:spcBef>
              <a:buFont typeface="Times New Roman"/>
              <a:buChar char="•"/>
              <a:tabLst>
                <a:tab pos="228600" algn="l"/>
              </a:tabLst>
            </a:pPr>
            <a:r>
              <a:rPr sz="2000" spc="50" dirty="0">
                <a:solidFill>
                  <a:srgbClr val="292929"/>
                </a:solidFill>
                <a:latin typeface="Inria Sans Light"/>
                <a:cs typeface="Inria Sans Light"/>
              </a:rPr>
              <a:t>Enables</a:t>
            </a:r>
            <a:r>
              <a:rPr sz="2000" spc="120" dirty="0">
                <a:solidFill>
                  <a:srgbClr val="292929"/>
                </a:solidFill>
                <a:latin typeface="Inria Sans Light"/>
                <a:cs typeface="Inria Sans Light"/>
              </a:rPr>
              <a:t> </a:t>
            </a:r>
            <a:r>
              <a:rPr sz="2000" spc="60" dirty="0">
                <a:solidFill>
                  <a:srgbClr val="292929"/>
                </a:solidFill>
                <a:latin typeface="Inria Sans Light"/>
                <a:cs typeface="Inria Sans Light"/>
              </a:rPr>
              <a:t>real-</a:t>
            </a:r>
            <a:r>
              <a:rPr sz="2000" spc="40" dirty="0">
                <a:solidFill>
                  <a:srgbClr val="292929"/>
                </a:solidFill>
                <a:latin typeface="Inria Sans Light"/>
                <a:cs typeface="Inria Sans Light"/>
              </a:rPr>
              <a:t>time</a:t>
            </a:r>
            <a:endParaRPr sz="2000">
              <a:latin typeface="Inria Sans Light"/>
              <a:cs typeface="Inria Sans Light"/>
            </a:endParaRPr>
          </a:p>
          <a:p>
            <a:pPr marL="228600" marR="5080">
              <a:lnSpc>
                <a:spcPct val="108300"/>
              </a:lnSpc>
            </a:pPr>
            <a:r>
              <a:rPr sz="2000" spc="50" dirty="0">
                <a:solidFill>
                  <a:srgbClr val="292929"/>
                </a:solidFill>
                <a:latin typeface="Inria Sans Light"/>
                <a:cs typeface="Inria Sans Light"/>
              </a:rPr>
              <a:t>detection</a:t>
            </a:r>
            <a:r>
              <a:rPr sz="2000" spc="165" dirty="0">
                <a:solidFill>
                  <a:srgbClr val="292929"/>
                </a:solidFill>
                <a:latin typeface="Inria Sans Light"/>
                <a:cs typeface="Inria Sans Light"/>
              </a:rPr>
              <a:t> </a:t>
            </a:r>
            <a:r>
              <a:rPr sz="2000" dirty="0">
                <a:solidFill>
                  <a:srgbClr val="292929"/>
                </a:solidFill>
                <a:latin typeface="Inria Sans Light"/>
                <a:cs typeface="Inria Sans Light"/>
              </a:rPr>
              <a:t>on</a:t>
            </a:r>
            <a:r>
              <a:rPr sz="2000" spc="165" dirty="0">
                <a:solidFill>
                  <a:srgbClr val="292929"/>
                </a:solidFill>
                <a:latin typeface="Inria Sans Light"/>
                <a:cs typeface="Inria Sans Light"/>
              </a:rPr>
              <a:t> </a:t>
            </a:r>
            <a:r>
              <a:rPr sz="2000" spc="40" dirty="0">
                <a:solidFill>
                  <a:srgbClr val="292929"/>
                </a:solidFill>
                <a:latin typeface="Inria Sans Light"/>
                <a:cs typeface="Inria Sans Light"/>
              </a:rPr>
              <a:t>devices </a:t>
            </a:r>
            <a:r>
              <a:rPr sz="2000" dirty="0">
                <a:solidFill>
                  <a:srgbClr val="292929"/>
                </a:solidFill>
                <a:latin typeface="Inria Sans Light"/>
                <a:cs typeface="Inria Sans Light"/>
              </a:rPr>
              <a:t>like</a:t>
            </a:r>
            <a:r>
              <a:rPr sz="2000" spc="200" dirty="0">
                <a:solidFill>
                  <a:srgbClr val="292929"/>
                </a:solidFill>
                <a:latin typeface="Inria Sans Light"/>
                <a:cs typeface="Inria Sans Light"/>
              </a:rPr>
              <a:t> </a:t>
            </a:r>
            <a:r>
              <a:rPr sz="2000" b="1" spc="50" dirty="0">
                <a:solidFill>
                  <a:srgbClr val="292929"/>
                </a:solidFill>
                <a:latin typeface="Inria Sans"/>
                <a:cs typeface="Inria Sans"/>
              </a:rPr>
              <a:t>Raspberry</a:t>
            </a:r>
            <a:r>
              <a:rPr sz="2000" b="1" spc="200" dirty="0">
                <a:solidFill>
                  <a:srgbClr val="292929"/>
                </a:solidFill>
                <a:latin typeface="Inria Sans"/>
                <a:cs typeface="Inria Sans"/>
              </a:rPr>
              <a:t> </a:t>
            </a:r>
            <a:r>
              <a:rPr sz="2000" b="1" spc="25" dirty="0">
                <a:solidFill>
                  <a:srgbClr val="292929"/>
                </a:solidFill>
                <a:latin typeface="Inria Sans"/>
                <a:cs typeface="Inria Sans"/>
              </a:rPr>
              <a:t>Pi</a:t>
            </a:r>
            <a:endParaRPr sz="2000">
              <a:latin typeface="Inria Sans"/>
              <a:cs typeface="Inria Sans"/>
            </a:endParaRPr>
          </a:p>
        </p:txBody>
      </p:sp>
      <p:sp>
        <p:nvSpPr>
          <p:cNvPr id="12" name="object 12"/>
          <p:cNvSpPr txBox="1"/>
          <p:nvPr/>
        </p:nvSpPr>
        <p:spPr>
          <a:xfrm>
            <a:off x="5812878" y="5468544"/>
            <a:ext cx="2769235" cy="2022475"/>
          </a:xfrm>
          <a:prstGeom prst="rect">
            <a:avLst/>
          </a:prstGeom>
        </p:spPr>
        <p:txBody>
          <a:bodyPr vert="horz" wrap="square" lIns="0" tIns="12700" rIns="0" bIns="0" rtlCol="0">
            <a:spAutoFit/>
          </a:bodyPr>
          <a:lstStyle/>
          <a:p>
            <a:pPr marL="228600" marR="15240" indent="-216535">
              <a:lnSpc>
                <a:spcPct val="108300"/>
              </a:lnSpc>
              <a:spcBef>
                <a:spcPts val="100"/>
              </a:spcBef>
              <a:buFont typeface="Times New Roman"/>
              <a:buChar char="•"/>
              <a:tabLst>
                <a:tab pos="228600" algn="l"/>
              </a:tabLst>
            </a:pPr>
            <a:r>
              <a:rPr sz="2000" dirty="0">
                <a:solidFill>
                  <a:srgbClr val="292929"/>
                </a:solidFill>
                <a:latin typeface="Inria Sans Light"/>
                <a:cs typeface="Inria Sans Light"/>
              </a:rPr>
              <a:t>F1-</a:t>
            </a:r>
            <a:r>
              <a:rPr sz="2000" spc="45" dirty="0">
                <a:solidFill>
                  <a:srgbClr val="292929"/>
                </a:solidFill>
                <a:latin typeface="Inria Sans Light"/>
                <a:cs typeface="Inria Sans Light"/>
              </a:rPr>
              <a:t>scores</a:t>
            </a:r>
            <a:r>
              <a:rPr sz="2000" spc="240" dirty="0">
                <a:solidFill>
                  <a:srgbClr val="292929"/>
                </a:solidFill>
                <a:latin typeface="Inria Sans Light"/>
                <a:cs typeface="Inria Sans Light"/>
              </a:rPr>
              <a:t> </a:t>
            </a:r>
            <a:r>
              <a:rPr sz="2000" spc="45" dirty="0">
                <a:solidFill>
                  <a:srgbClr val="292929"/>
                </a:solidFill>
                <a:latin typeface="Inria Sans Light"/>
                <a:cs typeface="Inria Sans Light"/>
              </a:rPr>
              <a:t>consistently </a:t>
            </a:r>
            <a:r>
              <a:rPr sz="2000" dirty="0">
                <a:solidFill>
                  <a:srgbClr val="292929"/>
                </a:solidFill>
                <a:latin typeface="Inria Sans Light"/>
                <a:cs typeface="Inria Sans Light"/>
              </a:rPr>
              <a:t>above</a:t>
            </a:r>
            <a:r>
              <a:rPr sz="2000" spc="250" dirty="0">
                <a:solidFill>
                  <a:srgbClr val="292929"/>
                </a:solidFill>
                <a:latin typeface="Inria Sans Light"/>
                <a:cs typeface="Inria Sans Light"/>
              </a:rPr>
              <a:t> </a:t>
            </a:r>
            <a:r>
              <a:rPr sz="2000" b="1" dirty="0">
                <a:solidFill>
                  <a:srgbClr val="292929"/>
                </a:solidFill>
                <a:latin typeface="Inria Sans"/>
                <a:cs typeface="Inria Sans"/>
              </a:rPr>
              <a:t>85%</a:t>
            </a:r>
            <a:r>
              <a:rPr sz="2000" b="1" spc="310" dirty="0">
                <a:solidFill>
                  <a:srgbClr val="292929"/>
                </a:solidFill>
                <a:latin typeface="Inria Sans"/>
                <a:cs typeface="Inria Sans"/>
              </a:rPr>
              <a:t> </a:t>
            </a:r>
            <a:r>
              <a:rPr sz="2000" spc="40" dirty="0">
                <a:solidFill>
                  <a:srgbClr val="292929"/>
                </a:solidFill>
                <a:latin typeface="Inria Sans Light"/>
                <a:cs typeface="Inria Sans Light"/>
              </a:rPr>
              <a:t>with</a:t>
            </a:r>
            <a:endParaRPr sz="2000">
              <a:latin typeface="Inria Sans Light"/>
              <a:cs typeface="Inria Sans Light"/>
            </a:endParaRPr>
          </a:p>
          <a:p>
            <a:pPr marL="228600">
              <a:lnSpc>
                <a:spcPct val="100000"/>
              </a:lnSpc>
              <a:spcBef>
                <a:spcPts val="200"/>
              </a:spcBef>
            </a:pPr>
            <a:r>
              <a:rPr sz="2000" spc="50" dirty="0">
                <a:solidFill>
                  <a:srgbClr val="292929"/>
                </a:solidFill>
                <a:latin typeface="Inria Sans Light"/>
                <a:cs typeface="Inria Sans Light"/>
              </a:rPr>
              <a:t>optimized</a:t>
            </a:r>
            <a:r>
              <a:rPr sz="2000" spc="150" dirty="0">
                <a:solidFill>
                  <a:srgbClr val="292929"/>
                </a:solidFill>
                <a:latin typeface="Inria Sans Light"/>
                <a:cs typeface="Inria Sans Light"/>
              </a:rPr>
              <a:t> </a:t>
            </a:r>
            <a:r>
              <a:rPr sz="2000" spc="50" dirty="0">
                <a:solidFill>
                  <a:srgbClr val="292929"/>
                </a:solidFill>
                <a:latin typeface="Inria Sans Light"/>
                <a:cs typeface="Inria Sans Light"/>
              </a:rPr>
              <a:t>models</a:t>
            </a:r>
            <a:endParaRPr sz="2000">
              <a:latin typeface="Inria Sans Light"/>
              <a:cs typeface="Inria Sans Light"/>
            </a:endParaRPr>
          </a:p>
          <a:p>
            <a:pPr marL="228600" marR="5080" indent="-216535">
              <a:lnSpc>
                <a:spcPct val="108300"/>
              </a:lnSpc>
              <a:spcBef>
                <a:spcPts val="125"/>
              </a:spcBef>
              <a:buFont typeface="Times New Roman"/>
              <a:buChar char="•"/>
              <a:tabLst>
                <a:tab pos="228600" algn="l"/>
              </a:tabLst>
            </a:pPr>
            <a:r>
              <a:rPr sz="2000" spc="45" dirty="0">
                <a:solidFill>
                  <a:srgbClr val="292929"/>
                </a:solidFill>
                <a:latin typeface="Inria Sans Light"/>
                <a:cs typeface="Inria Sans Light"/>
              </a:rPr>
              <a:t>Model</a:t>
            </a:r>
            <a:r>
              <a:rPr sz="2000" spc="185" dirty="0">
                <a:solidFill>
                  <a:srgbClr val="292929"/>
                </a:solidFill>
                <a:latin typeface="Inria Sans Light"/>
                <a:cs typeface="Inria Sans Light"/>
              </a:rPr>
              <a:t> </a:t>
            </a:r>
            <a:r>
              <a:rPr sz="2000" dirty="0">
                <a:solidFill>
                  <a:srgbClr val="292929"/>
                </a:solidFill>
                <a:latin typeface="Inria Sans Light"/>
                <a:cs typeface="Inria Sans Light"/>
              </a:rPr>
              <a:t>size</a:t>
            </a:r>
            <a:r>
              <a:rPr sz="2000" spc="185" dirty="0">
                <a:solidFill>
                  <a:srgbClr val="292929"/>
                </a:solidFill>
                <a:latin typeface="Inria Sans Light"/>
                <a:cs typeface="Inria Sans Light"/>
              </a:rPr>
              <a:t> </a:t>
            </a:r>
            <a:r>
              <a:rPr sz="2000" spc="50" dirty="0">
                <a:solidFill>
                  <a:srgbClr val="292929"/>
                </a:solidFill>
                <a:latin typeface="Inria Sans Light"/>
                <a:cs typeface="Inria Sans Light"/>
              </a:rPr>
              <a:t>reduced</a:t>
            </a:r>
            <a:r>
              <a:rPr sz="2000" spc="185" dirty="0">
                <a:solidFill>
                  <a:srgbClr val="292929"/>
                </a:solidFill>
                <a:latin typeface="Inria Sans Light"/>
                <a:cs typeface="Inria Sans Light"/>
              </a:rPr>
              <a:t> </a:t>
            </a:r>
            <a:r>
              <a:rPr sz="2000" spc="-25" dirty="0">
                <a:solidFill>
                  <a:srgbClr val="292929"/>
                </a:solidFill>
                <a:latin typeface="Inria Sans Light"/>
                <a:cs typeface="Inria Sans Light"/>
              </a:rPr>
              <a:t>by </a:t>
            </a:r>
            <a:r>
              <a:rPr sz="2000" b="1" dirty="0">
                <a:solidFill>
                  <a:srgbClr val="292929"/>
                </a:solidFill>
                <a:latin typeface="Inria Sans"/>
                <a:cs typeface="Inria Sans"/>
              </a:rPr>
              <a:t>30-50%</a:t>
            </a:r>
            <a:r>
              <a:rPr sz="2000" b="1" spc="300" dirty="0">
                <a:solidFill>
                  <a:srgbClr val="292929"/>
                </a:solidFill>
                <a:latin typeface="Inria Sans"/>
                <a:cs typeface="Inria Sans"/>
              </a:rPr>
              <a:t> </a:t>
            </a:r>
            <a:r>
              <a:rPr sz="2000" spc="50" dirty="0">
                <a:solidFill>
                  <a:srgbClr val="292929"/>
                </a:solidFill>
                <a:latin typeface="Inria Sans Light"/>
                <a:cs typeface="Inria Sans Light"/>
              </a:rPr>
              <a:t>compared</a:t>
            </a:r>
            <a:r>
              <a:rPr sz="2000" spc="240" dirty="0">
                <a:solidFill>
                  <a:srgbClr val="292929"/>
                </a:solidFill>
                <a:latin typeface="Inria Sans Light"/>
                <a:cs typeface="Inria Sans Light"/>
              </a:rPr>
              <a:t> </a:t>
            </a:r>
            <a:r>
              <a:rPr sz="2000" spc="35" dirty="0">
                <a:solidFill>
                  <a:srgbClr val="292929"/>
                </a:solidFill>
                <a:latin typeface="Inria Sans Light"/>
                <a:cs typeface="Inria Sans Light"/>
              </a:rPr>
              <a:t>to </a:t>
            </a:r>
            <a:r>
              <a:rPr sz="2000" spc="10" dirty="0">
                <a:solidFill>
                  <a:srgbClr val="292929"/>
                </a:solidFill>
                <a:latin typeface="Inria Sans Light"/>
                <a:cs typeface="Inria Sans Light"/>
              </a:rPr>
              <a:t>conventional</a:t>
            </a:r>
            <a:r>
              <a:rPr sz="2000" spc="60" dirty="0">
                <a:solidFill>
                  <a:srgbClr val="292929"/>
                </a:solidFill>
                <a:latin typeface="Inria Sans Light"/>
                <a:cs typeface="Inria Sans Light"/>
              </a:rPr>
              <a:t>  </a:t>
            </a:r>
            <a:r>
              <a:rPr sz="2000" spc="25" dirty="0">
                <a:solidFill>
                  <a:srgbClr val="292929"/>
                </a:solidFill>
                <a:latin typeface="Inria Sans Light"/>
                <a:cs typeface="Inria Sans Light"/>
              </a:rPr>
              <a:t>IDS</a:t>
            </a:r>
            <a:endParaRPr sz="2000">
              <a:latin typeface="Inria Sans Light"/>
              <a:cs typeface="Inria Sans Light"/>
            </a:endParaRPr>
          </a:p>
        </p:txBody>
      </p:sp>
      <p:sp>
        <p:nvSpPr>
          <p:cNvPr id="13" name="object 13"/>
          <p:cNvSpPr txBox="1"/>
          <p:nvPr/>
        </p:nvSpPr>
        <p:spPr>
          <a:xfrm>
            <a:off x="1575296" y="5468544"/>
            <a:ext cx="2607945" cy="1346200"/>
          </a:xfrm>
          <a:prstGeom prst="rect">
            <a:avLst/>
          </a:prstGeom>
        </p:spPr>
        <p:txBody>
          <a:bodyPr vert="horz" wrap="square" lIns="0" tIns="12700" rIns="0" bIns="0" rtlCol="0">
            <a:spAutoFit/>
          </a:bodyPr>
          <a:lstStyle/>
          <a:p>
            <a:pPr marL="228600" marR="370205" indent="-216535">
              <a:lnSpc>
                <a:spcPct val="108300"/>
              </a:lnSpc>
              <a:spcBef>
                <a:spcPts val="100"/>
              </a:spcBef>
              <a:buFont typeface="Times New Roman"/>
              <a:buChar char="•"/>
              <a:tabLst>
                <a:tab pos="228600" algn="l"/>
              </a:tabLst>
            </a:pPr>
            <a:r>
              <a:rPr sz="2000" spc="50" dirty="0">
                <a:solidFill>
                  <a:srgbClr val="292929"/>
                </a:solidFill>
                <a:latin typeface="Inria Sans Light"/>
                <a:cs typeface="Inria Sans Light"/>
              </a:rPr>
              <a:t>Lightweight</a:t>
            </a:r>
            <a:r>
              <a:rPr sz="2000" spc="170" dirty="0">
                <a:solidFill>
                  <a:srgbClr val="292929"/>
                </a:solidFill>
                <a:latin typeface="Inria Sans Light"/>
                <a:cs typeface="Inria Sans Light"/>
              </a:rPr>
              <a:t> </a:t>
            </a:r>
            <a:r>
              <a:rPr sz="2000" spc="25" dirty="0">
                <a:solidFill>
                  <a:srgbClr val="292929"/>
                </a:solidFill>
                <a:latin typeface="Inria Sans Light"/>
                <a:cs typeface="Inria Sans Light"/>
              </a:rPr>
              <a:t>IDS </a:t>
            </a:r>
            <a:r>
              <a:rPr sz="2000" spc="50" dirty="0">
                <a:solidFill>
                  <a:srgbClr val="292929"/>
                </a:solidFill>
                <a:latin typeface="Inria Sans Light"/>
                <a:cs typeface="Inria Sans Light"/>
              </a:rPr>
              <a:t>achieves</a:t>
            </a:r>
            <a:r>
              <a:rPr sz="2000" spc="120" dirty="0">
                <a:solidFill>
                  <a:srgbClr val="292929"/>
                </a:solidFill>
                <a:latin typeface="Inria Sans Light"/>
                <a:cs typeface="Inria Sans Light"/>
              </a:rPr>
              <a:t> </a:t>
            </a:r>
            <a:r>
              <a:rPr sz="2000" b="1" spc="50" dirty="0">
                <a:solidFill>
                  <a:srgbClr val="292929"/>
                </a:solidFill>
                <a:latin typeface="Inria Sans"/>
                <a:cs typeface="Inria Sans"/>
              </a:rPr>
              <a:t>reduced</a:t>
            </a:r>
            <a:endParaRPr sz="2000">
              <a:latin typeface="Inria Sans"/>
              <a:cs typeface="Inria Sans"/>
            </a:endParaRPr>
          </a:p>
          <a:p>
            <a:pPr marL="228600" marR="5080">
              <a:lnSpc>
                <a:spcPct val="108300"/>
              </a:lnSpc>
            </a:pPr>
            <a:r>
              <a:rPr sz="2000" b="1" spc="45" dirty="0">
                <a:solidFill>
                  <a:srgbClr val="292929"/>
                </a:solidFill>
                <a:latin typeface="Inria Sans"/>
                <a:cs typeface="Inria Sans"/>
              </a:rPr>
              <a:t>computational</a:t>
            </a:r>
            <a:r>
              <a:rPr sz="2000" b="1" spc="125" dirty="0">
                <a:solidFill>
                  <a:srgbClr val="292929"/>
                </a:solidFill>
                <a:latin typeface="Inria Sans"/>
                <a:cs typeface="Inria Sans"/>
              </a:rPr>
              <a:t> </a:t>
            </a:r>
            <a:r>
              <a:rPr sz="2000" b="1" spc="35" dirty="0">
                <a:solidFill>
                  <a:srgbClr val="292929"/>
                </a:solidFill>
                <a:latin typeface="Inria Sans"/>
                <a:cs typeface="Inria Sans"/>
              </a:rPr>
              <a:t>and </a:t>
            </a:r>
            <a:r>
              <a:rPr sz="2000" b="1" spc="50" dirty="0">
                <a:solidFill>
                  <a:srgbClr val="292929"/>
                </a:solidFill>
                <a:latin typeface="Inria Sans"/>
                <a:cs typeface="Inria Sans"/>
              </a:rPr>
              <a:t>memory</a:t>
            </a:r>
            <a:r>
              <a:rPr sz="2000" b="1" spc="120" dirty="0">
                <a:solidFill>
                  <a:srgbClr val="292929"/>
                </a:solidFill>
                <a:latin typeface="Inria Sans"/>
                <a:cs typeface="Inria Sans"/>
              </a:rPr>
              <a:t> </a:t>
            </a:r>
            <a:r>
              <a:rPr sz="2000" b="1" spc="40" dirty="0">
                <a:solidFill>
                  <a:srgbClr val="292929"/>
                </a:solidFill>
                <a:latin typeface="Inria Sans"/>
                <a:cs typeface="Inria Sans"/>
              </a:rPr>
              <a:t>complexity</a:t>
            </a:r>
            <a:endParaRPr sz="2000">
              <a:latin typeface="Inria Sans"/>
              <a:cs typeface="Inria Sans"/>
            </a:endParaRPr>
          </a:p>
        </p:txBody>
      </p:sp>
      <p:grpSp>
        <p:nvGrpSpPr>
          <p:cNvPr id="14" name="object 14"/>
          <p:cNvGrpSpPr/>
          <p:nvPr/>
        </p:nvGrpSpPr>
        <p:grpSpPr>
          <a:xfrm>
            <a:off x="13095087" y="3613467"/>
            <a:ext cx="1064260" cy="4171950"/>
            <a:chOff x="13095087" y="3613467"/>
            <a:chExt cx="1064260" cy="4171950"/>
          </a:xfrm>
        </p:grpSpPr>
        <p:sp>
          <p:nvSpPr>
            <p:cNvPr id="15" name="object 15"/>
            <p:cNvSpPr/>
            <p:nvPr/>
          </p:nvSpPr>
          <p:spPr>
            <a:xfrm>
              <a:off x="13612856" y="3613467"/>
              <a:ext cx="0" cy="4171950"/>
            </a:xfrm>
            <a:custGeom>
              <a:avLst/>
              <a:gdLst/>
              <a:ahLst/>
              <a:cxnLst/>
              <a:rect l="l" t="t" r="r" b="b"/>
              <a:pathLst>
                <a:path h="4171950">
                  <a:moveTo>
                    <a:pt x="0" y="0"/>
                  </a:moveTo>
                  <a:lnTo>
                    <a:pt x="0" y="4171353"/>
                  </a:lnTo>
                </a:path>
              </a:pathLst>
            </a:custGeom>
            <a:ln w="28575">
              <a:solidFill>
                <a:srgbClr val="27DDDF"/>
              </a:solidFill>
            </a:ln>
          </p:spPr>
          <p:txBody>
            <a:bodyPr wrap="square" lIns="0" tIns="0" rIns="0" bIns="0" rtlCol="0"/>
            <a:lstStyle/>
            <a:p>
              <a:endParaRPr/>
            </a:p>
          </p:txBody>
        </p:sp>
        <p:sp>
          <p:nvSpPr>
            <p:cNvPr id="16" name="object 16"/>
            <p:cNvSpPr/>
            <p:nvPr/>
          </p:nvSpPr>
          <p:spPr>
            <a:xfrm>
              <a:off x="13095087" y="3877453"/>
              <a:ext cx="1064260" cy="1064260"/>
            </a:xfrm>
            <a:custGeom>
              <a:avLst/>
              <a:gdLst/>
              <a:ahLst/>
              <a:cxnLst/>
              <a:rect l="l" t="t" r="r" b="b"/>
              <a:pathLst>
                <a:path w="1064259" h="1064260">
                  <a:moveTo>
                    <a:pt x="532091" y="0"/>
                  </a:moveTo>
                  <a:lnTo>
                    <a:pt x="483658" y="2174"/>
                  </a:lnTo>
                  <a:lnTo>
                    <a:pt x="436444" y="8572"/>
                  </a:lnTo>
                  <a:lnTo>
                    <a:pt x="390636" y="19005"/>
                  </a:lnTo>
                  <a:lnTo>
                    <a:pt x="346423" y="33287"/>
                  </a:lnTo>
                  <a:lnTo>
                    <a:pt x="303991" y="51229"/>
                  </a:lnTo>
                  <a:lnTo>
                    <a:pt x="263529" y="72643"/>
                  </a:lnTo>
                  <a:lnTo>
                    <a:pt x="225225" y="97341"/>
                  </a:lnTo>
                  <a:lnTo>
                    <a:pt x="189267" y="125136"/>
                  </a:lnTo>
                  <a:lnTo>
                    <a:pt x="155841" y="155840"/>
                  </a:lnTo>
                  <a:lnTo>
                    <a:pt x="125137" y="189264"/>
                  </a:lnTo>
                  <a:lnTo>
                    <a:pt x="97342" y="225222"/>
                  </a:lnTo>
                  <a:lnTo>
                    <a:pt x="72643" y="263525"/>
                  </a:lnTo>
                  <a:lnTo>
                    <a:pt x="51229" y="303986"/>
                  </a:lnTo>
                  <a:lnTo>
                    <a:pt x="33287" y="346417"/>
                  </a:lnTo>
                  <a:lnTo>
                    <a:pt x="19006" y="390629"/>
                  </a:lnTo>
                  <a:lnTo>
                    <a:pt x="8572" y="436435"/>
                  </a:lnTo>
                  <a:lnTo>
                    <a:pt x="2174" y="483648"/>
                  </a:lnTo>
                  <a:lnTo>
                    <a:pt x="0" y="532079"/>
                  </a:lnTo>
                  <a:lnTo>
                    <a:pt x="2174" y="580510"/>
                  </a:lnTo>
                  <a:lnTo>
                    <a:pt x="8572" y="627723"/>
                  </a:lnTo>
                  <a:lnTo>
                    <a:pt x="19006" y="673529"/>
                  </a:lnTo>
                  <a:lnTo>
                    <a:pt x="33287" y="717742"/>
                  </a:lnTo>
                  <a:lnTo>
                    <a:pt x="51229" y="760174"/>
                  </a:lnTo>
                  <a:lnTo>
                    <a:pt x="72643" y="800635"/>
                  </a:lnTo>
                  <a:lnTo>
                    <a:pt x="97342" y="838939"/>
                  </a:lnTo>
                  <a:lnTo>
                    <a:pt x="125137" y="874898"/>
                  </a:lnTo>
                  <a:lnTo>
                    <a:pt x="155841" y="908324"/>
                  </a:lnTo>
                  <a:lnTo>
                    <a:pt x="189267" y="939029"/>
                  </a:lnTo>
                  <a:lnTo>
                    <a:pt x="225225" y="966825"/>
                  </a:lnTo>
                  <a:lnTo>
                    <a:pt x="263529" y="991524"/>
                  </a:lnTo>
                  <a:lnTo>
                    <a:pt x="303991" y="1012939"/>
                  </a:lnTo>
                  <a:lnTo>
                    <a:pt x="346423" y="1030881"/>
                  </a:lnTo>
                  <a:lnTo>
                    <a:pt x="390636" y="1045164"/>
                  </a:lnTo>
                  <a:lnTo>
                    <a:pt x="436444" y="1055598"/>
                  </a:lnTo>
                  <a:lnTo>
                    <a:pt x="483658" y="1061996"/>
                  </a:lnTo>
                  <a:lnTo>
                    <a:pt x="532091" y="1064171"/>
                  </a:lnTo>
                  <a:lnTo>
                    <a:pt x="580522" y="1061996"/>
                  </a:lnTo>
                  <a:lnTo>
                    <a:pt x="627735" y="1055598"/>
                  </a:lnTo>
                  <a:lnTo>
                    <a:pt x="673541" y="1045164"/>
                  </a:lnTo>
                  <a:lnTo>
                    <a:pt x="717754" y="1030881"/>
                  </a:lnTo>
                  <a:lnTo>
                    <a:pt x="760184" y="1012939"/>
                  </a:lnTo>
                  <a:lnTo>
                    <a:pt x="800645" y="991524"/>
                  </a:lnTo>
                  <a:lnTo>
                    <a:pt x="838948" y="966825"/>
                  </a:lnTo>
                  <a:lnTo>
                    <a:pt x="874906" y="939029"/>
                  </a:lnTo>
                  <a:lnTo>
                    <a:pt x="908330" y="908324"/>
                  </a:lnTo>
                  <a:lnTo>
                    <a:pt x="939034" y="874898"/>
                  </a:lnTo>
                  <a:lnTo>
                    <a:pt x="966829" y="838939"/>
                  </a:lnTo>
                  <a:lnTo>
                    <a:pt x="991528" y="800635"/>
                  </a:lnTo>
                  <a:lnTo>
                    <a:pt x="1012941" y="760174"/>
                  </a:lnTo>
                  <a:lnTo>
                    <a:pt x="1030883" y="717742"/>
                  </a:lnTo>
                  <a:lnTo>
                    <a:pt x="1045165" y="673529"/>
                  </a:lnTo>
                  <a:lnTo>
                    <a:pt x="1055598" y="627723"/>
                  </a:lnTo>
                  <a:lnTo>
                    <a:pt x="1061996" y="580510"/>
                  </a:lnTo>
                  <a:lnTo>
                    <a:pt x="1064171" y="532079"/>
                  </a:lnTo>
                  <a:lnTo>
                    <a:pt x="1061996" y="483648"/>
                  </a:lnTo>
                  <a:lnTo>
                    <a:pt x="1055598" y="436435"/>
                  </a:lnTo>
                  <a:lnTo>
                    <a:pt x="1045165" y="390629"/>
                  </a:lnTo>
                  <a:lnTo>
                    <a:pt x="1030883" y="346417"/>
                  </a:lnTo>
                  <a:lnTo>
                    <a:pt x="1012941" y="303986"/>
                  </a:lnTo>
                  <a:lnTo>
                    <a:pt x="991528" y="263525"/>
                  </a:lnTo>
                  <a:lnTo>
                    <a:pt x="966829" y="225222"/>
                  </a:lnTo>
                  <a:lnTo>
                    <a:pt x="939034" y="189264"/>
                  </a:lnTo>
                  <a:lnTo>
                    <a:pt x="908330" y="155840"/>
                  </a:lnTo>
                  <a:lnTo>
                    <a:pt x="874906" y="125136"/>
                  </a:lnTo>
                  <a:lnTo>
                    <a:pt x="838948" y="97341"/>
                  </a:lnTo>
                  <a:lnTo>
                    <a:pt x="800645" y="72643"/>
                  </a:lnTo>
                  <a:lnTo>
                    <a:pt x="760184" y="51229"/>
                  </a:lnTo>
                  <a:lnTo>
                    <a:pt x="717754" y="33287"/>
                  </a:lnTo>
                  <a:lnTo>
                    <a:pt x="673541" y="19005"/>
                  </a:lnTo>
                  <a:lnTo>
                    <a:pt x="627735" y="8572"/>
                  </a:lnTo>
                  <a:lnTo>
                    <a:pt x="580522" y="2174"/>
                  </a:lnTo>
                  <a:lnTo>
                    <a:pt x="532091" y="0"/>
                  </a:lnTo>
                  <a:close/>
                </a:path>
              </a:pathLst>
            </a:custGeom>
            <a:solidFill>
              <a:srgbClr val="FFFFFF"/>
            </a:solidFill>
          </p:spPr>
          <p:txBody>
            <a:bodyPr wrap="square" lIns="0" tIns="0" rIns="0" bIns="0" rtlCol="0"/>
            <a:lstStyle/>
            <a:p>
              <a:endParaRPr/>
            </a:p>
          </p:txBody>
        </p:sp>
        <p:sp>
          <p:nvSpPr>
            <p:cNvPr id="17" name="object 17"/>
            <p:cNvSpPr/>
            <p:nvPr/>
          </p:nvSpPr>
          <p:spPr>
            <a:xfrm>
              <a:off x="13563993" y="4067479"/>
              <a:ext cx="342265" cy="684530"/>
            </a:xfrm>
            <a:custGeom>
              <a:avLst/>
              <a:gdLst/>
              <a:ahLst/>
              <a:cxnLst/>
              <a:rect l="l" t="t" r="r" b="b"/>
              <a:pathLst>
                <a:path w="342265" h="684529">
                  <a:moveTo>
                    <a:pt x="195465" y="317627"/>
                  </a:moveTo>
                  <a:lnTo>
                    <a:pt x="193548" y="308127"/>
                  </a:lnTo>
                  <a:lnTo>
                    <a:pt x="188302" y="300355"/>
                  </a:lnTo>
                  <a:lnTo>
                    <a:pt x="180543" y="295122"/>
                  </a:lnTo>
                  <a:lnTo>
                    <a:pt x="171030" y="293204"/>
                  </a:lnTo>
                  <a:lnTo>
                    <a:pt x="161531" y="295122"/>
                  </a:lnTo>
                  <a:lnTo>
                    <a:pt x="153758" y="300355"/>
                  </a:lnTo>
                  <a:lnTo>
                    <a:pt x="148513" y="308127"/>
                  </a:lnTo>
                  <a:lnTo>
                    <a:pt x="146596" y="317627"/>
                  </a:lnTo>
                  <a:lnTo>
                    <a:pt x="146596" y="326580"/>
                  </a:lnTo>
                  <a:lnTo>
                    <a:pt x="151638" y="334073"/>
                  </a:lnTo>
                  <a:lnTo>
                    <a:pt x="158813" y="338328"/>
                  </a:lnTo>
                  <a:lnTo>
                    <a:pt x="158813" y="366496"/>
                  </a:lnTo>
                  <a:lnTo>
                    <a:pt x="183248" y="366496"/>
                  </a:lnTo>
                  <a:lnTo>
                    <a:pt x="183248" y="338328"/>
                  </a:lnTo>
                  <a:lnTo>
                    <a:pt x="190436" y="334073"/>
                  </a:lnTo>
                  <a:lnTo>
                    <a:pt x="195465" y="326580"/>
                  </a:lnTo>
                  <a:lnTo>
                    <a:pt x="195465" y="317627"/>
                  </a:lnTo>
                  <a:close/>
                </a:path>
                <a:path w="342265" h="684529">
                  <a:moveTo>
                    <a:pt x="195465" y="219900"/>
                  </a:moveTo>
                  <a:lnTo>
                    <a:pt x="193548" y="210400"/>
                  </a:lnTo>
                  <a:lnTo>
                    <a:pt x="188302" y="202628"/>
                  </a:lnTo>
                  <a:lnTo>
                    <a:pt x="180543" y="197383"/>
                  </a:lnTo>
                  <a:lnTo>
                    <a:pt x="171030" y="195465"/>
                  </a:lnTo>
                  <a:lnTo>
                    <a:pt x="161518" y="197383"/>
                  </a:lnTo>
                  <a:lnTo>
                    <a:pt x="153758" y="202628"/>
                  </a:lnTo>
                  <a:lnTo>
                    <a:pt x="148513" y="210400"/>
                  </a:lnTo>
                  <a:lnTo>
                    <a:pt x="146596" y="219900"/>
                  </a:lnTo>
                  <a:lnTo>
                    <a:pt x="146596" y="268770"/>
                  </a:lnTo>
                  <a:lnTo>
                    <a:pt x="195465" y="268770"/>
                  </a:lnTo>
                  <a:lnTo>
                    <a:pt x="195465" y="219900"/>
                  </a:lnTo>
                  <a:close/>
                </a:path>
                <a:path w="342265" h="684529">
                  <a:moveTo>
                    <a:pt x="293204" y="549744"/>
                  </a:moveTo>
                  <a:lnTo>
                    <a:pt x="244335" y="549744"/>
                  </a:lnTo>
                  <a:lnTo>
                    <a:pt x="244335" y="586574"/>
                  </a:lnTo>
                  <a:lnTo>
                    <a:pt x="244335" y="634834"/>
                  </a:lnTo>
                  <a:lnTo>
                    <a:pt x="195465" y="634834"/>
                  </a:lnTo>
                  <a:lnTo>
                    <a:pt x="195465" y="586574"/>
                  </a:lnTo>
                  <a:lnTo>
                    <a:pt x="244335" y="586574"/>
                  </a:lnTo>
                  <a:lnTo>
                    <a:pt x="244335" y="549744"/>
                  </a:lnTo>
                  <a:lnTo>
                    <a:pt x="146596" y="549744"/>
                  </a:lnTo>
                  <a:lnTo>
                    <a:pt x="146596" y="586574"/>
                  </a:lnTo>
                  <a:lnTo>
                    <a:pt x="146596" y="634834"/>
                  </a:lnTo>
                  <a:lnTo>
                    <a:pt x="97726" y="634834"/>
                  </a:lnTo>
                  <a:lnTo>
                    <a:pt x="97726" y="586574"/>
                  </a:lnTo>
                  <a:lnTo>
                    <a:pt x="146596" y="586574"/>
                  </a:lnTo>
                  <a:lnTo>
                    <a:pt x="146596" y="549744"/>
                  </a:lnTo>
                  <a:lnTo>
                    <a:pt x="48869" y="549744"/>
                  </a:lnTo>
                  <a:lnTo>
                    <a:pt x="48869" y="586574"/>
                  </a:lnTo>
                  <a:lnTo>
                    <a:pt x="48869" y="634834"/>
                  </a:lnTo>
                  <a:lnTo>
                    <a:pt x="48869" y="679284"/>
                  </a:lnTo>
                  <a:lnTo>
                    <a:pt x="52044" y="679284"/>
                  </a:lnTo>
                  <a:lnTo>
                    <a:pt x="52044" y="684364"/>
                  </a:lnTo>
                  <a:lnTo>
                    <a:pt x="290029" y="684364"/>
                  </a:lnTo>
                  <a:lnTo>
                    <a:pt x="290029" y="679284"/>
                  </a:lnTo>
                  <a:lnTo>
                    <a:pt x="293204" y="679284"/>
                  </a:lnTo>
                  <a:lnTo>
                    <a:pt x="293204" y="635266"/>
                  </a:lnTo>
                  <a:lnTo>
                    <a:pt x="293204" y="634834"/>
                  </a:lnTo>
                  <a:lnTo>
                    <a:pt x="293204" y="586574"/>
                  </a:lnTo>
                  <a:lnTo>
                    <a:pt x="293204" y="586397"/>
                  </a:lnTo>
                  <a:lnTo>
                    <a:pt x="293204" y="549744"/>
                  </a:lnTo>
                  <a:close/>
                </a:path>
                <a:path w="342265" h="684529">
                  <a:moveTo>
                    <a:pt x="342061" y="171030"/>
                  </a:moveTo>
                  <a:lnTo>
                    <a:pt x="335953" y="125564"/>
                  </a:lnTo>
                  <a:lnTo>
                    <a:pt x="318719" y="84709"/>
                  </a:lnTo>
                  <a:lnTo>
                    <a:pt x="291973" y="50088"/>
                  </a:lnTo>
                  <a:lnTo>
                    <a:pt x="268757" y="32156"/>
                  </a:lnTo>
                  <a:lnTo>
                    <a:pt x="268757" y="274231"/>
                  </a:lnTo>
                  <a:lnTo>
                    <a:pt x="268757" y="409892"/>
                  </a:lnTo>
                  <a:lnTo>
                    <a:pt x="263296" y="415366"/>
                  </a:lnTo>
                  <a:lnTo>
                    <a:pt x="78778" y="415366"/>
                  </a:lnTo>
                  <a:lnTo>
                    <a:pt x="73304" y="409892"/>
                  </a:lnTo>
                  <a:lnTo>
                    <a:pt x="73304" y="274231"/>
                  </a:lnTo>
                  <a:lnTo>
                    <a:pt x="78778" y="268757"/>
                  </a:lnTo>
                  <a:lnTo>
                    <a:pt x="97739" y="268757"/>
                  </a:lnTo>
                  <a:lnTo>
                    <a:pt x="97739" y="219900"/>
                  </a:lnTo>
                  <a:lnTo>
                    <a:pt x="103517" y="191401"/>
                  </a:lnTo>
                  <a:lnTo>
                    <a:pt x="119240" y="168097"/>
                  </a:lnTo>
                  <a:lnTo>
                    <a:pt x="142532" y="152361"/>
                  </a:lnTo>
                  <a:lnTo>
                    <a:pt x="171030" y="146596"/>
                  </a:lnTo>
                  <a:lnTo>
                    <a:pt x="199542" y="152361"/>
                  </a:lnTo>
                  <a:lnTo>
                    <a:pt x="222846" y="168097"/>
                  </a:lnTo>
                  <a:lnTo>
                    <a:pt x="238569" y="191401"/>
                  </a:lnTo>
                  <a:lnTo>
                    <a:pt x="244335" y="219900"/>
                  </a:lnTo>
                  <a:lnTo>
                    <a:pt x="244335" y="268757"/>
                  </a:lnTo>
                  <a:lnTo>
                    <a:pt x="263296" y="268757"/>
                  </a:lnTo>
                  <a:lnTo>
                    <a:pt x="268757" y="32156"/>
                  </a:lnTo>
                  <a:lnTo>
                    <a:pt x="216496" y="6108"/>
                  </a:lnTo>
                  <a:lnTo>
                    <a:pt x="171030" y="0"/>
                  </a:lnTo>
                  <a:lnTo>
                    <a:pt x="125564" y="6108"/>
                  </a:lnTo>
                  <a:lnTo>
                    <a:pt x="84709" y="23342"/>
                  </a:lnTo>
                  <a:lnTo>
                    <a:pt x="50101" y="50088"/>
                  </a:lnTo>
                  <a:lnTo>
                    <a:pt x="23355" y="84709"/>
                  </a:lnTo>
                  <a:lnTo>
                    <a:pt x="6108" y="125564"/>
                  </a:lnTo>
                  <a:lnTo>
                    <a:pt x="0" y="171030"/>
                  </a:lnTo>
                  <a:lnTo>
                    <a:pt x="0" y="488657"/>
                  </a:lnTo>
                  <a:lnTo>
                    <a:pt x="1930" y="498170"/>
                  </a:lnTo>
                  <a:lnTo>
                    <a:pt x="7162" y="505929"/>
                  </a:lnTo>
                  <a:lnTo>
                    <a:pt x="14935" y="511175"/>
                  </a:lnTo>
                  <a:lnTo>
                    <a:pt x="24434" y="513092"/>
                  </a:lnTo>
                  <a:lnTo>
                    <a:pt x="317627" y="513092"/>
                  </a:lnTo>
                  <a:lnTo>
                    <a:pt x="327139" y="511175"/>
                  </a:lnTo>
                  <a:lnTo>
                    <a:pt x="334911" y="505929"/>
                  </a:lnTo>
                  <a:lnTo>
                    <a:pt x="340144" y="498170"/>
                  </a:lnTo>
                  <a:lnTo>
                    <a:pt x="342061" y="488657"/>
                  </a:lnTo>
                  <a:lnTo>
                    <a:pt x="342061" y="415366"/>
                  </a:lnTo>
                  <a:lnTo>
                    <a:pt x="342061" y="171030"/>
                  </a:lnTo>
                  <a:close/>
                </a:path>
              </a:pathLst>
            </a:custGeom>
            <a:solidFill>
              <a:srgbClr val="292929"/>
            </a:solidFill>
          </p:spPr>
          <p:txBody>
            <a:bodyPr wrap="square" lIns="0" tIns="0" rIns="0" bIns="0" rtlCol="0"/>
            <a:lstStyle/>
            <a:p>
              <a:endParaRPr/>
            </a:p>
          </p:txBody>
        </p:sp>
        <p:pic>
          <p:nvPicPr>
            <p:cNvPr id="18" name="object 18"/>
            <p:cNvPicPr/>
            <p:nvPr/>
          </p:nvPicPr>
          <p:blipFill>
            <a:blip r:embed="rId3" cstate="print"/>
            <a:stretch>
              <a:fillRect/>
            </a:stretch>
          </p:blipFill>
          <p:spPr>
            <a:xfrm>
              <a:off x="13319669" y="4324022"/>
              <a:ext cx="207683" cy="122161"/>
            </a:xfrm>
            <a:prstGeom prst="rect">
              <a:avLst/>
            </a:prstGeom>
          </p:spPr>
        </p:pic>
        <p:pic>
          <p:nvPicPr>
            <p:cNvPr id="19" name="object 19"/>
            <p:cNvPicPr/>
            <p:nvPr/>
          </p:nvPicPr>
          <p:blipFill>
            <a:blip r:embed="rId4" cstate="print"/>
            <a:stretch>
              <a:fillRect/>
            </a:stretch>
          </p:blipFill>
          <p:spPr>
            <a:xfrm>
              <a:off x="13344105" y="4079684"/>
              <a:ext cx="183248" cy="183248"/>
            </a:xfrm>
            <a:prstGeom prst="rect">
              <a:avLst/>
            </a:prstGeom>
          </p:spPr>
        </p:pic>
        <p:pic>
          <p:nvPicPr>
            <p:cNvPr id="20" name="object 20"/>
            <p:cNvPicPr/>
            <p:nvPr/>
          </p:nvPicPr>
          <p:blipFill>
            <a:blip r:embed="rId5" cstate="print"/>
            <a:stretch>
              <a:fillRect/>
            </a:stretch>
          </p:blipFill>
          <p:spPr>
            <a:xfrm>
              <a:off x="13344109" y="4507261"/>
              <a:ext cx="183248" cy="183248"/>
            </a:xfrm>
            <a:prstGeom prst="rect">
              <a:avLst/>
            </a:prstGeom>
          </p:spPr>
        </p:pic>
      </p:grpSp>
      <p:grpSp>
        <p:nvGrpSpPr>
          <p:cNvPr id="21" name="object 21"/>
          <p:cNvGrpSpPr/>
          <p:nvPr/>
        </p:nvGrpSpPr>
        <p:grpSpPr>
          <a:xfrm>
            <a:off x="8857505" y="3613467"/>
            <a:ext cx="1064260" cy="4171950"/>
            <a:chOff x="8857505" y="3613467"/>
            <a:chExt cx="1064260" cy="4171950"/>
          </a:xfrm>
        </p:grpSpPr>
        <p:sp>
          <p:nvSpPr>
            <p:cNvPr id="22" name="object 22"/>
            <p:cNvSpPr/>
            <p:nvPr/>
          </p:nvSpPr>
          <p:spPr>
            <a:xfrm>
              <a:off x="9375272" y="3613467"/>
              <a:ext cx="0" cy="4171950"/>
            </a:xfrm>
            <a:custGeom>
              <a:avLst/>
              <a:gdLst/>
              <a:ahLst/>
              <a:cxnLst/>
              <a:rect l="l" t="t" r="r" b="b"/>
              <a:pathLst>
                <a:path h="4171950">
                  <a:moveTo>
                    <a:pt x="0" y="0"/>
                  </a:moveTo>
                  <a:lnTo>
                    <a:pt x="0" y="4171353"/>
                  </a:lnTo>
                </a:path>
              </a:pathLst>
            </a:custGeom>
            <a:ln w="28575">
              <a:solidFill>
                <a:srgbClr val="27DDDF"/>
              </a:solidFill>
            </a:ln>
          </p:spPr>
          <p:txBody>
            <a:bodyPr wrap="square" lIns="0" tIns="0" rIns="0" bIns="0" rtlCol="0"/>
            <a:lstStyle/>
            <a:p>
              <a:endParaRPr/>
            </a:p>
          </p:txBody>
        </p:sp>
        <p:sp>
          <p:nvSpPr>
            <p:cNvPr id="23" name="object 23"/>
            <p:cNvSpPr/>
            <p:nvPr/>
          </p:nvSpPr>
          <p:spPr>
            <a:xfrm>
              <a:off x="8857505" y="3877453"/>
              <a:ext cx="1064260" cy="1064260"/>
            </a:xfrm>
            <a:custGeom>
              <a:avLst/>
              <a:gdLst/>
              <a:ahLst/>
              <a:cxnLst/>
              <a:rect l="l" t="t" r="r" b="b"/>
              <a:pathLst>
                <a:path w="1064259" h="1064260">
                  <a:moveTo>
                    <a:pt x="532091" y="0"/>
                  </a:moveTo>
                  <a:lnTo>
                    <a:pt x="483660" y="2174"/>
                  </a:lnTo>
                  <a:lnTo>
                    <a:pt x="436447" y="8572"/>
                  </a:lnTo>
                  <a:lnTo>
                    <a:pt x="390641" y="19005"/>
                  </a:lnTo>
                  <a:lnTo>
                    <a:pt x="346428" y="33287"/>
                  </a:lnTo>
                  <a:lnTo>
                    <a:pt x="303996" y="51229"/>
                  </a:lnTo>
                  <a:lnTo>
                    <a:pt x="263535" y="72643"/>
                  </a:lnTo>
                  <a:lnTo>
                    <a:pt x="225231" y="97341"/>
                  </a:lnTo>
                  <a:lnTo>
                    <a:pt x="189272" y="125136"/>
                  </a:lnTo>
                  <a:lnTo>
                    <a:pt x="155846" y="155840"/>
                  </a:lnTo>
                  <a:lnTo>
                    <a:pt x="125141" y="189264"/>
                  </a:lnTo>
                  <a:lnTo>
                    <a:pt x="97345" y="225222"/>
                  </a:lnTo>
                  <a:lnTo>
                    <a:pt x="72646" y="263525"/>
                  </a:lnTo>
                  <a:lnTo>
                    <a:pt x="51231" y="303986"/>
                  </a:lnTo>
                  <a:lnTo>
                    <a:pt x="33289" y="346417"/>
                  </a:lnTo>
                  <a:lnTo>
                    <a:pt x="19006" y="390629"/>
                  </a:lnTo>
                  <a:lnTo>
                    <a:pt x="8572" y="436435"/>
                  </a:lnTo>
                  <a:lnTo>
                    <a:pt x="2174" y="483648"/>
                  </a:lnTo>
                  <a:lnTo>
                    <a:pt x="0" y="532079"/>
                  </a:lnTo>
                  <a:lnTo>
                    <a:pt x="2174" y="580510"/>
                  </a:lnTo>
                  <a:lnTo>
                    <a:pt x="8572" y="627723"/>
                  </a:lnTo>
                  <a:lnTo>
                    <a:pt x="19006" y="673529"/>
                  </a:lnTo>
                  <a:lnTo>
                    <a:pt x="33289" y="717742"/>
                  </a:lnTo>
                  <a:lnTo>
                    <a:pt x="51231" y="760174"/>
                  </a:lnTo>
                  <a:lnTo>
                    <a:pt x="72646" y="800635"/>
                  </a:lnTo>
                  <a:lnTo>
                    <a:pt x="97345" y="838939"/>
                  </a:lnTo>
                  <a:lnTo>
                    <a:pt x="125141" y="874898"/>
                  </a:lnTo>
                  <a:lnTo>
                    <a:pt x="155846" y="908324"/>
                  </a:lnTo>
                  <a:lnTo>
                    <a:pt x="189272" y="939029"/>
                  </a:lnTo>
                  <a:lnTo>
                    <a:pt x="225231" y="966825"/>
                  </a:lnTo>
                  <a:lnTo>
                    <a:pt x="263535" y="991524"/>
                  </a:lnTo>
                  <a:lnTo>
                    <a:pt x="303996" y="1012939"/>
                  </a:lnTo>
                  <a:lnTo>
                    <a:pt x="346428" y="1030881"/>
                  </a:lnTo>
                  <a:lnTo>
                    <a:pt x="390641" y="1045164"/>
                  </a:lnTo>
                  <a:lnTo>
                    <a:pt x="436447" y="1055598"/>
                  </a:lnTo>
                  <a:lnTo>
                    <a:pt x="483660" y="1061996"/>
                  </a:lnTo>
                  <a:lnTo>
                    <a:pt x="532091" y="1064171"/>
                  </a:lnTo>
                  <a:lnTo>
                    <a:pt x="580522" y="1061996"/>
                  </a:lnTo>
                  <a:lnTo>
                    <a:pt x="627735" y="1055598"/>
                  </a:lnTo>
                  <a:lnTo>
                    <a:pt x="673541" y="1045164"/>
                  </a:lnTo>
                  <a:lnTo>
                    <a:pt x="717754" y="1030881"/>
                  </a:lnTo>
                  <a:lnTo>
                    <a:pt x="760184" y="1012939"/>
                  </a:lnTo>
                  <a:lnTo>
                    <a:pt x="800645" y="991524"/>
                  </a:lnTo>
                  <a:lnTo>
                    <a:pt x="838948" y="966825"/>
                  </a:lnTo>
                  <a:lnTo>
                    <a:pt x="874906" y="939029"/>
                  </a:lnTo>
                  <a:lnTo>
                    <a:pt x="908330" y="908324"/>
                  </a:lnTo>
                  <a:lnTo>
                    <a:pt x="939034" y="874898"/>
                  </a:lnTo>
                  <a:lnTo>
                    <a:pt x="966829" y="838939"/>
                  </a:lnTo>
                  <a:lnTo>
                    <a:pt x="991528" y="800635"/>
                  </a:lnTo>
                  <a:lnTo>
                    <a:pt x="1012941" y="760174"/>
                  </a:lnTo>
                  <a:lnTo>
                    <a:pt x="1030883" y="717742"/>
                  </a:lnTo>
                  <a:lnTo>
                    <a:pt x="1045165" y="673529"/>
                  </a:lnTo>
                  <a:lnTo>
                    <a:pt x="1055598" y="627723"/>
                  </a:lnTo>
                  <a:lnTo>
                    <a:pt x="1061996" y="580510"/>
                  </a:lnTo>
                  <a:lnTo>
                    <a:pt x="1064171" y="532079"/>
                  </a:lnTo>
                  <a:lnTo>
                    <a:pt x="1061996" y="483648"/>
                  </a:lnTo>
                  <a:lnTo>
                    <a:pt x="1055598" y="436435"/>
                  </a:lnTo>
                  <a:lnTo>
                    <a:pt x="1045165" y="390629"/>
                  </a:lnTo>
                  <a:lnTo>
                    <a:pt x="1030883" y="346417"/>
                  </a:lnTo>
                  <a:lnTo>
                    <a:pt x="1012941" y="303986"/>
                  </a:lnTo>
                  <a:lnTo>
                    <a:pt x="991528" y="263525"/>
                  </a:lnTo>
                  <a:lnTo>
                    <a:pt x="966829" y="225222"/>
                  </a:lnTo>
                  <a:lnTo>
                    <a:pt x="939034" y="189264"/>
                  </a:lnTo>
                  <a:lnTo>
                    <a:pt x="908330" y="155840"/>
                  </a:lnTo>
                  <a:lnTo>
                    <a:pt x="874906" y="125136"/>
                  </a:lnTo>
                  <a:lnTo>
                    <a:pt x="838948" y="97341"/>
                  </a:lnTo>
                  <a:lnTo>
                    <a:pt x="800645" y="72643"/>
                  </a:lnTo>
                  <a:lnTo>
                    <a:pt x="760184" y="51229"/>
                  </a:lnTo>
                  <a:lnTo>
                    <a:pt x="717754" y="33287"/>
                  </a:lnTo>
                  <a:lnTo>
                    <a:pt x="673541" y="19005"/>
                  </a:lnTo>
                  <a:lnTo>
                    <a:pt x="627735" y="8572"/>
                  </a:lnTo>
                  <a:lnTo>
                    <a:pt x="580522" y="2174"/>
                  </a:lnTo>
                  <a:lnTo>
                    <a:pt x="532091" y="0"/>
                  </a:lnTo>
                  <a:close/>
                </a:path>
              </a:pathLst>
            </a:custGeom>
            <a:solidFill>
              <a:srgbClr val="FFFFFF"/>
            </a:solidFill>
          </p:spPr>
          <p:txBody>
            <a:bodyPr wrap="square" lIns="0" tIns="0" rIns="0" bIns="0" rtlCol="0"/>
            <a:lstStyle/>
            <a:p>
              <a:endParaRPr/>
            </a:p>
          </p:txBody>
        </p:sp>
        <p:sp>
          <p:nvSpPr>
            <p:cNvPr id="24" name="object 24"/>
            <p:cNvSpPr/>
            <p:nvPr/>
          </p:nvSpPr>
          <p:spPr>
            <a:xfrm>
              <a:off x="9315751" y="4067465"/>
              <a:ext cx="379730" cy="260350"/>
            </a:xfrm>
            <a:custGeom>
              <a:avLst/>
              <a:gdLst/>
              <a:ahLst/>
              <a:cxnLst/>
              <a:rect l="l" t="t" r="r" b="b"/>
              <a:pathLst>
                <a:path w="379729" h="260350">
                  <a:moveTo>
                    <a:pt x="200774" y="230886"/>
                  </a:moveTo>
                  <a:lnTo>
                    <a:pt x="81800" y="230886"/>
                  </a:lnTo>
                  <a:lnTo>
                    <a:pt x="84108" y="242323"/>
                  </a:lnTo>
                  <a:lnTo>
                    <a:pt x="90009" y="251077"/>
                  </a:lnTo>
                  <a:lnTo>
                    <a:pt x="90496" y="251724"/>
                  </a:lnTo>
                  <a:lnTo>
                    <a:pt x="99738" y="257953"/>
                  </a:lnTo>
                  <a:lnTo>
                    <a:pt x="111175" y="260261"/>
                  </a:lnTo>
                  <a:lnTo>
                    <a:pt x="349859" y="260261"/>
                  </a:lnTo>
                  <a:lnTo>
                    <a:pt x="377806" y="237959"/>
                  </a:lnTo>
                  <a:lnTo>
                    <a:pt x="200774" y="237959"/>
                  </a:lnTo>
                  <a:lnTo>
                    <a:pt x="200774" y="230886"/>
                  </a:lnTo>
                  <a:close/>
                </a:path>
                <a:path w="379729" h="260350">
                  <a:moveTo>
                    <a:pt x="22313" y="208216"/>
                  </a:moveTo>
                  <a:lnTo>
                    <a:pt x="13624" y="209968"/>
                  </a:lnTo>
                  <a:lnTo>
                    <a:pt x="6532" y="214747"/>
                  </a:lnTo>
                  <a:lnTo>
                    <a:pt x="1752" y="221836"/>
                  </a:lnTo>
                  <a:lnTo>
                    <a:pt x="0" y="230517"/>
                  </a:lnTo>
                  <a:lnTo>
                    <a:pt x="1752" y="239201"/>
                  </a:lnTo>
                  <a:lnTo>
                    <a:pt x="6532" y="246294"/>
                  </a:lnTo>
                  <a:lnTo>
                    <a:pt x="13624" y="251077"/>
                  </a:lnTo>
                  <a:lnTo>
                    <a:pt x="22313" y="252831"/>
                  </a:lnTo>
                  <a:lnTo>
                    <a:pt x="29239" y="251724"/>
                  </a:lnTo>
                  <a:lnTo>
                    <a:pt x="35259" y="248639"/>
                  </a:lnTo>
                  <a:lnTo>
                    <a:pt x="40039" y="243932"/>
                  </a:lnTo>
                  <a:lnTo>
                    <a:pt x="43243" y="237959"/>
                  </a:lnTo>
                  <a:lnTo>
                    <a:pt x="81800" y="237959"/>
                  </a:lnTo>
                  <a:lnTo>
                    <a:pt x="81800" y="230886"/>
                  </a:lnTo>
                  <a:lnTo>
                    <a:pt x="200774" y="230886"/>
                  </a:lnTo>
                  <a:lnTo>
                    <a:pt x="200774" y="223088"/>
                  </a:lnTo>
                  <a:lnTo>
                    <a:pt x="43243" y="223088"/>
                  </a:lnTo>
                  <a:lnTo>
                    <a:pt x="40039" y="217115"/>
                  </a:lnTo>
                  <a:lnTo>
                    <a:pt x="35259" y="212409"/>
                  </a:lnTo>
                  <a:lnTo>
                    <a:pt x="29239" y="209323"/>
                  </a:lnTo>
                  <a:lnTo>
                    <a:pt x="22313" y="208216"/>
                  </a:lnTo>
                  <a:close/>
                </a:path>
                <a:path w="379729" h="260350">
                  <a:moveTo>
                    <a:pt x="349859" y="0"/>
                  </a:moveTo>
                  <a:lnTo>
                    <a:pt x="111175" y="0"/>
                  </a:lnTo>
                  <a:lnTo>
                    <a:pt x="99738" y="2309"/>
                  </a:lnTo>
                  <a:lnTo>
                    <a:pt x="90401" y="8607"/>
                  </a:lnTo>
                  <a:lnTo>
                    <a:pt x="84108" y="17948"/>
                  </a:lnTo>
                  <a:lnTo>
                    <a:pt x="81800" y="29387"/>
                  </a:lnTo>
                  <a:lnTo>
                    <a:pt x="81800" y="223088"/>
                  </a:lnTo>
                  <a:lnTo>
                    <a:pt x="260261" y="223088"/>
                  </a:lnTo>
                  <a:lnTo>
                    <a:pt x="260261" y="237959"/>
                  </a:lnTo>
                  <a:lnTo>
                    <a:pt x="377806" y="237959"/>
                  </a:lnTo>
                  <a:lnTo>
                    <a:pt x="379234" y="230886"/>
                  </a:lnTo>
                  <a:lnTo>
                    <a:pt x="379234" y="200774"/>
                  </a:lnTo>
                  <a:lnTo>
                    <a:pt x="111544" y="200774"/>
                  </a:lnTo>
                  <a:lnTo>
                    <a:pt x="111544" y="29743"/>
                  </a:lnTo>
                  <a:lnTo>
                    <a:pt x="379234" y="29743"/>
                  </a:lnTo>
                  <a:lnTo>
                    <a:pt x="379234" y="29387"/>
                  </a:lnTo>
                  <a:lnTo>
                    <a:pt x="376925" y="17948"/>
                  </a:lnTo>
                  <a:lnTo>
                    <a:pt x="370628" y="8607"/>
                  </a:lnTo>
                  <a:lnTo>
                    <a:pt x="361291" y="2309"/>
                  </a:lnTo>
                  <a:lnTo>
                    <a:pt x="349859" y="0"/>
                  </a:lnTo>
                  <a:close/>
                </a:path>
                <a:path w="379729" h="260350">
                  <a:moveTo>
                    <a:pt x="379234" y="29743"/>
                  </a:moveTo>
                  <a:lnTo>
                    <a:pt x="349491" y="29743"/>
                  </a:lnTo>
                  <a:lnTo>
                    <a:pt x="349491" y="200774"/>
                  </a:lnTo>
                  <a:lnTo>
                    <a:pt x="379234" y="200774"/>
                  </a:lnTo>
                  <a:lnTo>
                    <a:pt x="379234" y="29743"/>
                  </a:lnTo>
                  <a:close/>
                </a:path>
              </a:pathLst>
            </a:custGeom>
            <a:solidFill>
              <a:srgbClr val="292929"/>
            </a:solidFill>
          </p:spPr>
          <p:txBody>
            <a:bodyPr wrap="square" lIns="0" tIns="0" rIns="0" bIns="0" rtlCol="0"/>
            <a:lstStyle/>
            <a:p>
              <a:endParaRPr/>
            </a:p>
          </p:txBody>
        </p:sp>
        <p:pic>
          <p:nvPicPr>
            <p:cNvPr id="25" name="object 25"/>
            <p:cNvPicPr/>
            <p:nvPr/>
          </p:nvPicPr>
          <p:blipFill>
            <a:blip r:embed="rId6" cstate="print"/>
            <a:stretch>
              <a:fillRect/>
            </a:stretch>
          </p:blipFill>
          <p:spPr>
            <a:xfrm>
              <a:off x="9451764" y="4149171"/>
              <a:ext cx="183730" cy="81889"/>
            </a:xfrm>
            <a:prstGeom prst="rect">
              <a:avLst/>
            </a:prstGeom>
          </p:spPr>
        </p:pic>
        <p:sp>
          <p:nvSpPr>
            <p:cNvPr id="26" name="object 26"/>
            <p:cNvSpPr/>
            <p:nvPr/>
          </p:nvSpPr>
          <p:spPr>
            <a:xfrm>
              <a:off x="9412415" y="4342599"/>
              <a:ext cx="267970" cy="282575"/>
            </a:xfrm>
            <a:custGeom>
              <a:avLst/>
              <a:gdLst/>
              <a:ahLst/>
              <a:cxnLst/>
              <a:rect l="l" t="t" r="r" b="b"/>
              <a:pathLst>
                <a:path w="267970" h="282575">
                  <a:moveTo>
                    <a:pt x="66929" y="237972"/>
                  </a:moveTo>
                  <a:lnTo>
                    <a:pt x="52057" y="237972"/>
                  </a:lnTo>
                  <a:lnTo>
                    <a:pt x="52057" y="252831"/>
                  </a:lnTo>
                  <a:lnTo>
                    <a:pt x="66929" y="252831"/>
                  </a:lnTo>
                  <a:lnTo>
                    <a:pt x="66929" y="237972"/>
                  </a:lnTo>
                  <a:close/>
                </a:path>
                <a:path w="267970" h="282575">
                  <a:moveTo>
                    <a:pt x="81800" y="89230"/>
                  </a:moveTo>
                  <a:lnTo>
                    <a:pt x="37185" y="89230"/>
                  </a:lnTo>
                  <a:lnTo>
                    <a:pt x="37185" y="215646"/>
                  </a:lnTo>
                  <a:lnTo>
                    <a:pt x="81800" y="215646"/>
                  </a:lnTo>
                  <a:lnTo>
                    <a:pt x="81800" y="89230"/>
                  </a:lnTo>
                  <a:close/>
                </a:path>
                <a:path w="267970" h="282575">
                  <a:moveTo>
                    <a:pt x="141287" y="237972"/>
                  </a:moveTo>
                  <a:lnTo>
                    <a:pt x="126415" y="237972"/>
                  </a:lnTo>
                  <a:lnTo>
                    <a:pt x="126415" y="252831"/>
                  </a:lnTo>
                  <a:lnTo>
                    <a:pt x="141287" y="252831"/>
                  </a:lnTo>
                  <a:lnTo>
                    <a:pt x="141287" y="237972"/>
                  </a:lnTo>
                  <a:close/>
                </a:path>
                <a:path w="267970" h="282575">
                  <a:moveTo>
                    <a:pt x="156159" y="148717"/>
                  </a:moveTo>
                  <a:lnTo>
                    <a:pt x="111544" y="148717"/>
                  </a:lnTo>
                  <a:lnTo>
                    <a:pt x="111544" y="215646"/>
                  </a:lnTo>
                  <a:lnTo>
                    <a:pt x="156159" y="215646"/>
                  </a:lnTo>
                  <a:lnTo>
                    <a:pt x="156159" y="148717"/>
                  </a:lnTo>
                  <a:close/>
                </a:path>
                <a:path w="267970" h="282575">
                  <a:moveTo>
                    <a:pt x="163588" y="0"/>
                  </a:moveTo>
                  <a:lnTo>
                    <a:pt x="104101" y="0"/>
                  </a:lnTo>
                  <a:lnTo>
                    <a:pt x="104101" y="29743"/>
                  </a:lnTo>
                  <a:lnTo>
                    <a:pt x="163588" y="29743"/>
                  </a:lnTo>
                  <a:lnTo>
                    <a:pt x="163588" y="0"/>
                  </a:lnTo>
                  <a:close/>
                </a:path>
                <a:path w="267970" h="282575">
                  <a:moveTo>
                    <a:pt x="215646" y="237972"/>
                  </a:moveTo>
                  <a:lnTo>
                    <a:pt x="200774" y="237972"/>
                  </a:lnTo>
                  <a:lnTo>
                    <a:pt x="200774" y="252831"/>
                  </a:lnTo>
                  <a:lnTo>
                    <a:pt x="215646" y="252831"/>
                  </a:lnTo>
                  <a:lnTo>
                    <a:pt x="215646" y="237972"/>
                  </a:lnTo>
                  <a:close/>
                </a:path>
                <a:path w="267970" h="282575">
                  <a:moveTo>
                    <a:pt x="230517" y="111544"/>
                  </a:moveTo>
                  <a:lnTo>
                    <a:pt x="185902" y="111544"/>
                  </a:lnTo>
                  <a:lnTo>
                    <a:pt x="185902" y="215646"/>
                  </a:lnTo>
                  <a:lnTo>
                    <a:pt x="230517" y="215646"/>
                  </a:lnTo>
                  <a:lnTo>
                    <a:pt x="230517" y="111544"/>
                  </a:lnTo>
                  <a:close/>
                </a:path>
                <a:path w="267970" h="282575">
                  <a:moveTo>
                    <a:pt x="267690" y="47942"/>
                  </a:moveTo>
                  <a:lnTo>
                    <a:pt x="264375" y="44615"/>
                  </a:lnTo>
                  <a:lnTo>
                    <a:pt x="252818" y="44615"/>
                  </a:lnTo>
                  <a:lnTo>
                    <a:pt x="252818" y="59499"/>
                  </a:lnTo>
                  <a:lnTo>
                    <a:pt x="252818" y="267703"/>
                  </a:lnTo>
                  <a:lnTo>
                    <a:pt x="14871" y="267703"/>
                  </a:lnTo>
                  <a:lnTo>
                    <a:pt x="14871" y="59499"/>
                  </a:lnTo>
                  <a:lnTo>
                    <a:pt x="252818" y="59499"/>
                  </a:lnTo>
                  <a:lnTo>
                    <a:pt x="252818" y="44615"/>
                  </a:lnTo>
                  <a:lnTo>
                    <a:pt x="3327" y="44615"/>
                  </a:lnTo>
                  <a:lnTo>
                    <a:pt x="0" y="47942"/>
                  </a:lnTo>
                  <a:lnTo>
                    <a:pt x="0" y="279247"/>
                  </a:lnTo>
                  <a:lnTo>
                    <a:pt x="3327" y="282575"/>
                  </a:lnTo>
                  <a:lnTo>
                    <a:pt x="264375" y="282575"/>
                  </a:lnTo>
                  <a:lnTo>
                    <a:pt x="267690" y="279247"/>
                  </a:lnTo>
                  <a:lnTo>
                    <a:pt x="267690" y="267703"/>
                  </a:lnTo>
                  <a:lnTo>
                    <a:pt x="267690" y="59499"/>
                  </a:lnTo>
                  <a:lnTo>
                    <a:pt x="267690" y="47942"/>
                  </a:lnTo>
                  <a:close/>
                </a:path>
              </a:pathLst>
            </a:custGeom>
            <a:solidFill>
              <a:srgbClr val="292929"/>
            </a:solidFill>
          </p:spPr>
          <p:txBody>
            <a:bodyPr wrap="square" lIns="0" tIns="0" rIns="0" bIns="0" rtlCol="0"/>
            <a:lstStyle/>
            <a:p>
              <a:endParaRPr/>
            </a:p>
          </p:txBody>
        </p:sp>
        <p:pic>
          <p:nvPicPr>
            <p:cNvPr id="27" name="object 27"/>
            <p:cNvPicPr/>
            <p:nvPr/>
          </p:nvPicPr>
          <p:blipFill>
            <a:blip r:embed="rId7" cstate="print"/>
            <a:stretch>
              <a:fillRect/>
            </a:stretch>
          </p:blipFill>
          <p:spPr>
            <a:xfrm>
              <a:off x="9209895" y="4335553"/>
              <a:ext cx="120340" cy="120328"/>
            </a:xfrm>
            <a:prstGeom prst="rect">
              <a:avLst/>
            </a:prstGeom>
          </p:spPr>
        </p:pic>
        <p:pic>
          <p:nvPicPr>
            <p:cNvPr id="28" name="object 28"/>
            <p:cNvPicPr/>
            <p:nvPr/>
          </p:nvPicPr>
          <p:blipFill>
            <a:blip r:embed="rId8" cstate="print"/>
            <a:stretch>
              <a:fillRect/>
            </a:stretch>
          </p:blipFill>
          <p:spPr>
            <a:xfrm>
              <a:off x="9040613" y="4074902"/>
              <a:ext cx="156159" cy="96672"/>
            </a:xfrm>
            <a:prstGeom prst="rect">
              <a:avLst/>
            </a:prstGeom>
          </p:spPr>
        </p:pic>
        <p:sp>
          <p:nvSpPr>
            <p:cNvPr id="29" name="object 29"/>
            <p:cNvSpPr/>
            <p:nvPr/>
          </p:nvSpPr>
          <p:spPr>
            <a:xfrm>
              <a:off x="9033190" y="4476447"/>
              <a:ext cx="684530" cy="275590"/>
            </a:xfrm>
            <a:custGeom>
              <a:avLst/>
              <a:gdLst/>
              <a:ahLst/>
              <a:cxnLst/>
              <a:rect l="l" t="t" r="r" b="b"/>
              <a:pathLst>
                <a:path w="684529" h="275589">
                  <a:moveTo>
                    <a:pt x="0" y="156159"/>
                  </a:moveTo>
                  <a:lnTo>
                    <a:pt x="0" y="275132"/>
                  </a:lnTo>
                  <a:lnTo>
                    <a:pt x="684098" y="275132"/>
                  </a:lnTo>
                  <a:lnTo>
                    <a:pt x="684098" y="245389"/>
                  </a:lnTo>
                  <a:lnTo>
                    <a:pt x="59486" y="245389"/>
                  </a:lnTo>
                  <a:lnTo>
                    <a:pt x="59486" y="230517"/>
                  </a:lnTo>
                  <a:lnTo>
                    <a:pt x="624611" y="230517"/>
                  </a:lnTo>
                  <a:lnTo>
                    <a:pt x="624611" y="223088"/>
                  </a:lnTo>
                  <a:lnTo>
                    <a:pt x="684098" y="223088"/>
                  </a:lnTo>
                  <a:lnTo>
                    <a:pt x="684098" y="215645"/>
                  </a:lnTo>
                  <a:lnTo>
                    <a:pt x="52044" y="215645"/>
                  </a:lnTo>
                  <a:lnTo>
                    <a:pt x="52044" y="171030"/>
                  </a:lnTo>
                  <a:lnTo>
                    <a:pt x="37172" y="171030"/>
                  </a:lnTo>
                  <a:lnTo>
                    <a:pt x="0" y="156159"/>
                  </a:lnTo>
                  <a:close/>
                </a:path>
                <a:path w="684529" h="275589">
                  <a:moveTo>
                    <a:pt x="111531" y="230517"/>
                  </a:moveTo>
                  <a:lnTo>
                    <a:pt x="74358" y="230517"/>
                  </a:lnTo>
                  <a:lnTo>
                    <a:pt x="74358" y="245389"/>
                  </a:lnTo>
                  <a:lnTo>
                    <a:pt x="111531" y="245389"/>
                  </a:lnTo>
                  <a:lnTo>
                    <a:pt x="111531" y="230517"/>
                  </a:lnTo>
                  <a:close/>
                </a:path>
                <a:path w="684529" h="275589">
                  <a:moveTo>
                    <a:pt x="162331" y="230517"/>
                  </a:moveTo>
                  <a:lnTo>
                    <a:pt x="126403" y="230517"/>
                  </a:lnTo>
                  <a:lnTo>
                    <a:pt x="126403" y="245389"/>
                  </a:lnTo>
                  <a:lnTo>
                    <a:pt x="162331" y="245389"/>
                  </a:lnTo>
                  <a:lnTo>
                    <a:pt x="162331" y="230517"/>
                  </a:lnTo>
                  <a:close/>
                </a:path>
                <a:path w="684529" h="275589">
                  <a:moveTo>
                    <a:pt x="282562" y="230517"/>
                  </a:moveTo>
                  <a:lnTo>
                    <a:pt x="177203" y="230517"/>
                  </a:lnTo>
                  <a:lnTo>
                    <a:pt x="177203" y="245389"/>
                  </a:lnTo>
                  <a:lnTo>
                    <a:pt x="282562" y="245389"/>
                  </a:lnTo>
                  <a:lnTo>
                    <a:pt x="282562" y="230517"/>
                  </a:lnTo>
                  <a:close/>
                </a:path>
                <a:path w="684529" h="275589">
                  <a:moveTo>
                    <a:pt x="624611" y="230517"/>
                  </a:moveTo>
                  <a:lnTo>
                    <a:pt x="312305" y="230517"/>
                  </a:lnTo>
                  <a:lnTo>
                    <a:pt x="312305" y="245389"/>
                  </a:lnTo>
                  <a:lnTo>
                    <a:pt x="684098" y="245389"/>
                  </a:lnTo>
                  <a:lnTo>
                    <a:pt x="684098" y="237959"/>
                  </a:lnTo>
                  <a:lnTo>
                    <a:pt x="624611" y="237959"/>
                  </a:lnTo>
                  <a:lnTo>
                    <a:pt x="624611" y="230517"/>
                  </a:lnTo>
                  <a:close/>
                </a:path>
                <a:path w="684529" h="275589">
                  <a:moveTo>
                    <a:pt x="684098" y="223088"/>
                  </a:moveTo>
                  <a:lnTo>
                    <a:pt x="654354" y="223088"/>
                  </a:lnTo>
                  <a:lnTo>
                    <a:pt x="654354" y="237959"/>
                  </a:lnTo>
                  <a:lnTo>
                    <a:pt x="684098" y="237959"/>
                  </a:lnTo>
                  <a:lnTo>
                    <a:pt x="684098" y="223088"/>
                  </a:lnTo>
                  <a:close/>
                </a:path>
                <a:path w="684529" h="275589">
                  <a:moveTo>
                    <a:pt x="118973" y="0"/>
                  </a:moveTo>
                  <a:lnTo>
                    <a:pt x="101602" y="3506"/>
                  </a:lnTo>
                  <a:lnTo>
                    <a:pt x="87422" y="13068"/>
                  </a:lnTo>
                  <a:lnTo>
                    <a:pt x="77863" y="27249"/>
                  </a:lnTo>
                  <a:lnTo>
                    <a:pt x="74358" y="44615"/>
                  </a:lnTo>
                  <a:lnTo>
                    <a:pt x="74358" y="103733"/>
                  </a:lnTo>
                  <a:lnTo>
                    <a:pt x="61175" y="123507"/>
                  </a:lnTo>
                  <a:lnTo>
                    <a:pt x="60731" y="124955"/>
                  </a:lnTo>
                  <a:lnTo>
                    <a:pt x="60731" y="215645"/>
                  </a:lnTo>
                  <a:lnTo>
                    <a:pt x="74358" y="215645"/>
                  </a:lnTo>
                  <a:lnTo>
                    <a:pt x="74358" y="126415"/>
                  </a:lnTo>
                  <a:lnTo>
                    <a:pt x="80441" y="118973"/>
                  </a:lnTo>
                  <a:lnTo>
                    <a:pt x="173748" y="118973"/>
                  </a:lnTo>
                  <a:lnTo>
                    <a:pt x="163588" y="103733"/>
                  </a:lnTo>
                  <a:lnTo>
                    <a:pt x="163588" y="52057"/>
                  </a:lnTo>
                  <a:lnTo>
                    <a:pt x="111531" y="52057"/>
                  </a:lnTo>
                  <a:lnTo>
                    <a:pt x="111531" y="37185"/>
                  </a:lnTo>
                  <a:lnTo>
                    <a:pt x="162088" y="37185"/>
                  </a:lnTo>
                  <a:lnTo>
                    <a:pt x="160082" y="27249"/>
                  </a:lnTo>
                  <a:lnTo>
                    <a:pt x="150520" y="13068"/>
                  </a:lnTo>
                  <a:lnTo>
                    <a:pt x="136338" y="3506"/>
                  </a:lnTo>
                  <a:lnTo>
                    <a:pt x="118973" y="0"/>
                  </a:lnTo>
                  <a:close/>
                </a:path>
                <a:path w="684529" h="275589">
                  <a:moveTo>
                    <a:pt x="104101" y="171030"/>
                  </a:moveTo>
                  <a:lnTo>
                    <a:pt x="81787" y="171030"/>
                  </a:lnTo>
                  <a:lnTo>
                    <a:pt x="81787" y="215645"/>
                  </a:lnTo>
                  <a:lnTo>
                    <a:pt x="104101" y="215645"/>
                  </a:lnTo>
                  <a:lnTo>
                    <a:pt x="104101" y="171030"/>
                  </a:lnTo>
                  <a:close/>
                </a:path>
                <a:path w="684529" h="275589">
                  <a:moveTo>
                    <a:pt x="126403" y="118973"/>
                  </a:moveTo>
                  <a:lnTo>
                    <a:pt x="111531" y="118973"/>
                  </a:lnTo>
                  <a:lnTo>
                    <a:pt x="111531" y="215645"/>
                  </a:lnTo>
                  <a:lnTo>
                    <a:pt x="126403" y="215645"/>
                  </a:lnTo>
                  <a:lnTo>
                    <a:pt x="126403" y="118973"/>
                  </a:lnTo>
                  <a:close/>
                </a:path>
                <a:path w="684529" h="275589">
                  <a:moveTo>
                    <a:pt x="156146" y="171030"/>
                  </a:moveTo>
                  <a:lnTo>
                    <a:pt x="133845" y="171030"/>
                  </a:lnTo>
                  <a:lnTo>
                    <a:pt x="133845" y="215645"/>
                  </a:lnTo>
                  <a:lnTo>
                    <a:pt x="156146" y="215645"/>
                  </a:lnTo>
                  <a:lnTo>
                    <a:pt x="156146" y="171030"/>
                  </a:lnTo>
                  <a:close/>
                </a:path>
                <a:path w="684529" h="275589">
                  <a:moveTo>
                    <a:pt x="173748" y="118973"/>
                  </a:moveTo>
                  <a:lnTo>
                    <a:pt x="156540" y="118973"/>
                  </a:lnTo>
                  <a:lnTo>
                    <a:pt x="163588" y="128663"/>
                  </a:lnTo>
                  <a:lnTo>
                    <a:pt x="163588" y="215645"/>
                  </a:lnTo>
                  <a:lnTo>
                    <a:pt x="177203" y="215645"/>
                  </a:lnTo>
                  <a:lnTo>
                    <a:pt x="177203" y="124955"/>
                  </a:lnTo>
                  <a:lnTo>
                    <a:pt x="176771" y="123507"/>
                  </a:lnTo>
                  <a:lnTo>
                    <a:pt x="173748" y="118973"/>
                  </a:lnTo>
                  <a:close/>
                </a:path>
                <a:path w="684529" h="275589">
                  <a:moveTo>
                    <a:pt x="684098" y="171030"/>
                  </a:moveTo>
                  <a:lnTo>
                    <a:pt x="185889" y="171030"/>
                  </a:lnTo>
                  <a:lnTo>
                    <a:pt x="185889" y="215645"/>
                  </a:lnTo>
                  <a:lnTo>
                    <a:pt x="490766" y="215645"/>
                  </a:lnTo>
                  <a:lnTo>
                    <a:pt x="490766" y="200774"/>
                  </a:lnTo>
                  <a:lnTo>
                    <a:pt x="684098" y="200774"/>
                  </a:lnTo>
                  <a:lnTo>
                    <a:pt x="684098" y="171030"/>
                  </a:lnTo>
                  <a:close/>
                </a:path>
                <a:path w="684529" h="275589">
                  <a:moveTo>
                    <a:pt x="684098" y="200774"/>
                  </a:moveTo>
                  <a:lnTo>
                    <a:pt x="527951" y="200774"/>
                  </a:lnTo>
                  <a:lnTo>
                    <a:pt x="527951" y="215645"/>
                  </a:lnTo>
                  <a:lnTo>
                    <a:pt x="684098" y="215645"/>
                  </a:lnTo>
                  <a:lnTo>
                    <a:pt x="684098" y="200774"/>
                  </a:lnTo>
                  <a:close/>
                </a:path>
                <a:path w="684529" h="275589">
                  <a:moveTo>
                    <a:pt x="282562" y="148716"/>
                  </a:moveTo>
                  <a:lnTo>
                    <a:pt x="245376" y="163601"/>
                  </a:lnTo>
                  <a:lnTo>
                    <a:pt x="223075" y="163601"/>
                  </a:lnTo>
                  <a:lnTo>
                    <a:pt x="200761" y="171030"/>
                  </a:lnTo>
                  <a:lnTo>
                    <a:pt x="371792" y="171030"/>
                  </a:lnTo>
                  <a:lnTo>
                    <a:pt x="342049" y="156159"/>
                  </a:lnTo>
                  <a:lnTo>
                    <a:pt x="304863" y="151510"/>
                  </a:lnTo>
                  <a:lnTo>
                    <a:pt x="304863" y="149656"/>
                  </a:lnTo>
                  <a:lnTo>
                    <a:pt x="289991" y="149656"/>
                  </a:lnTo>
                  <a:lnTo>
                    <a:pt x="282562" y="148716"/>
                  </a:lnTo>
                  <a:close/>
                </a:path>
                <a:path w="684529" h="275589">
                  <a:moveTo>
                    <a:pt x="237947" y="66928"/>
                  </a:moveTo>
                  <a:lnTo>
                    <a:pt x="241955" y="88422"/>
                  </a:lnTo>
                  <a:lnTo>
                    <a:pt x="252972" y="106414"/>
                  </a:lnTo>
                  <a:lnTo>
                    <a:pt x="269488" y="119408"/>
                  </a:lnTo>
                  <a:lnTo>
                    <a:pt x="289991" y="125907"/>
                  </a:lnTo>
                  <a:lnTo>
                    <a:pt x="289991" y="149656"/>
                  </a:lnTo>
                  <a:lnTo>
                    <a:pt x="304863" y="149656"/>
                  </a:lnTo>
                  <a:lnTo>
                    <a:pt x="304863" y="125907"/>
                  </a:lnTo>
                  <a:lnTo>
                    <a:pt x="325373" y="119408"/>
                  </a:lnTo>
                  <a:lnTo>
                    <a:pt x="325927" y="118973"/>
                  </a:lnTo>
                  <a:lnTo>
                    <a:pt x="296925" y="118973"/>
                  </a:lnTo>
                  <a:lnTo>
                    <a:pt x="290426" y="98470"/>
                  </a:lnTo>
                  <a:lnTo>
                    <a:pt x="277433" y="81954"/>
                  </a:lnTo>
                  <a:lnTo>
                    <a:pt x="259440" y="70937"/>
                  </a:lnTo>
                  <a:lnTo>
                    <a:pt x="237947" y="66928"/>
                  </a:lnTo>
                  <a:close/>
                </a:path>
                <a:path w="684529" h="275589">
                  <a:moveTo>
                    <a:pt x="356920" y="66928"/>
                  </a:moveTo>
                  <a:lnTo>
                    <a:pt x="335427" y="70937"/>
                  </a:lnTo>
                  <a:lnTo>
                    <a:pt x="317434" y="81954"/>
                  </a:lnTo>
                  <a:lnTo>
                    <a:pt x="304441" y="98470"/>
                  </a:lnTo>
                  <a:lnTo>
                    <a:pt x="297941" y="118973"/>
                  </a:lnTo>
                  <a:lnTo>
                    <a:pt x="325927" y="118973"/>
                  </a:lnTo>
                  <a:lnTo>
                    <a:pt x="341893" y="106414"/>
                  </a:lnTo>
                  <a:lnTo>
                    <a:pt x="352912" y="88422"/>
                  </a:lnTo>
                  <a:lnTo>
                    <a:pt x="356920" y="66928"/>
                  </a:lnTo>
                  <a:close/>
                </a:path>
                <a:path w="684529" h="275589">
                  <a:moveTo>
                    <a:pt x="162088" y="37185"/>
                  </a:moveTo>
                  <a:lnTo>
                    <a:pt x="126403" y="37185"/>
                  </a:lnTo>
                  <a:lnTo>
                    <a:pt x="126403" y="52057"/>
                  </a:lnTo>
                  <a:lnTo>
                    <a:pt x="163588" y="52057"/>
                  </a:lnTo>
                  <a:lnTo>
                    <a:pt x="163588" y="44615"/>
                  </a:lnTo>
                  <a:lnTo>
                    <a:pt x="162088" y="37185"/>
                  </a:lnTo>
                  <a:close/>
                </a:path>
              </a:pathLst>
            </a:custGeom>
            <a:solidFill>
              <a:srgbClr val="292929"/>
            </a:solidFill>
          </p:spPr>
          <p:txBody>
            <a:bodyPr wrap="square" lIns="0" tIns="0" rIns="0" bIns="0" rtlCol="0"/>
            <a:lstStyle/>
            <a:p>
              <a:endParaRPr/>
            </a:p>
          </p:txBody>
        </p:sp>
      </p:grpSp>
      <p:grpSp>
        <p:nvGrpSpPr>
          <p:cNvPr id="30" name="object 30"/>
          <p:cNvGrpSpPr/>
          <p:nvPr/>
        </p:nvGrpSpPr>
        <p:grpSpPr>
          <a:xfrm>
            <a:off x="4619922" y="3613467"/>
            <a:ext cx="1064260" cy="4171950"/>
            <a:chOff x="4619922" y="3613467"/>
            <a:chExt cx="1064260" cy="4171950"/>
          </a:xfrm>
        </p:grpSpPr>
        <p:sp>
          <p:nvSpPr>
            <p:cNvPr id="31" name="object 31"/>
            <p:cNvSpPr/>
            <p:nvPr/>
          </p:nvSpPr>
          <p:spPr>
            <a:xfrm>
              <a:off x="5137692" y="3613467"/>
              <a:ext cx="0" cy="4171950"/>
            </a:xfrm>
            <a:custGeom>
              <a:avLst/>
              <a:gdLst/>
              <a:ahLst/>
              <a:cxnLst/>
              <a:rect l="l" t="t" r="r" b="b"/>
              <a:pathLst>
                <a:path h="4171950">
                  <a:moveTo>
                    <a:pt x="0" y="0"/>
                  </a:moveTo>
                  <a:lnTo>
                    <a:pt x="0" y="4171353"/>
                  </a:lnTo>
                </a:path>
              </a:pathLst>
            </a:custGeom>
            <a:ln w="28575">
              <a:solidFill>
                <a:srgbClr val="27DDDF"/>
              </a:solidFill>
            </a:ln>
          </p:spPr>
          <p:txBody>
            <a:bodyPr wrap="square" lIns="0" tIns="0" rIns="0" bIns="0" rtlCol="0"/>
            <a:lstStyle/>
            <a:p>
              <a:endParaRPr/>
            </a:p>
          </p:txBody>
        </p:sp>
        <p:sp>
          <p:nvSpPr>
            <p:cNvPr id="32" name="object 32"/>
            <p:cNvSpPr/>
            <p:nvPr/>
          </p:nvSpPr>
          <p:spPr>
            <a:xfrm>
              <a:off x="4619922" y="3877453"/>
              <a:ext cx="1064260" cy="1064260"/>
            </a:xfrm>
            <a:custGeom>
              <a:avLst/>
              <a:gdLst/>
              <a:ahLst/>
              <a:cxnLst/>
              <a:rect l="l" t="t" r="r" b="b"/>
              <a:pathLst>
                <a:path w="1064260" h="1064260">
                  <a:moveTo>
                    <a:pt x="532079" y="0"/>
                  </a:moveTo>
                  <a:lnTo>
                    <a:pt x="483650" y="2174"/>
                  </a:lnTo>
                  <a:lnTo>
                    <a:pt x="436439" y="8572"/>
                  </a:lnTo>
                  <a:lnTo>
                    <a:pt x="390633" y="19005"/>
                  </a:lnTo>
                  <a:lnTo>
                    <a:pt x="346422" y="33287"/>
                  </a:lnTo>
                  <a:lnTo>
                    <a:pt x="303992" y="51229"/>
                  </a:lnTo>
                  <a:lnTo>
                    <a:pt x="263531" y="72643"/>
                  </a:lnTo>
                  <a:lnTo>
                    <a:pt x="225228" y="97341"/>
                  </a:lnTo>
                  <a:lnTo>
                    <a:pt x="189270" y="125136"/>
                  </a:lnTo>
                  <a:lnTo>
                    <a:pt x="155844" y="155840"/>
                  </a:lnTo>
                  <a:lnTo>
                    <a:pt x="125140" y="189264"/>
                  </a:lnTo>
                  <a:lnTo>
                    <a:pt x="97344" y="225222"/>
                  </a:lnTo>
                  <a:lnTo>
                    <a:pt x="72645" y="263525"/>
                  </a:lnTo>
                  <a:lnTo>
                    <a:pt x="51231" y="303986"/>
                  </a:lnTo>
                  <a:lnTo>
                    <a:pt x="33288" y="346417"/>
                  </a:lnTo>
                  <a:lnTo>
                    <a:pt x="19006" y="390629"/>
                  </a:lnTo>
                  <a:lnTo>
                    <a:pt x="8572" y="436435"/>
                  </a:lnTo>
                  <a:lnTo>
                    <a:pt x="2174" y="483648"/>
                  </a:lnTo>
                  <a:lnTo>
                    <a:pt x="0" y="532079"/>
                  </a:lnTo>
                  <a:lnTo>
                    <a:pt x="2174" y="580510"/>
                  </a:lnTo>
                  <a:lnTo>
                    <a:pt x="8572" y="627723"/>
                  </a:lnTo>
                  <a:lnTo>
                    <a:pt x="19006" y="673529"/>
                  </a:lnTo>
                  <a:lnTo>
                    <a:pt x="33288" y="717742"/>
                  </a:lnTo>
                  <a:lnTo>
                    <a:pt x="51231" y="760174"/>
                  </a:lnTo>
                  <a:lnTo>
                    <a:pt x="72645" y="800635"/>
                  </a:lnTo>
                  <a:lnTo>
                    <a:pt x="97344" y="838939"/>
                  </a:lnTo>
                  <a:lnTo>
                    <a:pt x="125140" y="874898"/>
                  </a:lnTo>
                  <a:lnTo>
                    <a:pt x="155844" y="908324"/>
                  </a:lnTo>
                  <a:lnTo>
                    <a:pt x="189270" y="939029"/>
                  </a:lnTo>
                  <a:lnTo>
                    <a:pt x="225228" y="966825"/>
                  </a:lnTo>
                  <a:lnTo>
                    <a:pt x="263531" y="991524"/>
                  </a:lnTo>
                  <a:lnTo>
                    <a:pt x="303992" y="1012939"/>
                  </a:lnTo>
                  <a:lnTo>
                    <a:pt x="346422" y="1030881"/>
                  </a:lnTo>
                  <a:lnTo>
                    <a:pt x="390633" y="1045164"/>
                  </a:lnTo>
                  <a:lnTo>
                    <a:pt x="436439" y="1055598"/>
                  </a:lnTo>
                  <a:lnTo>
                    <a:pt x="483650" y="1061996"/>
                  </a:lnTo>
                  <a:lnTo>
                    <a:pt x="532079" y="1064171"/>
                  </a:lnTo>
                  <a:lnTo>
                    <a:pt x="580510" y="1061996"/>
                  </a:lnTo>
                  <a:lnTo>
                    <a:pt x="627723" y="1055598"/>
                  </a:lnTo>
                  <a:lnTo>
                    <a:pt x="673529" y="1045164"/>
                  </a:lnTo>
                  <a:lnTo>
                    <a:pt x="717742" y="1030881"/>
                  </a:lnTo>
                  <a:lnTo>
                    <a:pt x="760174" y="1012939"/>
                  </a:lnTo>
                  <a:lnTo>
                    <a:pt x="800635" y="991524"/>
                  </a:lnTo>
                  <a:lnTo>
                    <a:pt x="838939" y="966825"/>
                  </a:lnTo>
                  <a:lnTo>
                    <a:pt x="874898" y="939029"/>
                  </a:lnTo>
                  <a:lnTo>
                    <a:pt x="908324" y="908324"/>
                  </a:lnTo>
                  <a:lnTo>
                    <a:pt x="939029" y="874898"/>
                  </a:lnTo>
                  <a:lnTo>
                    <a:pt x="966825" y="838939"/>
                  </a:lnTo>
                  <a:lnTo>
                    <a:pt x="991524" y="800635"/>
                  </a:lnTo>
                  <a:lnTo>
                    <a:pt x="1012939" y="760174"/>
                  </a:lnTo>
                  <a:lnTo>
                    <a:pt x="1030881" y="717742"/>
                  </a:lnTo>
                  <a:lnTo>
                    <a:pt x="1045164" y="673529"/>
                  </a:lnTo>
                  <a:lnTo>
                    <a:pt x="1055598" y="627723"/>
                  </a:lnTo>
                  <a:lnTo>
                    <a:pt x="1061996" y="580510"/>
                  </a:lnTo>
                  <a:lnTo>
                    <a:pt x="1064171" y="532079"/>
                  </a:lnTo>
                  <a:lnTo>
                    <a:pt x="1061996" y="483648"/>
                  </a:lnTo>
                  <a:lnTo>
                    <a:pt x="1055598" y="436435"/>
                  </a:lnTo>
                  <a:lnTo>
                    <a:pt x="1045164" y="390629"/>
                  </a:lnTo>
                  <a:lnTo>
                    <a:pt x="1030881" y="346417"/>
                  </a:lnTo>
                  <a:lnTo>
                    <a:pt x="1012939" y="303986"/>
                  </a:lnTo>
                  <a:lnTo>
                    <a:pt x="991524" y="263525"/>
                  </a:lnTo>
                  <a:lnTo>
                    <a:pt x="966825" y="225222"/>
                  </a:lnTo>
                  <a:lnTo>
                    <a:pt x="939029" y="189264"/>
                  </a:lnTo>
                  <a:lnTo>
                    <a:pt x="908324" y="155840"/>
                  </a:lnTo>
                  <a:lnTo>
                    <a:pt x="874898" y="125136"/>
                  </a:lnTo>
                  <a:lnTo>
                    <a:pt x="838939" y="97341"/>
                  </a:lnTo>
                  <a:lnTo>
                    <a:pt x="800635" y="72643"/>
                  </a:lnTo>
                  <a:lnTo>
                    <a:pt x="760174" y="51229"/>
                  </a:lnTo>
                  <a:lnTo>
                    <a:pt x="717742" y="33287"/>
                  </a:lnTo>
                  <a:lnTo>
                    <a:pt x="673529" y="19005"/>
                  </a:lnTo>
                  <a:lnTo>
                    <a:pt x="627723" y="8572"/>
                  </a:lnTo>
                  <a:lnTo>
                    <a:pt x="580510" y="2174"/>
                  </a:lnTo>
                  <a:lnTo>
                    <a:pt x="532079" y="0"/>
                  </a:lnTo>
                  <a:close/>
                </a:path>
              </a:pathLst>
            </a:custGeom>
            <a:solidFill>
              <a:srgbClr val="FFFFFF"/>
            </a:solidFill>
          </p:spPr>
          <p:txBody>
            <a:bodyPr wrap="square" lIns="0" tIns="0" rIns="0" bIns="0" rtlCol="0"/>
            <a:lstStyle/>
            <a:p>
              <a:endParaRPr/>
            </a:p>
          </p:txBody>
        </p:sp>
        <p:sp>
          <p:nvSpPr>
            <p:cNvPr id="33" name="object 33"/>
            <p:cNvSpPr/>
            <p:nvPr/>
          </p:nvSpPr>
          <p:spPr>
            <a:xfrm>
              <a:off x="4834276" y="4100687"/>
              <a:ext cx="281940" cy="617855"/>
            </a:xfrm>
            <a:custGeom>
              <a:avLst/>
              <a:gdLst/>
              <a:ahLst/>
              <a:cxnLst/>
              <a:rect l="l" t="t" r="r" b="b"/>
              <a:pathLst>
                <a:path w="281939" h="617854">
                  <a:moveTo>
                    <a:pt x="281368" y="0"/>
                  </a:moveTo>
                  <a:lnTo>
                    <a:pt x="203269" y="6196"/>
                  </a:lnTo>
                  <a:lnTo>
                    <a:pt x="161066" y="18582"/>
                  </a:lnTo>
                  <a:lnTo>
                    <a:pt x="122330" y="37104"/>
                  </a:lnTo>
                  <a:lnTo>
                    <a:pt x="87726" y="61378"/>
                  </a:lnTo>
                  <a:lnTo>
                    <a:pt x="57920" y="91020"/>
                  </a:lnTo>
                  <a:lnTo>
                    <a:pt x="33579" y="125645"/>
                  </a:lnTo>
                  <a:lnTo>
                    <a:pt x="15368" y="164868"/>
                  </a:lnTo>
                  <a:lnTo>
                    <a:pt x="3953" y="208307"/>
                  </a:lnTo>
                  <a:lnTo>
                    <a:pt x="0" y="255576"/>
                  </a:lnTo>
                  <a:lnTo>
                    <a:pt x="3210" y="301052"/>
                  </a:lnTo>
                  <a:lnTo>
                    <a:pt x="12520" y="348234"/>
                  </a:lnTo>
                  <a:lnTo>
                    <a:pt x="27441" y="395704"/>
                  </a:lnTo>
                  <a:lnTo>
                    <a:pt x="47491" y="442043"/>
                  </a:lnTo>
                  <a:lnTo>
                    <a:pt x="72182" y="485833"/>
                  </a:lnTo>
                  <a:lnTo>
                    <a:pt x="101029" y="525657"/>
                  </a:lnTo>
                  <a:lnTo>
                    <a:pt x="133547" y="560095"/>
                  </a:lnTo>
                  <a:lnTo>
                    <a:pt x="169250" y="587730"/>
                  </a:lnTo>
                  <a:lnTo>
                    <a:pt x="207654" y="607143"/>
                  </a:lnTo>
                  <a:lnTo>
                    <a:pt x="248272" y="616916"/>
                  </a:lnTo>
                  <a:lnTo>
                    <a:pt x="277934" y="617805"/>
                  </a:lnTo>
                  <a:lnTo>
                    <a:pt x="281368" y="617805"/>
                  </a:lnTo>
                  <a:lnTo>
                    <a:pt x="281368" y="474359"/>
                  </a:lnTo>
                  <a:lnTo>
                    <a:pt x="182067" y="474359"/>
                  </a:lnTo>
                  <a:lnTo>
                    <a:pt x="182067" y="452286"/>
                  </a:lnTo>
                  <a:lnTo>
                    <a:pt x="281368" y="452286"/>
                  </a:lnTo>
                  <a:lnTo>
                    <a:pt x="281368" y="253671"/>
                  </a:lnTo>
                  <a:lnTo>
                    <a:pt x="148958" y="253671"/>
                  </a:lnTo>
                  <a:lnTo>
                    <a:pt x="118892" y="246775"/>
                  </a:lnTo>
                  <a:lnTo>
                    <a:pt x="94340" y="231605"/>
                  </a:lnTo>
                  <a:lnTo>
                    <a:pt x="77786" y="216434"/>
                  </a:lnTo>
                  <a:lnTo>
                    <a:pt x="71716" y="209538"/>
                  </a:lnTo>
                  <a:lnTo>
                    <a:pt x="92376" y="184024"/>
                  </a:lnTo>
                  <a:lnTo>
                    <a:pt x="107308" y="170922"/>
                  </a:lnTo>
                  <a:lnTo>
                    <a:pt x="123755" y="166095"/>
                  </a:lnTo>
                  <a:lnTo>
                    <a:pt x="148958" y="165406"/>
                  </a:lnTo>
                  <a:lnTo>
                    <a:pt x="281368" y="165406"/>
                  </a:lnTo>
                  <a:lnTo>
                    <a:pt x="281368" y="0"/>
                  </a:lnTo>
                  <a:close/>
                </a:path>
                <a:path w="281939" h="617854">
                  <a:moveTo>
                    <a:pt x="281368" y="165406"/>
                  </a:moveTo>
                  <a:lnTo>
                    <a:pt x="148958" y="165406"/>
                  </a:lnTo>
                  <a:lnTo>
                    <a:pt x="179024" y="172302"/>
                  </a:lnTo>
                  <a:lnTo>
                    <a:pt x="203576" y="187472"/>
                  </a:lnTo>
                  <a:lnTo>
                    <a:pt x="220129" y="202643"/>
                  </a:lnTo>
                  <a:lnTo>
                    <a:pt x="226199" y="209538"/>
                  </a:lnTo>
                  <a:lnTo>
                    <a:pt x="205540" y="235052"/>
                  </a:lnTo>
                  <a:lnTo>
                    <a:pt x="190607" y="248154"/>
                  </a:lnTo>
                  <a:lnTo>
                    <a:pt x="174161" y="252981"/>
                  </a:lnTo>
                  <a:lnTo>
                    <a:pt x="148958" y="253671"/>
                  </a:lnTo>
                  <a:lnTo>
                    <a:pt x="281368" y="253671"/>
                  </a:lnTo>
                  <a:lnTo>
                    <a:pt x="281368" y="165406"/>
                  </a:lnTo>
                  <a:close/>
                </a:path>
              </a:pathLst>
            </a:custGeom>
            <a:solidFill>
              <a:srgbClr val="292929"/>
            </a:solidFill>
          </p:spPr>
          <p:txBody>
            <a:bodyPr wrap="square" lIns="0" tIns="0" rIns="0" bIns="0" rtlCol="0"/>
            <a:lstStyle/>
            <a:p>
              <a:endParaRPr/>
            </a:p>
          </p:txBody>
        </p:sp>
        <p:pic>
          <p:nvPicPr>
            <p:cNvPr id="34" name="object 34"/>
            <p:cNvPicPr/>
            <p:nvPr/>
          </p:nvPicPr>
          <p:blipFill>
            <a:blip r:embed="rId9" cstate="print"/>
            <a:stretch>
              <a:fillRect/>
            </a:stretch>
          </p:blipFill>
          <p:spPr>
            <a:xfrm>
              <a:off x="4950136" y="4277116"/>
              <a:ext cx="66205" cy="66217"/>
            </a:xfrm>
            <a:prstGeom prst="rect">
              <a:avLst/>
            </a:prstGeom>
          </p:spPr>
        </p:pic>
        <p:pic>
          <p:nvPicPr>
            <p:cNvPr id="35" name="object 35"/>
            <p:cNvPicPr/>
            <p:nvPr/>
          </p:nvPicPr>
          <p:blipFill>
            <a:blip r:embed="rId10" cstate="print"/>
            <a:stretch>
              <a:fillRect/>
            </a:stretch>
          </p:blipFill>
          <p:spPr>
            <a:xfrm>
              <a:off x="4795653" y="4067468"/>
              <a:ext cx="88277" cy="88277"/>
            </a:xfrm>
            <a:prstGeom prst="rect">
              <a:avLst/>
            </a:prstGeom>
          </p:spPr>
        </p:pic>
        <p:pic>
          <p:nvPicPr>
            <p:cNvPr id="36" name="object 36"/>
            <p:cNvPicPr/>
            <p:nvPr/>
          </p:nvPicPr>
          <p:blipFill>
            <a:blip r:embed="rId11" cstate="print"/>
            <a:stretch>
              <a:fillRect/>
            </a:stretch>
          </p:blipFill>
          <p:spPr>
            <a:xfrm>
              <a:off x="5391504" y="4663320"/>
              <a:ext cx="88277" cy="88277"/>
            </a:xfrm>
            <a:prstGeom prst="rect">
              <a:avLst/>
            </a:prstGeom>
          </p:spPr>
        </p:pic>
        <p:pic>
          <p:nvPicPr>
            <p:cNvPr id="37" name="object 37"/>
            <p:cNvPicPr/>
            <p:nvPr/>
          </p:nvPicPr>
          <p:blipFill>
            <a:blip r:embed="rId12" cstate="print"/>
            <a:stretch>
              <a:fillRect/>
            </a:stretch>
          </p:blipFill>
          <p:spPr>
            <a:xfrm>
              <a:off x="5391503" y="4067472"/>
              <a:ext cx="88277" cy="88277"/>
            </a:xfrm>
            <a:prstGeom prst="rect">
              <a:avLst/>
            </a:prstGeom>
          </p:spPr>
        </p:pic>
        <p:pic>
          <p:nvPicPr>
            <p:cNvPr id="38" name="object 38"/>
            <p:cNvPicPr/>
            <p:nvPr/>
          </p:nvPicPr>
          <p:blipFill>
            <a:blip r:embed="rId13" cstate="print"/>
            <a:stretch>
              <a:fillRect/>
            </a:stretch>
          </p:blipFill>
          <p:spPr>
            <a:xfrm>
              <a:off x="4795653" y="4663320"/>
              <a:ext cx="88277" cy="88277"/>
            </a:xfrm>
            <a:prstGeom prst="rect">
              <a:avLst/>
            </a:prstGeom>
          </p:spPr>
        </p:pic>
        <p:sp>
          <p:nvSpPr>
            <p:cNvPr id="39" name="object 39"/>
            <p:cNvSpPr/>
            <p:nvPr/>
          </p:nvSpPr>
          <p:spPr>
            <a:xfrm>
              <a:off x="5132205" y="4070235"/>
              <a:ext cx="314960" cy="678815"/>
            </a:xfrm>
            <a:custGeom>
              <a:avLst/>
              <a:gdLst/>
              <a:ahLst/>
              <a:cxnLst/>
              <a:rect l="l" t="t" r="r" b="b"/>
              <a:pathLst>
                <a:path w="314960" h="678814">
                  <a:moveTo>
                    <a:pt x="32689" y="0"/>
                  </a:moveTo>
                  <a:lnTo>
                    <a:pt x="21483" y="1215"/>
                  </a:lnTo>
                  <a:lnTo>
                    <a:pt x="11779" y="6229"/>
                  </a:lnTo>
                  <a:lnTo>
                    <a:pt x="4475" y="14348"/>
                  </a:lnTo>
                  <a:lnTo>
                    <a:pt x="469" y="24879"/>
                  </a:lnTo>
                  <a:lnTo>
                    <a:pt x="576" y="36153"/>
                  </a:lnTo>
                  <a:lnTo>
                    <a:pt x="4611" y="46305"/>
                  </a:lnTo>
                  <a:lnTo>
                    <a:pt x="11973" y="54374"/>
                  </a:lnTo>
                  <a:lnTo>
                    <a:pt x="22059" y="59397"/>
                  </a:lnTo>
                  <a:lnTo>
                    <a:pt x="22059" y="310248"/>
                  </a:lnTo>
                  <a:lnTo>
                    <a:pt x="13110" y="314415"/>
                  </a:lnTo>
                  <a:lnTo>
                    <a:pt x="6138" y="321056"/>
                  </a:lnTo>
                  <a:lnTo>
                    <a:pt x="1612" y="329554"/>
                  </a:lnTo>
                  <a:lnTo>
                    <a:pt x="0" y="339293"/>
                  </a:lnTo>
                  <a:lnTo>
                    <a:pt x="1486" y="348272"/>
                  </a:lnTo>
                  <a:lnTo>
                    <a:pt x="1612" y="349034"/>
                  </a:lnTo>
                  <a:lnTo>
                    <a:pt x="6138" y="357536"/>
                  </a:lnTo>
                  <a:lnTo>
                    <a:pt x="13110" y="364182"/>
                  </a:lnTo>
                  <a:lnTo>
                    <a:pt x="22059" y="368350"/>
                  </a:lnTo>
                  <a:lnTo>
                    <a:pt x="22059" y="619201"/>
                  </a:lnTo>
                  <a:lnTo>
                    <a:pt x="12342" y="623977"/>
                  </a:lnTo>
                  <a:lnTo>
                    <a:pt x="5105" y="631610"/>
                  </a:lnTo>
                  <a:lnTo>
                    <a:pt x="907" y="641255"/>
                  </a:lnTo>
                  <a:lnTo>
                    <a:pt x="304" y="652068"/>
                  </a:lnTo>
                  <a:lnTo>
                    <a:pt x="3537" y="662404"/>
                  </a:lnTo>
                  <a:lnTo>
                    <a:pt x="9974" y="670723"/>
                  </a:lnTo>
                  <a:lnTo>
                    <a:pt x="18866" y="676345"/>
                  </a:lnTo>
                  <a:lnTo>
                    <a:pt x="29464" y="678586"/>
                  </a:lnTo>
                  <a:lnTo>
                    <a:pt x="40167" y="676968"/>
                  </a:lnTo>
                  <a:lnTo>
                    <a:pt x="49369" y="671876"/>
                  </a:lnTo>
                  <a:lnTo>
                    <a:pt x="56283" y="663947"/>
                  </a:lnTo>
                  <a:lnTo>
                    <a:pt x="60121" y="653821"/>
                  </a:lnTo>
                  <a:lnTo>
                    <a:pt x="97923" y="636435"/>
                  </a:lnTo>
                  <a:lnTo>
                    <a:pt x="58293" y="636435"/>
                  </a:lnTo>
                  <a:lnTo>
                    <a:pt x="56667" y="632675"/>
                  </a:lnTo>
                  <a:lnTo>
                    <a:pt x="54317" y="629285"/>
                  </a:lnTo>
                  <a:lnTo>
                    <a:pt x="51358" y="626452"/>
                  </a:lnTo>
                  <a:lnTo>
                    <a:pt x="57364" y="615188"/>
                  </a:lnTo>
                  <a:lnTo>
                    <a:pt x="38620" y="615188"/>
                  </a:lnTo>
                  <a:lnTo>
                    <a:pt x="38620" y="368477"/>
                  </a:lnTo>
                  <a:lnTo>
                    <a:pt x="58047" y="368477"/>
                  </a:lnTo>
                  <a:lnTo>
                    <a:pt x="52654" y="359702"/>
                  </a:lnTo>
                  <a:lnTo>
                    <a:pt x="56794" y="355168"/>
                  </a:lnTo>
                  <a:lnTo>
                    <a:pt x="59448" y="349491"/>
                  </a:lnTo>
                  <a:lnTo>
                    <a:pt x="60244" y="343623"/>
                  </a:lnTo>
                  <a:lnTo>
                    <a:pt x="60274" y="343408"/>
                  </a:lnTo>
                  <a:lnTo>
                    <a:pt x="156844" y="329554"/>
                  </a:lnTo>
                  <a:lnTo>
                    <a:pt x="212159" y="329554"/>
                  </a:lnTo>
                  <a:lnTo>
                    <a:pt x="213191" y="327012"/>
                  </a:lnTo>
                  <a:lnTo>
                    <a:pt x="58026" y="327012"/>
                  </a:lnTo>
                  <a:lnTo>
                    <a:pt x="56070" y="322668"/>
                  </a:lnTo>
                  <a:lnTo>
                    <a:pt x="53111" y="318858"/>
                  </a:lnTo>
                  <a:lnTo>
                    <a:pt x="49390" y="315874"/>
                  </a:lnTo>
                  <a:lnTo>
                    <a:pt x="56614" y="299008"/>
                  </a:lnTo>
                  <a:lnTo>
                    <a:pt x="38620" y="299008"/>
                  </a:lnTo>
                  <a:lnTo>
                    <a:pt x="38620" y="65786"/>
                  </a:lnTo>
                  <a:lnTo>
                    <a:pt x="56484" y="65786"/>
                  </a:lnTo>
                  <a:lnTo>
                    <a:pt x="51028" y="52412"/>
                  </a:lnTo>
                  <a:lnTo>
                    <a:pt x="53098" y="50406"/>
                  </a:lnTo>
                  <a:lnTo>
                    <a:pt x="54848" y="48156"/>
                  </a:lnTo>
                  <a:lnTo>
                    <a:pt x="56311" y="45618"/>
                  </a:lnTo>
                  <a:lnTo>
                    <a:pt x="122477" y="45618"/>
                  </a:lnTo>
                  <a:lnTo>
                    <a:pt x="60617" y="29629"/>
                  </a:lnTo>
                  <a:lnTo>
                    <a:pt x="58303" y="18598"/>
                  </a:lnTo>
                  <a:lnTo>
                    <a:pt x="52358" y="9432"/>
                  </a:lnTo>
                  <a:lnTo>
                    <a:pt x="43561" y="2957"/>
                  </a:lnTo>
                  <a:lnTo>
                    <a:pt x="32689" y="0"/>
                  </a:lnTo>
                  <a:close/>
                </a:path>
                <a:path w="314960" h="678814">
                  <a:moveTo>
                    <a:pt x="156695" y="509130"/>
                  </a:moveTo>
                  <a:lnTo>
                    <a:pt x="133299" y="509130"/>
                  </a:lnTo>
                  <a:lnTo>
                    <a:pt x="180492" y="556323"/>
                  </a:lnTo>
                  <a:lnTo>
                    <a:pt x="177874" y="562246"/>
                  </a:lnTo>
                  <a:lnTo>
                    <a:pt x="176642" y="568523"/>
                  </a:lnTo>
                  <a:lnTo>
                    <a:pt x="176767" y="573068"/>
                  </a:lnTo>
                  <a:lnTo>
                    <a:pt x="176818" y="574916"/>
                  </a:lnTo>
                  <a:lnTo>
                    <a:pt x="178422" y="581190"/>
                  </a:lnTo>
                  <a:lnTo>
                    <a:pt x="58293" y="636435"/>
                  </a:lnTo>
                  <a:lnTo>
                    <a:pt x="97923" y="636435"/>
                  </a:lnTo>
                  <a:lnTo>
                    <a:pt x="188328" y="594855"/>
                  </a:lnTo>
                  <a:lnTo>
                    <a:pt x="225381" y="594855"/>
                  </a:lnTo>
                  <a:lnTo>
                    <a:pt x="230628" y="589984"/>
                  </a:lnTo>
                  <a:lnTo>
                    <a:pt x="235191" y="582028"/>
                  </a:lnTo>
                  <a:lnTo>
                    <a:pt x="237167" y="573068"/>
                  </a:lnTo>
                  <a:lnTo>
                    <a:pt x="236408" y="564119"/>
                  </a:lnTo>
                  <a:lnTo>
                    <a:pt x="233057" y="555787"/>
                  </a:lnTo>
                  <a:lnTo>
                    <a:pt x="227253" y="548678"/>
                  </a:lnTo>
                  <a:lnTo>
                    <a:pt x="229283" y="544626"/>
                  </a:lnTo>
                  <a:lnTo>
                    <a:pt x="192201" y="544626"/>
                  </a:lnTo>
                  <a:lnTo>
                    <a:pt x="156695" y="509130"/>
                  </a:lnTo>
                  <a:close/>
                </a:path>
                <a:path w="314960" h="678814">
                  <a:moveTo>
                    <a:pt x="58047" y="368477"/>
                  </a:moveTo>
                  <a:lnTo>
                    <a:pt x="38620" y="368477"/>
                  </a:lnTo>
                  <a:lnTo>
                    <a:pt x="96304" y="462343"/>
                  </a:lnTo>
                  <a:lnTo>
                    <a:pt x="90105" y="472421"/>
                  </a:lnTo>
                  <a:lnTo>
                    <a:pt x="88284" y="483706"/>
                  </a:lnTo>
                  <a:lnTo>
                    <a:pt x="90796" y="494860"/>
                  </a:lnTo>
                  <a:lnTo>
                    <a:pt x="97599" y="504545"/>
                  </a:lnTo>
                  <a:lnTo>
                    <a:pt x="38620" y="615188"/>
                  </a:lnTo>
                  <a:lnTo>
                    <a:pt x="57364" y="615188"/>
                  </a:lnTo>
                  <a:lnTo>
                    <a:pt x="112179" y="512368"/>
                  </a:lnTo>
                  <a:lnTo>
                    <a:pt x="127731" y="512368"/>
                  </a:lnTo>
                  <a:lnTo>
                    <a:pt x="133299" y="509130"/>
                  </a:lnTo>
                  <a:lnTo>
                    <a:pt x="156695" y="509130"/>
                  </a:lnTo>
                  <a:lnTo>
                    <a:pt x="144995" y="497433"/>
                  </a:lnTo>
                  <a:lnTo>
                    <a:pt x="147561" y="492950"/>
                  </a:lnTo>
                  <a:lnTo>
                    <a:pt x="148920" y="487895"/>
                  </a:lnTo>
                  <a:lnTo>
                    <a:pt x="148805" y="480669"/>
                  </a:lnTo>
                  <a:lnTo>
                    <a:pt x="148640" y="479640"/>
                  </a:lnTo>
                  <a:lnTo>
                    <a:pt x="187062" y="464273"/>
                  </a:lnTo>
                  <a:lnTo>
                    <a:pt x="142519" y="464273"/>
                  </a:lnTo>
                  <a:lnTo>
                    <a:pt x="141023" y="462343"/>
                  </a:lnTo>
                  <a:lnTo>
                    <a:pt x="139115" y="460413"/>
                  </a:lnTo>
                  <a:lnTo>
                    <a:pt x="137083" y="458838"/>
                  </a:lnTo>
                  <a:lnTo>
                    <a:pt x="139151" y="453669"/>
                  </a:lnTo>
                  <a:lnTo>
                    <a:pt x="110401" y="453669"/>
                  </a:lnTo>
                  <a:lnTo>
                    <a:pt x="58047" y="368477"/>
                  </a:lnTo>
                  <a:close/>
                </a:path>
                <a:path w="314960" h="678814">
                  <a:moveTo>
                    <a:pt x="225381" y="594855"/>
                  </a:moveTo>
                  <a:lnTo>
                    <a:pt x="188328" y="594855"/>
                  </a:lnTo>
                  <a:lnTo>
                    <a:pt x="193611" y="599046"/>
                  </a:lnTo>
                  <a:lnTo>
                    <a:pt x="200224" y="601357"/>
                  </a:lnTo>
                  <a:lnTo>
                    <a:pt x="206883" y="601357"/>
                  </a:lnTo>
                  <a:lnTo>
                    <a:pt x="215960" y="600001"/>
                  </a:lnTo>
                  <a:lnTo>
                    <a:pt x="224047" y="596093"/>
                  </a:lnTo>
                  <a:lnTo>
                    <a:pt x="225381" y="594855"/>
                  </a:lnTo>
                  <a:close/>
                </a:path>
                <a:path w="314960" h="678814">
                  <a:moveTo>
                    <a:pt x="208887" y="540702"/>
                  </a:moveTo>
                  <a:lnTo>
                    <a:pt x="201726" y="540702"/>
                  </a:lnTo>
                  <a:lnTo>
                    <a:pt x="196672" y="542074"/>
                  </a:lnTo>
                  <a:lnTo>
                    <a:pt x="192201" y="544626"/>
                  </a:lnTo>
                  <a:lnTo>
                    <a:pt x="229283" y="544626"/>
                  </a:lnTo>
                  <a:lnTo>
                    <a:pt x="230982" y="541235"/>
                  </a:lnTo>
                  <a:lnTo>
                    <a:pt x="212483" y="541235"/>
                  </a:lnTo>
                  <a:lnTo>
                    <a:pt x="210629" y="540880"/>
                  </a:lnTo>
                  <a:lnTo>
                    <a:pt x="208887" y="540702"/>
                  </a:lnTo>
                  <a:close/>
                </a:path>
                <a:path w="314960" h="678814">
                  <a:moveTo>
                    <a:pt x="307977" y="435013"/>
                  </a:moveTo>
                  <a:lnTo>
                    <a:pt x="260223" y="435013"/>
                  </a:lnTo>
                  <a:lnTo>
                    <a:pt x="261289" y="436397"/>
                  </a:lnTo>
                  <a:lnTo>
                    <a:pt x="262470" y="437692"/>
                  </a:lnTo>
                  <a:lnTo>
                    <a:pt x="263753" y="438873"/>
                  </a:lnTo>
                  <a:lnTo>
                    <a:pt x="212483" y="541235"/>
                  </a:lnTo>
                  <a:lnTo>
                    <a:pt x="230982" y="541235"/>
                  </a:lnTo>
                  <a:lnTo>
                    <a:pt x="278536" y="446316"/>
                  </a:lnTo>
                  <a:lnTo>
                    <a:pt x="290083" y="446316"/>
                  </a:lnTo>
                  <a:lnTo>
                    <a:pt x="300672" y="441988"/>
                  </a:lnTo>
                  <a:lnTo>
                    <a:pt x="307977" y="435013"/>
                  </a:lnTo>
                  <a:close/>
                </a:path>
                <a:path w="314960" h="678814">
                  <a:moveTo>
                    <a:pt x="127731" y="512368"/>
                  </a:moveTo>
                  <a:lnTo>
                    <a:pt x="112179" y="512368"/>
                  </a:lnTo>
                  <a:lnTo>
                    <a:pt x="119367" y="513994"/>
                  </a:lnTo>
                  <a:lnTo>
                    <a:pt x="126923" y="512838"/>
                  </a:lnTo>
                  <a:lnTo>
                    <a:pt x="127731" y="512368"/>
                  </a:lnTo>
                  <a:close/>
                </a:path>
                <a:path w="314960" h="678814">
                  <a:moveTo>
                    <a:pt x="222912" y="343623"/>
                  </a:moveTo>
                  <a:lnTo>
                    <a:pt x="199504" y="343623"/>
                  </a:lnTo>
                  <a:lnTo>
                    <a:pt x="257733" y="401853"/>
                  </a:lnTo>
                  <a:lnTo>
                    <a:pt x="255181" y="406323"/>
                  </a:lnTo>
                  <a:lnTo>
                    <a:pt x="253809" y="411378"/>
                  </a:lnTo>
                  <a:lnTo>
                    <a:pt x="253811" y="411873"/>
                  </a:lnTo>
                  <a:lnTo>
                    <a:pt x="253936" y="418617"/>
                  </a:lnTo>
                  <a:lnTo>
                    <a:pt x="254101" y="419646"/>
                  </a:lnTo>
                  <a:lnTo>
                    <a:pt x="142519" y="464273"/>
                  </a:lnTo>
                  <a:lnTo>
                    <a:pt x="187062" y="464273"/>
                  </a:lnTo>
                  <a:lnTo>
                    <a:pt x="260223" y="435013"/>
                  </a:lnTo>
                  <a:lnTo>
                    <a:pt x="307977" y="435013"/>
                  </a:lnTo>
                  <a:lnTo>
                    <a:pt x="308843" y="434186"/>
                  </a:lnTo>
                  <a:lnTo>
                    <a:pt x="313664" y="423545"/>
                  </a:lnTo>
                  <a:lnTo>
                    <a:pt x="314100" y="411873"/>
                  </a:lnTo>
                  <a:lnTo>
                    <a:pt x="310273" y="401245"/>
                  </a:lnTo>
                  <a:lnTo>
                    <a:pt x="302827" y="392753"/>
                  </a:lnTo>
                  <a:lnTo>
                    <a:pt x="297660" y="390144"/>
                  </a:lnTo>
                  <a:lnTo>
                    <a:pt x="269443" y="390144"/>
                  </a:lnTo>
                  <a:lnTo>
                    <a:pt x="222912" y="343623"/>
                  </a:lnTo>
                  <a:close/>
                </a:path>
                <a:path w="314960" h="678814">
                  <a:moveTo>
                    <a:pt x="117932" y="452056"/>
                  </a:moveTo>
                  <a:lnTo>
                    <a:pt x="114033" y="452386"/>
                  </a:lnTo>
                  <a:lnTo>
                    <a:pt x="110401" y="453669"/>
                  </a:lnTo>
                  <a:lnTo>
                    <a:pt x="139151" y="453669"/>
                  </a:lnTo>
                  <a:lnTo>
                    <a:pt x="139532" y="452716"/>
                  </a:lnTo>
                  <a:lnTo>
                    <a:pt x="121716" y="452716"/>
                  </a:lnTo>
                  <a:lnTo>
                    <a:pt x="117932" y="452056"/>
                  </a:lnTo>
                  <a:close/>
                </a:path>
                <a:path w="314960" h="678814">
                  <a:moveTo>
                    <a:pt x="212159" y="329554"/>
                  </a:moveTo>
                  <a:lnTo>
                    <a:pt x="157142" y="329554"/>
                  </a:lnTo>
                  <a:lnTo>
                    <a:pt x="159194" y="334086"/>
                  </a:lnTo>
                  <a:lnTo>
                    <a:pt x="162356" y="338074"/>
                  </a:lnTo>
                  <a:lnTo>
                    <a:pt x="166344" y="341134"/>
                  </a:lnTo>
                  <a:lnTo>
                    <a:pt x="121716" y="452716"/>
                  </a:lnTo>
                  <a:lnTo>
                    <a:pt x="139532" y="452716"/>
                  </a:lnTo>
                  <a:lnTo>
                    <a:pt x="173223" y="368477"/>
                  </a:lnTo>
                  <a:lnTo>
                    <a:pt x="224358" y="368477"/>
                  </a:lnTo>
                  <a:lnTo>
                    <a:pt x="173274" y="368350"/>
                  </a:lnTo>
                  <a:lnTo>
                    <a:pt x="181711" y="347256"/>
                  </a:lnTo>
                  <a:lnTo>
                    <a:pt x="192854" y="347256"/>
                  </a:lnTo>
                  <a:lnTo>
                    <a:pt x="194221" y="346976"/>
                  </a:lnTo>
                  <a:lnTo>
                    <a:pt x="199504" y="343623"/>
                  </a:lnTo>
                  <a:lnTo>
                    <a:pt x="222912" y="343623"/>
                  </a:lnTo>
                  <a:lnTo>
                    <a:pt x="211201" y="331914"/>
                  </a:lnTo>
                  <a:lnTo>
                    <a:pt x="212159" y="329554"/>
                  </a:lnTo>
                  <a:close/>
                </a:path>
                <a:path w="314960" h="678814">
                  <a:moveTo>
                    <a:pt x="296987" y="234035"/>
                  </a:moveTo>
                  <a:lnTo>
                    <a:pt x="270840" y="234035"/>
                  </a:lnTo>
                  <a:lnTo>
                    <a:pt x="272453" y="234823"/>
                  </a:lnTo>
                  <a:lnTo>
                    <a:pt x="274129" y="235458"/>
                  </a:lnTo>
                  <a:lnTo>
                    <a:pt x="275856" y="235940"/>
                  </a:lnTo>
                  <a:lnTo>
                    <a:pt x="275856" y="368350"/>
                  </a:lnTo>
                  <a:lnTo>
                    <a:pt x="247645" y="368350"/>
                  </a:lnTo>
                  <a:lnTo>
                    <a:pt x="247772" y="368477"/>
                  </a:lnTo>
                  <a:lnTo>
                    <a:pt x="275856" y="368477"/>
                  </a:lnTo>
                  <a:lnTo>
                    <a:pt x="275856" y="387489"/>
                  </a:lnTo>
                  <a:lnTo>
                    <a:pt x="273621" y="388124"/>
                  </a:lnTo>
                  <a:lnTo>
                    <a:pt x="271462" y="389013"/>
                  </a:lnTo>
                  <a:lnTo>
                    <a:pt x="269443" y="390144"/>
                  </a:lnTo>
                  <a:lnTo>
                    <a:pt x="297660" y="390144"/>
                  </a:lnTo>
                  <a:lnTo>
                    <a:pt x="292404" y="387489"/>
                  </a:lnTo>
                  <a:lnTo>
                    <a:pt x="292404" y="235940"/>
                  </a:lnTo>
                  <a:lnTo>
                    <a:pt x="296987" y="234035"/>
                  </a:lnTo>
                  <a:close/>
                </a:path>
                <a:path w="314960" h="678814">
                  <a:moveTo>
                    <a:pt x="192854" y="347256"/>
                  </a:moveTo>
                  <a:lnTo>
                    <a:pt x="181711" y="347256"/>
                  </a:lnTo>
                  <a:lnTo>
                    <a:pt x="187883" y="348272"/>
                  </a:lnTo>
                  <a:lnTo>
                    <a:pt x="192854" y="347256"/>
                  </a:lnTo>
                  <a:close/>
                </a:path>
                <a:path w="314960" h="678814">
                  <a:moveTo>
                    <a:pt x="125639" y="213588"/>
                  </a:moveTo>
                  <a:lnTo>
                    <a:pt x="105740" y="213588"/>
                  </a:lnTo>
                  <a:lnTo>
                    <a:pt x="161836" y="297637"/>
                  </a:lnTo>
                  <a:lnTo>
                    <a:pt x="158076" y="302018"/>
                  </a:lnTo>
                  <a:lnTo>
                    <a:pt x="155663" y="307403"/>
                  </a:lnTo>
                  <a:lnTo>
                    <a:pt x="154889" y="313118"/>
                  </a:lnTo>
                  <a:lnTo>
                    <a:pt x="58026" y="327012"/>
                  </a:lnTo>
                  <a:lnTo>
                    <a:pt x="213191" y="327012"/>
                  </a:lnTo>
                  <a:lnTo>
                    <a:pt x="214267" y="324360"/>
                  </a:lnTo>
                  <a:lnTo>
                    <a:pt x="215152" y="316406"/>
                  </a:lnTo>
                  <a:lnTo>
                    <a:pt x="213867" y="308506"/>
                  </a:lnTo>
                  <a:lnTo>
                    <a:pt x="210426" y="301117"/>
                  </a:lnTo>
                  <a:lnTo>
                    <a:pt x="220365" y="290080"/>
                  </a:lnTo>
                  <a:lnTo>
                    <a:pt x="198094" y="290080"/>
                  </a:lnTo>
                  <a:lnTo>
                    <a:pt x="194988" y="288467"/>
                  </a:lnTo>
                  <a:lnTo>
                    <a:pt x="175615" y="288467"/>
                  </a:lnTo>
                  <a:lnTo>
                    <a:pt x="125639" y="213588"/>
                  </a:lnTo>
                  <a:close/>
                </a:path>
                <a:path w="314960" h="678814">
                  <a:moveTo>
                    <a:pt x="56484" y="65786"/>
                  </a:moveTo>
                  <a:lnTo>
                    <a:pt x="38620" y="65786"/>
                  </a:lnTo>
                  <a:lnTo>
                    <a:pt x="77584" y="161315"/>
                  </a:lnTo>
                  <a:lnTo>
                    <a:pt x="72780" y="166082"/>
                  </a:lnTo>
                  <a:lnTo>
                    <a:pt x="69208" y="171732"/>
                  </a:lnTo>
                  <a:lnTo>
                    <a:pt x="66979" y="178035"/>
                  </a:lnTo>
                  <a:lnTo>
                    <a:pt x="66205" y="184759"/>
                  </a:lnTo>
                  <a:lnTo>
                    <a:pt x="66953" y="191479"/>
                  </a:lnTo>
                  <a:lnTo>
                    <a:pt x="69159" y="197786"/>
                  </a:lnTo>
                  <a:lnTo>
                    <a:pt x="72711" y="203451"/>
                  </a:lnTo>
                  <a:lnTo>
                    <a:pt x="77495" y="208241"/>
                  </a:lnTo>
                  <a:lnTo>
                    <a:pt x="38620" y="299008"/>
                  </a:lnTo>
                  <a:lnTo>
                    <a:pt x="56614" y="299008"/>
                  </a:lnTo>
                  <a:lnTo>
                    <a:pt x="92697" y="214769"/>
                  </a:lnTo>
                  <a:lnTo>
                    <a:pt x="102625" y="214769"/>
                  </a:lnTo>
                  <a:lnTo>
                    <a:pt x="105740" y="213588"/>
                  </a:lnTo>
                  <a:lnTo>
                    <a:pt x="125639" y="213588"/>
                  </a:lnTo>
                  <a:lnTo>
                    <a:pt x="119519" y="204419"/>
                  </a:lnTo>
                  <a:lnTo>
                    <a:pt x="121615" y="202031"/>
                  </a:lnTo>
                  <a:lnTo>
                    <a:pt x="123317" y="199326"/>
                  </a:lnTo>
                  <a:lnTo>
                    <a:pt x="124561" y="196405"/>
                  </a:lnTo>
                  <a:lnTo>
                    <a:pt x="312732" y="196405"/>
                  </a:lnTo>
                  <a:lnTo>
                    <a:pt x="312267" y="195287"/>
                  </a:lnTo>
                  <a:lnTo>
                    <a:pt x="256108" y="195287"/>
                  </a:lnTo>
                  <a:lnTo>
                    <a:pt x="126403" y="180022"/>
                  </a:lnTo>
                  <a:lnTo>
                    <a:pt x="125831" y="176542"/>
                  </a:lnTo>
                  <a:lnTo>
                    <a:pt x="124663" y="173202"/>
                  </a:lnTo>
                  <a:lnTo>
                    <a:pt x="122936" y="170129"/>
                  </a:lnTo>
                  <a:lnTo>
                    <a:pt x="134632" y="158432"/>
                  </a:lnTo>
                  <a:lnTo>
                    <a:pt x="111226" y="158432"/>
                  </a:lnTo>
                  <a:lnTo>
                    <a:pt x="105740" y="155016"/>
                  </a:lnTo>
                  <a:lnTo>
                    <a:pt x="104888" y="154851"/>
                  </a:lnTo>
                  <a:lnTo>
                    <a:pt x="92824" y="154851"/>
                  </a:lnTo>
                  <a:lnTo>
                    <a:pt x="56484" y="65786"/>
                  </a:lnTo>
                  <a:close/>
                </a:path>
                <a:path w="314960" h="678814">
                  <a:moveTo>
                    <a:pt x="312732" y="196405"/>
                  </a:moveTo>
                  <a:lnTo>
                    <a:pt x="124561" y="196405"/>
                  </a:lnTo>
                  <a:lnTo>
                    <a:pt x="254266" y="211670"/>
                  </a:lnTo>
                  <a:lnTo>
                    <a:pt x="254717" y="214528"/>
                  </a:lnTo>
                  <a:lnTo>
                    <a:pt x="254817" y="215163"/>
                  </a:lnTo>
                  <a:lnTo>
                    <a:pt x="254901" y="215696"/>
                  </a:lnTo>
                  <a:lnTo>
                    <a:pt x="256349" y="219557"/>
                  </a:lnTo>
                  <a:lnTo>
                    <a:pt x="258508" y="222999"/>
                  </a:lnTo>
                  <a:lnTo>
                    <a:pt x="198094" y="290080"/>
                  </a:lnTo>
                  <a:lnTo>
                    <a:pt x="220365" y="290080"/>
                  </a:lnTo>
                  <a:lnTo>
                    <a:pt x="270840" y="234035"/>
                  </a:lnTo>
                  <a:lnTo>
                    <a:pt x="296987" y="234035"/>
                  </a:lnTo>
                  <a:lnTo>
                    <a:pt x="314802" y="206626"/>
                  </a:lnTo>
                  <a:lnTo>
                    <a:pt x="313816" y="199326"/>
                  </a:lnTo>
                  <a:lnTo>
                    <a:pt x="313753" y="198859"/>
                  </a:lnTo>
                  <a:lnTo>
                    <a:pt x="312732" y="196405"/>
                  </a:lnTo>
                  <a:close/>
                </a:path>
                <a:path w="314960" h="678814">
                  <a:moveTo>
                    <a:pt x="183019" y="285889"/>
                  </a:moveTo>
                  <a:lnTo>
                    <a:pt x="175615" y="288467"/>
                  </a:lnTo>
                  <a:lnTo>
                    <a:pt x="194988" y="288467"/>
                  </a:lnTo>
                  <a:lnTo>
                    <a:pt x="191147" y="286473"/>
                  </a:lnTo>
                  <a:lnTo>
                    <a:pt x="183019" y="285889"/>
                  </a:lnTo>
                  <a:close/>
                </a:path>
                <a:path w="314960" h="678814">
                  <a:moveTo>
                    <a:pt x="102625" y="214769"/>
                  </a:moveTo>
                  <a:lnTo>
                    <a:pt x="92697" y="214769"/>
                  </a:lnTo>
                  <a:lnTo>
                    <a:pt x="97066" y="215569"/>
                  </a:lnTo>
                  <a:lnTo>
                    <a:pt x="101587" y="215163"/>
                  </a:lnTo>
                  <a:lnTo>
                    <a:pt x="102625" y="214769"/>
                  </a:lnTo>
                  <a:close/>
                </a:path>
                <a:path w="314960" h="678814">
                  <a:moveTo>
                    <a:pt x="233558" y="103771"/>
                  </a:moveTo>
                  <a:lnTo>
                    <a:pt x="214388" y="103771"/>
                  </a:lnTo>
                  <a:lnTo>
                    <a:pt x="262293" y="185902"/>
                  </a:lnTo>
                  <a:lnTo>
                    <a:pt x="259664" y="188620"/>
                  </a:lnTo>
                  <a:lnTo>
                    <a:pt x="257784" y="191479"/>
                  </a:lnTo>
                  <a:lnTo>
                    <a:pt x="257691" y="191621"/>
                  </a:lnTo>
                  <a:lnTo>
                    <a:pt x="257568" y="191808"/>
                  </a:lnTo>
                  <a:lnTo>
                    <a:pt x="256108" y="195287"/>
                  </a:lnTo>
                  <a:lnTo>
                    <a:pt x="312267" y="195287"/>
                  </a:lnTo>
                  <a:lnTo>
                    <a:pt x="292453" y="177596"/>
                  </a:lnTo>
                  <a:lnTo>
                    <a:pt x="276618" y="177596"/>
                  </a:lnTo>
                  <a:lnTo>
                    <a:pt x="233558" y="103771"/>
                  </a:lnTo>
                  <a:close/>
                </a:path>
                <a:path w="314960" h="678814">
                  <a:moveTo>
                    <a:pt x="284612" y="176542"/>
                  </a:moveTo>
                  <a:lnTo>
                    <a:pt x="284413" y="176542"/>
                  </a:lnTo>
                  <a:lnTo>
                    <a:pt x="276618" y="177596"/>
                  </a:lnTo>
                  <a:lnTo>
                    <a:pt x="292826" y="177596"/>
                  </a:lnTo>
                  <a:lnTo>
                    <a:pt x="284612" y="176542"/>
                  </a:lnTo>
                  <a:close/>
                </a:path>
                <a:path w="314960" h="678814">
                  <a:moveTo>
                    <a:pt x="122477" y="45618"/>
                  </a:moveTo>
                  <a:lnTo>
                    <a:pt x="56311" y="45618"/>
                  </a:lnTo>
                  <a:lnTo>
                    <a:pt x="176860" y="76771"/>
                  </a:lnTo>
                  <a:lnTo>
                    <a:pt x="177121" y="80340"/>
                  </a:lnTo>
                  <a:lnTo>
                    <a:pt x="177177" y="81114"/>
                  </a:lnTo>
                  <a:lnTo>
                    <a:pt x="178409" y="85344"/>
                  </a:lnTo>
                  <a:lnTo>
                    <a:pt x="180492" y="89166"/>
                  </a:lnTo>
                  <a:lnTo>
                    <a:pt x="111226" y="158432"/>
                  </a:lnTo>
                  <a:lnTo>
                    <a:pt x="134632" y="158432"/>
                  </a:lnTo>
                  <a:lnTo>
                    <a:pt x="192201" y="100863"/>
                  </a:lnTo>
                  <a:lnTo>
                    <a:pt x="231862" y="100863"/>
                  </a:lnTo>
                  <a:lnTo>
                    <a:pt x="228714" y="95465"/>
                  </a:lnTo>
                  <a:lnTo>
                    <a:pt x="233820" y="88401"/>
                  </a:lnTo>
                  <a:lnTo>
                    <a:pt x="236667" y="80340"/>
                  </a:lnTo>
                  <a:lnTo>
                    <a:pt x="237147" y="71802"/>
                  </a:lnTo>
                  <a:lnTo>
                    <a:pt x="235153" y="63309"/>
                  </a:lnTo>
                  <a:lnTo>
                    <a:pt x="233556" y="60515"/>
                  </a:lnTo>
                  <a:lnTo>
                    <a:pt x="180111" y="60515"/>
                  </a:lnTo>
                  <a:lnTo>
                    <a:pt x="122477" y="45618"/>
                  </a:lnTo>
                  <a:close/>
                </a:path>
                <a:path w="314960" h="678814">
                  <a:moveTo>
                    <a:pt x="99187" y="153746"/>
                  </a:moveTo>
                  <a:lnTo>
                    <a:pt x="92824" y="154851"/>
                  </a:lnTo>
                  <a:lnTo>
                    <a:pt x="104888" y="154851"/>
                  </a:lnTo>
                  <a:lnTo>
                    <a:pt x="99187" y="153746"/>
                  </a:lnTo>
                  <a:close/>
                </a:path>
                <a:path w="314960" h="678814">
                  <a:moveTo>
                    <a:pt x="231862" y="100863"/>
                  </a:moveTo>
                  <a:lnTo>
                    <a:pt x="192201" y="100863"/>
                  </a:lnTo>
                  <a:lnTo>
                    <a:pt x="198894" y="104813"/>
                  </a:lnTo>
                  <a:lnTo>
                    <a:pt x="206908" y="105854"/>
                  </a:lnTo>
                  <a:lnTo>
                    <a:pt x="214388" y="103771"/>
                  </a:lnTo>
                  <a:lnTo>
                    <a:pt x="233558" y="103771"/>
                  </a:lnTo>
                  <a:lnTo>
                    <a:pt x="231862" y="100863"/>
                  </a:lnTo>
                  <a:close/>
                </a:path>
                <a:path w="314960" h="678814">
                  <a:moveTo>
                    <a:pt x="208534" y="44170"/>
                  </a:moveTo>
                  <a:lnTo>
                    <a:pt x="199854" y="44983"/>
                  </a:lnTo>
                  <a:lnTo>
                    <a:pt x="191917" y="48156"/>
                  </a:lnTo>
                  <a:lnTo>
                    <a:pt x="185182" y="53423"/>
                  </a:lnTo>
                  <a:lnTo>
                    <a:pt x="180111" y="60515"/>
                  </a:lnTo>
                  <a:lnTo>
                    <a:pt x="233556" y="60515"/>
                  </a:lnTo>
                  <a:lnTo>
                    <a:pt x="230829" y="55743"/>
                  </a:lnTo>
                  <a:lnTo>
                    <a:pt x="224663" y="49825"/>
                  </a:lnTo>
                  <a:lnTo>
                    <a:pt x="217086" y="45864"/>
                  </a:lnTo>
                  <a:lnTo>
                    <a:pt x="208534" y="44170"/>
                  </a:lnTo>
                  <a:close/>
                </a:path>
              </a:pathLst>
            </a:custGeom>
            <a:solidFill>
              <a:srgbClr val="292929"/>
            </a:solidFill>
          </p:spPr>
          <p:txBody>
            <a:bodyPr wrap="square" lIns="0" tIns="0" rIns="0" bIns="0" rtlCol="0"/>
            <a:lstStyle/>
            <a:p>
              <a:endParaRPr/>
            </a:p>
          </p:txBody>
        </p:sp>
      </p:grpSp>
      <p:grpSp>
        <p:nvGrpSpPr>
          <p:cNvPr id="40" name="object 40"/>
          <p:cNvGrpSpPr/>
          <p:nvPr/>
        </p:nvGrpSpPr>
        <p:grpSpPr>
          <a:xfrm>
            <a:off x="382339" y="3613467"/>
            <a:ext cx="1064260" cy="4171950"/>
            <a:chOff x="382339" y="3613467"/>
            <a:chExt cx="1064260" cy="4171950"/>
          </a:xfrm>
        </p:grpSpPr>
        <p:sp>
          <p:nvSpPr>
            <p:cNvPr id="41" name="object 41"/>
            <p:cNvSpPr/>
            <p:nvPr/>
          </p:nvSpPr>
          <p:spPr>
            <a:xfrm>
              <a:off x="900106" y="3613467"/>
              <a:ext cx="0" cy="4171950"/>
            </a:xfrm>
            <a:custGeom>
              <a:avLst/>
              <a:gdLst/>
              <a:ahLst/>
              <a:cxnLst/>
              <a:rect l="l" t="t" r="r" b="b"/>
              <a:pathLst>
                <a:path h="4171950">
                  <a:moveTo>
                    <a:pt x="0" y="0"/>
                  </a:moveTo>
                  <a:lnTo>
                    <a:pt x="0" y="4171353"/>
                  </a:lnTo>
                </a:path>
              </a:pathLst>
            </a:custGeom>
            <a:ln w="28575">
              <a:solidFill>
                <a:srgbClr val="27DDDF"/>
              </a:solidFill>
            </a:ln>
          </p:spPr>
          <p:txBody>
            <a:bodyPr wrap="square" lIns="0" tIns="0" rIns="0" bIns="0" rtlCol="0"/>
            <a:lstStyle/>
            <a:p>
              <a:endParaRPr/>
            </a:p>
          </p:txBody>
        </p:sp>
        <p:sp>
          <p:nvSpPr>
            <p:cNvPr id="42" name="object 42"/>
            <p:cNvSpPr/>
            <p:nvPr/>
          </p:nvSpPr>
          <p:spPr>
            <a:xfrm>
              <a:off x="382339" y="3877453"/>
              <a:ext cx="1064260" cy="1064260"/>
            </a:xfrm>
            <a:custGeom>
              <a:avLst/>
              <a:gdLst/>
              <a:ahLst/>
              <a:cxnLst/>
              <a:rect l="l" t="t" r="r" b="b"/>
              <a:pathLst>
                <a:path w="1064260" h="1064260">
                  <a:moveTo>
                    <a:pt x="532091" y="0"/>
                  </a:moveTo>
                  <a:lnTo>
                    <a:pt x="483660" y="2174"/>
                  </a:lnTo>
                  <a:lnTo>
                    <a:pt x="436447" y="8572"/>
                  </a:lnTo>
                  <a:lnTo>
                    <a:pt x="390641" y="19005"/>
                  </a:lnTo>
                  <a:lnTo>
                    <a:pt x="346428" y="33287"/>
                  </a:lnTo>
                  <a:lnTo>
                    <a:pt x="303996" y="51229"/>
                  </a:lnTo>
                  <a:lnTo>
                    <a:pt x="263535" y="72643"/>
                  </a:lnTo>
                  <a:lnTo>
                    <a:pt x="225231" y="97341"/>
                  </a:lnTo>
                  <a:lnTo>
                    <a:pt x="189272" y="125136"/>
                  </a:lnTo>
                  <a:lnTo>
                    <a:pt x="155846" y="155840"/>
                  </a:lnTo>
                  <a:lnTo>
                    <a:pt x="125141" y="189264"/>
                  </a:lnTo>
                  <a:lnTo>
                    <a:pt x="97345" y="225222"/>
                  </a:lnTo>
                  <a:lnTo>
                    <a:pt x="72646" y="263525"/>
                  </a:lnTo>
                  <a:lnTo>
                    <a:pt x="51231" y="303986"/>
                  </a:lnTo>
                  <a:lnTo>
                    <a:pt x="33289" y="346417"/>
                  </a:lnTo>
                  <a:lnTo>
                    <a:pt x="19006" y="390629"/>
                  </a:lnTo>
                  <a:lnTo>
                    <a:pt x="8572" y="436435"/>
                  </a:lnTo>
                  <a:lnTo>
                    <a:pt x="2174" y="483648"/>
                  </a:lnTo>
                  <a:lnTo>
                    <a:pt x="0" y="532079"/>
                  </a:lnTo>
                  <a:lnTo>
                    <a:pt x="2174" y="580510"/>
                  </a:lnTo>
                  <a:lnTo>
                    <a:pt x="8572" y="627723"/>
                  </a:lnTo>
                  <a:lnTo>
                    <a:pt x="19006" y="673529"/>
                  </a:lnTo>
                  <a:lnTo>
                    <a:pt x="33289" y="717742"/>
                  </a:lnTo>
                  <a:lnTo>
                    <a:pt x="51231" y="760174"/>
                  </a:lnTo>
                  <a:lnTo>
                    <a:pt x="72646" y="800635"/>
                  </a:lnTo>
                  <a:lnTo>
                    <a:pt x="97345" y="838939"/>
                  </a:lnTo>
                  <a:lnTo>
                    <a:pt x="125141" y="874898"/>
                  </a:lnTo>
                  <a:lnTo>
                    <a:pt x="155846" y="908324"/>
                  </a:lnTo>
                  <a:lnTo>
                    <a:pt x="189272" y="939029"/>
                  </a:lnTo>
                  <a:lnTo>
                    <a:pt x="225231" y="966825"/>
                  </a:lnTo>
                  <a:lnTo>
                    <a:pt x="263535" y="991524"/>
                  </a:lnTo>
                  <a:lnTo>
                    <a:pt x="303996" y="1012939"/>
                  </a:lnTo>
                  <a:lnTo>
                    <a:pt x="346428" y="1030881"/>
                  </a:lnTo>
                  <a:lnTo>
                    <a:pt x="390641" y="1045164"/>
                  </a:lnTo>
                  <a:lnTo>
                    <a:pt x="436447" y="1055598"/>
                  </a:lnTo>
                  <a:lnTo>
                    <a:pt x="483660" y="1061996"/>
                  </a:lnTo>
                  <a:lnTo>
                    <a:pt x="532091" y="1064171"/>
                  </a:lnTo>
                  <a:lnTo>
                    <a:pt x="580522" y="1061996"/>
                  </a:lnTo>
                  <a:lnTo>
                    <a:pt x="627735" y="1055598"/>
                  </a:lnTo>
                  <a:lnTo>
                    <a:pt x="673541" y="1045164"/>
                  </a:lnTo>
                  <a:lnTo>
                    <a:pt x="717754" y="1030881"/>
                  </a:lnTo>
                  <a:lnTo>
                    <a:pt x="760184" y="1012939"/>
                  </a:lnTo>
                  <a:lnTo>
                    <a:pt x="800645" y="991524"/>
                  </a:lnTo>
                  <a:lnTo>
                    <a:pt x="838948" y="966825"/>
                  </a:lnTo>
                  <a:lnTo>
                    <a:pt x="874906" y="939029"/>
                  </a:lnTo>
                  <a:lnTo>
                    <a:pt x="908330" y="908324"/>
                  </a:lnTo>
                  <a:lnTo>
                    <a:pt x="939034" y="874898"/>
                  </a:lnTo>
                  <a:lnTo>
                    <a:pt x="966829" y="838939"/>
                  </a:lnTo>
                  <a:lnTo>
                    <a:pt x="991528" y="800635"/>
                  </a:lnTo>
                  <a:lnTo>
                    <a:pt x="1012941" y="760174"/>
                  </a:lnTo>
                  <a:lnTo>
                    <a:pt x="1030883" y="717742"/>
                  </a:lnTo>
                  <a:lnTo>
                    <a:pt x="1045165" y="673529"/>
                  </a:lnTo>
                  <a:lnTo>
                    <a:pt x="1055598" y="627723"/>
                  </a:lnTo>
                  <a:lnTo>
                    <a:pt x="1061996" y="580510"/>
                  </a:lnTo>
                  <a:lnTo>
                    <a:pt x="1064171" y="532079"/>
                  </a:lnTo>
                  <a:lnTo>
                    <a:pt x="1061996" y="483648"/>
                  </a:lnTo>
                  <a:lnTo>
                    <a:pt x="1055598" y="436435"/>
                  </a:lnTo>
                  <a:lnTo>
                    <a:pt x="1045165" y="390629"/>
                  </a:lnTo>
                  <a:lnTo>
                    <a:pt x="1030883" y="346417"/>
                  </a:lnTo>
                  <a:lnTo>
                    <a:pt x="1012941" y="303986"/>
                  </a:lnTo>
                  <a:lnTo>
                    <a:pt x="991528" y="263525"/>
                  </a:lnTo>
                  <a:lnTo>
                    <a:pt x="966829" y="225222"/>
                  </a:lnTo>
                  <a:lnTo>
                    <a:pt x="939034" y="189264"/>
                  </a:lnTo>
                  <a:lnTo>
                    <a:pt x="908330" y="155840"/>
                  </a:lnTo>
                  <a:lnTo>
                    <a:pt x="874906" y="125136"/>
                  </a:lnTo>
                  <a:lnTo>
                    <a:pt x="838948" y="97341"/>
                  </a:lnTo>
                  <a:lnTo>
                    <a:pt x="800645" y="72643"/>
                  </a:lnTo>
                  <a:lnTo>
                    <a:pt x="760184" y="51229"/>
                  </a:lnTo>
                  <a:lnTo>
                    <a:pt x="717754" y="33287"/>
                  </a:lnTo>
                  <a:lnTo>
                    <a:pt x="673541" y="19005"/>
                  </a:lnTo>
                  <a:lnTo>
                    <a:pt x="627735" y="8572"/>
                  </a:lnTo>
                  <a:lnTo>
                    <a:pt x="580522" y="2174"/>
                  </a:lnTo>
                  <a:lnTo>
                    <a:pt x="532091" y="0"/>
                  </a:lnTo>
                  <a:close/>
                </a:path>
              </a:pathLst>
            </a:custGeom>
            <a:solidFill>
              <a:srgbClr val="FFFFFF"/>
            </a:solidFill>
          </p:spPr>
          <p:txBody>
            <a:bodyPr wrap="square" lIns="0" tIns="0" rIns="0" bIns="0" rtlCol="0"/>
            <a:lstStyle/>
            <a:p>
              <a:endParaRPr/>
            </a:p>
          </p:txBody>
        </p:sp>
        <p:sp>
          <p:nvSpPr>
            <p:cNvPr id="43" name="object 43"/>
            <p:cNvSpPr/>
            <p:nvPr/>
          </p:nvSpPr>
          <p:spPr>
            <a:xfrm>
              <a:off x="625335" y="4145901"/>
              <a:ext cx="549910" cy="605790"/>
            </a:xfrm>
            <a:custGeom>
              <a:avLst/>
              <a:gdLst/>
              <a:ahLst/>
              <a:cxnLst/>
              <a:rect l="l" t="t" r="r" b="b"/>
              <a:pathLst>
                <a:path w="549910" h="605789">
                  <a:moveTo>
                    <a:pt x="185940" y="262064"/>
                  </a:moveTo>
                  <a:lnTo>
                    <a:pt x="129692" y="262064"/>
                  </a:lnTo>
                  <a:lnTo>
                    <a:pt x="129692" y="318312"/>
                  </a:lnTo>
                  <a:lnTo>
                    <a:pt x="185940" y="318312"/>
                  </a:lnTo>
                  <a:lnTo>
                    <a:pt x="185940" y="262064"/>
                  </a:lnTo>
                  <a:close/>
                </a:path>
                <a:path w="549910" h="605789">
                  <a:moveTo>
                    <a:pt x="419887" y="454444"/>
                  </a:moveTo>
                  <a:lnTo>
                    <a:pt x="363639" y="454444"/>
                  </a:lnTo>
                  <a:lnTo>
                    <a:pt x="363639" y="510692"/>
                  </a:lnTo>
                  <a:lnTo>
                    <a:pt x="419887" y="510692"/>
                  </a:lnTo>
                  <a:lnTo>
                    <a:pt x="419887" y="454444"/>
                  </a:lnTo>
                  <a:close/>
                </a:path>
                <a:path w="549910" h="605789">
                  <a:moveTo>
                    <a:pt x="419887" y="262064"/>
                  </a:moveTo>
                  <a:lnTo>
                    <a:pt x="363639" y="262064"/>
                  </a:lnTo>
                  <a:lnTo>
                    <a:pt x="363639" y="318312"/>
                  </a:lnTo>
                  <a:lnTo>
                    <a:pt x="419887" y="318312"/>
                  </a:lnTo>
                  <a:lnTo>
                    <a:pt x="419887" y="262064"/>
                  </a:lnTo>
                  <a:close/>
                </a:path>
                <a:path w="549910" h="605789">
                  <a:moveTo>
                    <a:pt x="549554" y="208165"/>
                  </a:moveTo>
                  <a:lnTo>
                    <a:pt x="517207" y="183654"/>
                  </a:lnTo>
                  <a:lnTo>
                    <a:pt x="497878" y="169011"/>
                  </a:lnTo>
                  <a:lnTo>
                    <a:pt x="496608" y="169748"/>
                  </a:lnTo>
                  <a:lnTo>
                    <a:pt x="495236" y="170268"/>
                  </a:lnTo>
                  <a:lnTo>
                    <a:pt x="477596" y="177901"/>
                  </a:lnTo>
                  <a:lnTo>
                    <a:pt x="475767" y="178587"/>
                  </a:lnTo>
                  <a:lnTo>
                    <a:pt x="470522" y="180124"/>
                  </a:lnTo>
                  <a:lnTo>
                    <a:pt x="467080" y="180848"/>
                  </a:lnTo>
                  <a:lnTo>
                    <a:pt x="461962" y="181825"/>
                  </a:lnTo>
                  <a:lnTo>
                    <a:pt x="460349" y="182232"/>
                  </a:lnTo>
                  <a:lnTo>
                    <a:pt x="453517" y="183222"/>
                  </a:lnTo>
                  <a:lnTo>
                    <a:pt x="448310" y="183654"/>
                  </a:lnTo>
                  <a:lnTo>
                    <a:pt x="444411" y="183654"/>
                  </a:lnTo>
                  <a:lnTo>
                    <a:pt x="444411" y="243039"/>
                  </a:lnTo>
                  <a:lnTo>
                    <a:pt x="444411" y="337375"/>
                  </a:lnTo>
                  <a:lnTo>
                    <a:pt x="444411" y="435419"/>
                  </a:lnTo>
                  <a:lnTo>
                    <a:pt x="444411" y="529755"/>
                  </a:lnTo>
                  <a:lnTo>
                    <a:pt x="438912" y="535254"/>
                  </a:lnTo>
                  <a:lnTo>
                    <a:pt x="344576" y="535254"/>
                  </a:lnTo>
                  <a:lnTo>
                    <a:pt x="339077" y="529755"/>
                  </a:lnTo>
                  <a:lnTo>
                    <a:pt x="339077" y="435419"/>
                  </a:lnTo>
                  <a:lnTo>
                    <a:pt x="344576" y="429920"/>
                  </a:lnTo>
                  <a:lnTo>
                    <a:pt x="438912" y="429920"/>
                  </a:lnTo>
                  <a:lnTo>
                    <a:pt x="444411" y="435419"/>
                  </a:lnTo>
                  <a:lnTo>
                    <a:pt x="444411" y="337375"/>
                  </a:lnTo>
                  <a:lnTo>
                    <a:pt x="438912" y="342874"/>
                  </a:lnTo>
                  <a:lnTo>
                    <a:pt x="344576" y="342874"/>
                  </a:lnTo>
                  <a:lnTo>
                    <a:pt x="339077" y="337375"/>
                  </a:lnTo>
                  <a:lnTo>
                    <a:pt x="339077" y="243039"/>
                  </a:lnTo>
                  <a:lnTo>
                    <a:pt x="344576" y="237540"/>
                  </a:lnTo>
                  <a:lnTo>
                    <a:pt x="438912" y="237540"/>
                  </a:lnTo>
                  <a:lnTo>
                    <a:pt x="444411" y="243039"/>
                  </a:lnTo>
                  <a:lnTo>
                    <a:pt x="444411" y="183654"/>
                  </a:lnTo>
                  <a:lnTo>
                    <a:pt x="443014" y="183654"/>
                  </a:lnTo>
                  <a:lnTo>
                    <a:pt x="400354" y="175031"/>
                  </a:lnTo>
                  <a:lnTo>
                    <a:pt x="365467" y="151523"/>
                  </a:lnTo>
                  <a:lnTo>
                    <a:pt x="341934" y="116687"/>
                  </a:lnTo>
                  <a:lnTo>
                    <a:pt x="333298" y="74066"/>
                  </a:lnTo>
                  <a:lnTo>
                    <a:pt x="333298" y="69951"/>
                  </a:lnTo>
                  <a:lnTo>
                    <a:pt x="336677" y="46926"/>
                  </a:lnTo>
                  <a:lnTo>
                    <a:pt x="274777" y="0"/>
                  </a:lnTo>
                  <a:lnTo>
                    <a:pt x="210464" y="48729"/>
                  </a:lnTo>
                  <a:lnTo>
                    <a:pt x="210464" y="243039"/>
                  </a:lnTo>
                  <a:lnTo>
                    <a:pt x="210464" y="337375"/>
                  </a:lnTo>
                  <a:lnTo>
                    <a:pt x="210464" y="435419"/>
                  </a:lnTo>
                  <a:lnTo>
                    <a:pt x="210464" y="529755"/>
                  </a:lnTo>
                  <a:lnTo>
                    <a:pt x="204965" y="535254"/>
                  </a:lnTo>
                  <a:lnTo>
                    <a:pt x="110629" y="535254"/>
                  </a:lnTo>
                  <a:lnTo>
                    <a:pt x="105130" y="529755"/>
                  </a:lnTo>
                  <a:lnTo>
                    <a:pt x="105130" y="435419"/>
                  </a:lnTo>
                  <a:lnTo>
                    <a:pt x="110629" y="429920"/>
                  </a:lnTo>
                  <a:lnTo>
                    <a:pt x="204965" y="429920"/>
                  </a:lnTo>
                  <a:lnTo>
                    <a:pt x="210464" y="435419"/>
                  </a:lnTo>
                  <a:lnTo>
                    <a:pt x="210464" y="337375"/>
                  </a:lnTo>
                  <a:lnTo>
                    <a:pt x="204965" y="342874"/>
                  </a:lnTo>
                  <a:lnTo>
                    <a:pt x="110629" y="342874"/>
                  </a:lnTo>
                  <a:lnTo>
                    <a:pt x="105130" y="337375"/>
                  </a:lnTo>
                  <a:lnTo>
                    <a:pt x="105130" y="243039"/>
                  </a:lnTo>
                  <a:lnTo>
                    <a:pt x="110629" y="237540"/>
                  </a:lnTo>
                  <a:lnTo>
                    <a:pt x="204965" y="237540"/>
                  </a:lnTo>
                  <a:lnTo>
                    <a:pt x="210464" y="243039"/>
                  </a:lnTo>
                  <a:lnTo>
                    <a:pt x="210464" y="48729"/>
                  </a:lnTo>
                  <a:lnTo>
                    <a:pt x="0" y="208165"/>
                  </a:lnTo>
                  <a:lnTo>
                    <a:pt x="0" y="605688"/>
                  </a:lnTo>
                  <a:lnTo>
                    <a:pt x="549554" y="605688"/>
                  </a:lnTo>
                  <a:lnTo>
                    <a:pt x="549554" y="535254"/>
                  </a:lnTo>
                  <a:lnTo>
                    <a:pt x="549554" y="429920"/>
                  </a:lnTo>
                  <a:lnTo>
                    <a:pt x="549554" y="342874"/>
                  </a:lnTo>
                  <a:lnTo>
                    <a:pt x="549554" y="237540"/>
                  </a:lnTo>
                  <a:lnTo>
                    <a:pt x="549554" y="208165"/>
                  </a:lnTo>
                  <a:close/>
                </a:path>
              </a:pathLst>
            </a:custGeom>
            <a:solidFill>
              <a:srgbClr val="292929"/>
            </a:solidFill>
          </p:spPr>
          <p:txBody>
            <a:bodyPr wrap="square" lIns="0" tIns="0" rIns="0" bIns="0" rtlCol="0"/>
            <a:lstStyle/>
            <a:p>
              <a:endParaRPr/>
            </a:p>
          </p:txBody>
        </p:sp>
        <p:pic>
          <p:nvPicPr>
            <p:cNvPr id="44" name="object 44"/>
            <p:cNvPicPr/>
            <p:nvPr/>
          </p:nvPicPr>
          <p:blipFill>
            <a:blip r:embed="rId14" cstate="print"/>
            <a:stretch>
              <a:fillRect/>
            </a:stretch>
          </p:blipFill>
          <p:spPr>
            <a:xfrm>
              <a:off x="1143676" y="4269470"/>
              <a:ext cx="100520" cy="86498"/>
            </a:xfrm>
            <a:prstGeom prst="rect">
              <a:avLst/>
            </a:prstGeom>
          </p:spPr>
        </p:pic>
        <p:sp>
          <p:nvSpPr>
            <p:cNvPr id="45" name="object 45"/>
            <p:cNvSpPr/>
            <p:nvPr/>
          </p:nvSpPr>
          <p:spPr>
            <a:xfrm>
              <a:off x="555980" y="4067479"/>
              <a:ext cx="438784" cy="589280"/>
            </a:xfrm>
            <a:custGeom>
              <a:avLst/>
              <a:gdLst/>
              <a:ahLst/>
              <a:cxnLst/>
              <a:rect l="l" t="t" r="r" b="b"/>
              <a:pathLst>
                <a:path w="438784" h="589279">
                  <a:moveTo>
                    <a:pt x="147040" y="33934"/>
                  </a:moveTo>
                  <a:lnTo>
                    <a:pt x="89242" y="33934"/>
                  </a:lnTo>
                  <a:lnTo>
                    <a:pt x="89242" y="162433"/>
                  </a:lnTo>
                  <a:lnTo>
                    <a:pt x="147040" y="118618"/>
                  </a:lnTo>
                  <a:lnTo>
                    <a:pt x="147040" y="33934"/>
                  </a:lnTo>
                  <a:close/>
                </a:path>
                <a:path w="438784" h="589279">
                  <a:moveTo>
                    <a:pt x="255295" y="532866"/>
                  </a:moveTo>
                  <a:lnTo>
                    <a:pt x="199047" y="532866"/>
                  </a:lnTo>
                  <a:lnTo>
                    <a:pt x="199047" y="589114"/>
                  </a:lnTo>
                  <a:lnTo>
                    <a:pt x="255295" y="589114"/>
                  </a:lnTo>
                  <a:lnTo>
                    <a:pt x="255295" y="532866"/>
                  </a:lnTo>
                  <a:close/>
                </a:path>
                <a:path w="438784" h="589279">
                  <a:moveTo>
                    <a:pt x="438277" y="71615"/>
                  </a:moveTo>
                  <a:lnTo>
                    <a:pt x="410959" y="50749"/>
                  </a:lnTo>
                  <a:lnTo>
                    <a:pt x="344335" y="165"/>
                  </a:lnTo>
                  <a:lnTo>
                    <a:pt x="344335" y="50749"/>
                  </a:lnTo>
                  <a:lnTo>
                    <a:pt x="344131" y="50787"/>
                  </a:lnTo>
                  <a:lnTo>
                    <a:pt x="343928" y="50749"/>
                  </a:lnTo>
                  <a:lnTo>
                    <a:pt x="344335" y="50749"/>
                  </a:lnTo>
                  <a:lnTo>
                    <a:pt x="344335" y="165"/>
                  </a:lnTo>
                  <a:lnTo>
                    <a:pt x="344131" y="0"/>
                  </a:lnTo>
                  <a:lnTo>
                    <a:pt x="3987" y="257835"/>
                  </a:lnTo>
                  <a:lnTo>
                    <a:pt x="1409" y="262216"/>
                  </a:lnTo>
                  <a:lnTo>
                    <a:pt x="0" y="272249"/>
                  </a:lnTo>
                  <a:lnTo>
                    <a:pt x="1320" y="277241"/>
                  </a:lnTo>
                  <a:lnTo>
                    <a:pt x="7454" y="285330"/>
                  </a:lnTo>
                  <a:lnTo>
                    <a:pt x="12014" y="288010"/>
                  </a:lnTo>
                  <a:lnTo>
                    <a:pt x="12357" y="288010"/>
                  </a:lnTo>
                  <a:lnTo>
                    <a:pt x="21869" y="289293"/>
                  </a:lnTo>
                  <a:lnTo>
                    <a:pt x="26847" y="288010"/>
                  </a:lnTo>
                  <a:lnTo>
                    <a:pt x="337794" y="52412"/>
                  </a:lnTo>
                  <a:lnTo>
                    <a:pt x="339013" y="51790"/>
                  </a:lnTo>
                  <a:lnTo>
                    <a:pt x="341007" y="51130"/>
                  </a:lnTo>
                  <a:lnTo>
                    <a:pt x="341604" y="51130"/>
                  </a:lnTo>
                  <a:lnTo>
                    <a:pt x="346659" y="51130"/>
                  </a:lnTo>
                  <a:lnTo>
                    <a:pt x="347256" y="51130"/>
                  </a:lnTo>
                  <a:lnTo>
                    <a:pt x="349250" y="51790"/>
                  </a:lnTo>
                  <a:lnTo>
                    <a:pt x="350456" y="52412"/>
                  </a:lnTo>
                  <a:lnTo>
                    <a:pt x="415201" y="101498"/>
                  </a:lnTo>
                  <a:lnTo>
                    <a:pt x="416483" y="99110"/>
                  </a:lnTo>
                  <a:lnTo>
                    <a:pt x="419214" y="94640"/>
                  </a:lnTo>
                  <a:lnTo>
                    <a:pt x="419658" y="93814"/>
                  </a:lnTo>
                  <a:lnTo>
                    <a:pt x="421678" y="90690"/>
                  </a:lnTo>
                  <a:lnTo>
                    <a:pt x="423303" y="88417"/>
                  </a:lnTo>
                  <a:lnTo>
                    <a:pt x="425170" y="85966"/>
                  </a:lnTo>
                  <a:lnTo>
                    <a:pt x="425323" y="85712"/>
                  </a:lnTo>
                  <a:lnTo>
                    <a:pt x="427418" y="83019"/>
                  </a:lnTo>
                  <a:lnTo>
                    <a:pt x="429412" y="80670"/>
                  </a:lnTo>
                  <a:lnTo>
                    <a:pt x="432066" y="77787"/>
                  </a:lnTo>
                  <a:lnTo>
                    <a:pt x="432663" y="77241"/>
                  </a:lnTo>
                  <a:lnTo>
                    <a:pt x="434797" y="75018"/>
                  </a:lnTo>
                  <a:lnTo>
                    <a:pt x="436384" y="73406"/>
                  </a:lnTo>
                  <a:lnTo>
                    <a:pt x="438048" y="71856"/>
                  </a:lnTo>
                  <a:lnTo>
                    <a:pt x="438277" y="71615"/>
                  </a:lnTo>
                  <a:close/>
                </a:path>
              </a:pathLst>
            </a:custGeom>
            <a:solidFill>
              <a:srgbClr val="292929"/>
            </a:solidFill>
          </p:spPr>
          <p:txBody>
            <a:bodyPr wrap="square" lIns="0" tIns="0" rIns="0" bIns="0" rtlCol="0"/>
            <a:lstStyle/>
            <a:p>
              <a:endParaRPr/>
            </a:p>
          </p:txBody>
        </p:sp>
        <p:pic>
          <p:nvPicPr>
            <p:cNvPr id="46" name="object 46"/>
            <p:cNvPicPr/>
            <p:nvPr/>
          </p:nvPicPr>
          <p:blipFill>
            <a:blip r:embed="rId15" cstate="print"/>
            <a:stretch>
              <a:fillRect/>
            </a:stretch>
          </p:blipFill>
          <p:spPr>
            <a:xfrm>
              <a:off x="983205" y="4134789"/>
              <a:ext cx="170317" cy="170218"/>
            </a:xfrm>
            <a:prstGeom prst="rect">
              <a:avLst/>
            </a:prstGeom>
          </p:spPr>
        </p:pic>
      </p:grpSp>
      <p:sp>
        <p:nvSpPr>
          <p:cNvPr id="47" name="object 47"/>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14</a:t>
            </a:fld>
            <a:r>
              <a:rPr spc="-25"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588955" y="196219"/>
            <a:ext cx="3534866" cy="1397000"/>
          </a:xfrm>
          <a:prstGeom prst="rect">
            <a:avLst/>
          </a:prstGeom>
        </p:spPr>
        <p:txBody>
          <a:bodyPr vert="horz" wrap="square" lIns="0" tIns="12700" rIns="0" bIns="0" rtlCol="0">
            <a:spAutoFit/>
          </a:bodyPr>
          <a:lstStyle/>
          <a:p>
            <a:pPr marL="12700">
              <a:lnSpc>
                <a:spcPct val="100000"/>
              </a:lnSpc>
              <a:spcBef>
                <a:spcPts val="100"/>
              </a:spcBef>
            </a:pPr>
            <a:r>
              <a:rPr spc="-10" dirty="0">
                <a:latin typeface="Bebas Neue Regular"/>
                <a:cs typeface="Bebas Neue Regular"/>
              </a:rPr>
              <a:t>TIMELINE</a:t>
            </a:r>
          </a:p>
        </p:txBody>
      </p:sp>
      <p:sp>
        <p:nvSpPr>
          <p:cNvPr id="3" name="object 3"/>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FFFFFF"/>
                </a:solidFill>
                <a:latin typeface="Inria Sans"/>
                <a:cs typeface="Inria Sans"/>
              </a:rPr>
              <a:t>5/13/2026</a:t>
            </a:r>
            <a:endParaRPr sz="2000">
              <a:latin typeface="Inria Sans"/>
              <a:cs typeface="Inria Sans"/>
            </a:endParaRPr>
          </a:p>
        </p:txBody>
      </p:sp>
      <p:grpSp>
        <p:nvGrpSpPr>
          <p:cNvPr id="4" name="object 4"/>
          <p:cNvGrpSpPr/>
          <p:nvPr/>
        </p:nvGrpSpPr>
        <p:grpSpPr>
          <a:xfrm>
            <a:off x="901017" y="1566367"/>
            <a:ext cx="15574644" cy="8328025"/>
            <a:chOff x="901017" y="1566367"/>
            <a:chExt cx="15574644" cy="8328025"/>
          </a:xfrm>
        </p:grpSpPr>
        <p:sp>
          <p:nvSpPr>
            <p:cNvPr id="5" name="object 5"/>
            <p:cNvSpPr/>
            <p:nvPr/>
          </p:nvSpPr>
          <p:spPr>
            <a:xfrm>
              <a:off x="901017" y="9327093"/>
              <a:ext cx="492759" cy="400685"/>
            </a:xfrm>
            <a:custGeom>
              <a:avLst/>
              <a:gdLst/>
              <a:ahLst/>
              <a:cxnLst/>
              <a:rect l="l" t="t" r="r" b="b"/>
              <a:pathLst>
                <a:path w="492759" h="400684">
                  <a:moveTo>
                    <a:pt x="439064" y="0"/>
                  </a:moveTo>
                  <a:lnTo>
                    <a:pt x="53174" y="0"/>
                  </a:lnTo>
                  <a:lnTo>
                    <a:pt x="32575" y="4211"/>
                  </a:lnTo>
                  <a:lnTo>
                    <a:pt x="15662" y="15662"/>
                  </a:lnTo>
                  <a:lnTo>
                    <a:pt x="4211" y="32575"/>
                  </a:lnTo>
                  <a:lnTo>
                    <a:pt x="0" y="53174"/>
                  </a:lnTo>
                  <a:lnTo>
                    <a:pt x="0" y="347472"/>
                  </a:lnTo>
                  <a:lnTo>
                    <a:pt x="4211" y="368071"/>
                  </a:lnTo>
                  <a:lnTo>
                    <a:pt x="15662" y="384984"/>
                  </a:lnTo>
                  <a:lnTo>
                    <a:pt x="32575" y="396435"/>
                  </a:lnTo>
                  <a:lnTo>
                    <a:pt x="53174" y="400646"/>
                  </a:lnTo>
                  <a:lnTo>
                    <a:pt x="439432" y="400646"/>
                  </a:lnTo>
                  <a:lnTo>
                    <a:pt x="460233" y="396423"/>
                  </a:lnTo>
                  <a:lnTo>
                    <a:pt x="477175" y="384894"/>
                  </a:lnTo>
                  <a:lnTo>
                    <a:pt x="488447" y="367766"/>
                  </a:lnTo>
                  <a:lnTo>
                    <a:pt x="492239" y="346748"/>
                  </a:lnTo>
                  <a:lnTo>
                    <a:pt x="492239" y="53174"/>
                  </a:lnTo>
                  <a:lnTo>
                    <a:pt x="488079" y="32575"/>
                  </a:lnTo>
                  <a:lnTo>
                    <a:pt x="476715" y="15662"/>
                  </a:lnTo>
                  <a:lnTo>
                    <a:pt x="459819" y="4211"/>
                  </a:lnTo>
                  <a:lnTo>
                    <a:pt x="439064" y="0"/>
                  </a:lnTo>
                  <a:close/>
                </a:path>
              </a:pathLst>
            </a:custGeom>
            <a:solidFill>
              <a:srgbClr val="282828"/>
            </a:solidFill>
          </p:spPr>
          <p:txBody>
            <a:bodyPr wrap="square" lIns="0" tIns="0" rIns="0" bIns="0" rtlCol="0"/>
            <a:lstStyle/>
            <a:p>
              <a:endParaRPr/>
            </a:p>
          </p:txBody>
        </p:sp>
        <p:pic>
          <p:nvPicPr>
            <p:cNvPr id="6" name="object 6"/>
            <p:cNvPicPr/>
            <p:nvPr/>
          </p:nvPicPr>
          <p:blipFill>
            <a:blip r:embed="rId3" cstate="print"/>
            <a:stretch>
              <a:fillRect/>
            </a:stretch>
          </p:blipFill>
          <p:spPr>
            <a:xfrm>
              <a:off x="2237562" y="1566367"/>
              <a:ext cx="14237652" cy="8327796"/>
            </a:xfrm>
            <a:prstGeom prst="rect">
              <a:avLst/>
            </a:prstGeom>
          </p:spPr>
        </p:pic>
      </p:grpSp>
      <p:sp>
        <p:nvSpPr>
          <p:cNvPr id="7" name="object 7"/>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15</a:t>
            </a:fld>
            <a:r>
              <a:rPr spc="-25"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CONCLUSION</a:t>
            </a:r>
          </a:p>
        </p:txBody>
      </p:sp>
      <p:pic>
        <p:nvPicPr>
          <p:cNvPr id="3" name="object 3"/>
          <p:cNvPicPr/>
          <p:nvPr/>
        </p:nvPicPr>
        <p:blipFill>
          <a:blip r:embed="rId3" cstate="print"/>
          <a:stretch>
            <a:fillRect/>
          </a:stretch>
        </p:blipFill>
        <p:spPr>
          <a:xfrm>
            <a:off x="12287723" y="3614572"/>
            <a:ext cx="1048743" cy="930738"/>
          </a:xfrm>
          <a:prstGeom prst="rect">
            <a:avLst/>
          </a:prstGeom>
        </p:spPr>
      </p:pic>
      <p:grpSp>
        <p:nvGrpSpPr>
          <p:cNvPr id="4" name="object 4"/>
          <p:cNvGrpSpPr/>
          <p:nvPr/>
        </p:nvGrpSpPr>
        <p:grpSpPr>
          <a:xfrm>
            <a:off x="6601030" y="3613896"/>
            <a:ext cx="931544" cy="931544"/>
            <a:chOff x="6601030" y="3613896"/>
            <a:chExt cx="931544" cy="931544"/>
          </a:xfrm>
        </p:grpSpPr>
        <p:sp>
          <p:nvSpPr>
            <p:cNvPr id="5" name="object 5"/>
            <p:cNvSpPr/>
            <p:nvPr/>
          </p:nvSpPr>
          <p:spPr>
            <a:xfrm>
              <a:off x="7000252" y="4013123"/>
              <a:ext cx="532765" cy="532765"/>
            </a:xfrm>
            <a:custGeom>
              <a:avLst/>
              <a:gdLst/>
              <a:ahLst/>
              <a:cxnLst/>
              <a:rect l="l" t="t" r="r" b="b"/>
              <a:pathLst>
                <a:path w="532765" h="532764">
                  <a:moveTo>
                    <a:pt x="394931" y="113842"/>
                  </a:moveTo>
                  <a:lnTo>
                    <a:pt x="366280" y="93522"/>
                  </a:lnTo>
                  <a:lnTo>
                    <a:pt x="334759" y="78676"/>
                  </a:lnTo>
                  <a:lnTo>
                    <a:pt x="301117" y="69596"/>
                  </a:lnTo>
                  <a:lnTo>
                    <a:pt x="266141" y="66535"/>
                  </a:lnTo>
                  <a:lnTo>
                    <a:pt x="231152" y="69596"/>
                  </a:lnTo>
                  <a:lnTo>
                    <a:pt x="197523" y="78676"/>
                  </a:lnTo>
                  <a:lnTo>
                    <a:pt x="165989" y="93522"/>
                  </a:lnTo>
                  <a:lnTo>
                    <a:pt x="137363" y="113842"/>
                  </a:lnTo>
                  <a:lnTo>
                    <a:pt x="184632" y="161137"/>
                  </a:lnTo>
                  <a:lnTo>
                    <a:pt x="195199" y="153771"/>
                  </a:lnTo>
                  <a:lnTo>
                    <a:pt x="206413" y="147472"/>
                  </a:lnTo>
                  <a:lnTo>
                    <a:pt x="218186" y="142303"/>
                  </a:lnTo>
                  <a:lnTo>
                    <a:pt x="230441" y="138290"/>
                  </a:lnTo>
                  <a:lnTo>
                    <a:pt x="238760" y="117868"/>
                  </a:lnTo>
                  <a:lnTo>
                    <a:pt x="243332" y="110413"/>
                  </a:lnTo>
                  <a:lnTo>
                    <a:pt x="249720" y="104711"/>
                  </a:lnTo>
                  <a:lnTo>
                    <a:pt x="257479" y="101079"/>
                  </a:lnTo>
                  <a:lnTo>
                    <a:pt x="266141" y="99809"/>
                  </a:lnTo>
                  <a:lnTo>
                    <a:pt x="274789" y="101104"/>
                  </a:lnTo>
                  <a:lnTo>
                    <a:pt x="282536" y="104762"/>
                  </a:lnTo>
                  <a:lnTo>
                    <a:pt x="288937" y="110477"/>
                  </a:lnTo>
                  <a:lnTo>
                    <a:pt x="293509" y="117932"/>
                  </a:lnTo>
                  <a:lnTo>
                    <a:pt x="301815" y="138277"/>
                  </a:lnTo>
                  <a:lnTo>
                    <a:pt x="314071" y="142278"/>
                  </a:lnTo>
                  <a:lnTo>
                    <a:pt x="325856" y="147447"/>
                  </a:lnTo>
                  <a:lnTo>
                    <a:pt x="337070" y="153746"/>
                  </a:lnTo>
                  <a:lnTo>
                    <a:pt x="347649" y="161137"/>
                  </a:lnTo>
                  <a:lnTo>
                    <a:pt x="394931" y="113842"/>
                  </a:lnTo>
                  <a:close/>
                </a:path>
                <a:path w="532765" h="532764">
                  <a:moveTo>
                    <a:pt x="465683" y="266166"/>
                  </a:moveTo>
                  <a:lnTo>
                    <a:pt x="460425" y="220662"/>
                  </a:lnTo>
                  <a:lnTo>
                    <a:pt x="444665" y="177088"/>
                  </a:lnTo>
                  <a:lnTo>
                    <a:pt x="418401" y="137401"/>
                  </a:lnTo>
                  <a:lnTo>
                    <a:pt x="371182" y="184632"/>
                  </a:lnTo>
                  <a:lnTo>
                    <a:pt x="392176" y="223608"/>
                  </a:lnTo>
                  <a:lnTo>
                    <a:pt x="399173" y="266192"/>
                  </a:lnTo>
                  <a:lnTo>
                    <a:pt x="392176" y="308775"/>
                  </a:lnTo>
                  <a:lnTo>
                    <a:pt x="371182" y="347751"/>
                  </a:lnTo>
                  <a:lnTo>
                    <a:pt x="418388" y="394957"/>
                  </a:lnTo>
                  <a:lnTo>
                    <a:pt x="444665" y="355244"/>
                  </a:lnTo>
                  <a:lnTo>
                    <a:pt x="460425" y="311670"/>
                  </a:lnTo>
                  <a:lnTo>
                    <a:pt x="465683" y="266166"/>
                  </a:lnTo>
                  <a:close/>
                </a:path>
                <a:path w="532765" h="532764">
                  <a:moveTo>
                    <a:pt x="532282" y="266141"/>
                  </a:moveTo>
                  <a:lnTo>
                    <a:pt x="527939" y="218325"/>
                  </a:lnTo>
                  <a:lnTo>
                    <a:pt x="515556" y="173329"/>
                  </a:lnTo>
                  <a:lnTo>
                    <a:pt x="498589" y="137668"/>
                  </a:lnTo>
                  <a:lnTo>
                    <a:pt x="498589" y="252933"/>
                  </a:lnTo>
                  <a:lnTo>
                    <a:pt x="497116" y="293331"/>
                  </a:lnTo>
                  <a:lnTo>
                    <a:pt x="497014" y="296062"/>
                  </a:lnTo>
                  <a:lnTo>
                    <a:pt x="487514" y="338061"/>
                  </a:lnTo>
                  <a:lnTo>
                    <a:pt x="487426" y="338455"/>
                  </a:lnTo>
                  <a:lnTo>
                    <a:pt x="469760" y="378904"/>
                  </a:lnTo>
                  <a:lnTo>
                    <a:pt x="443979" y="416280"/>
                  </a:lnTo>
                  <a:lnTo>
                    <a:pt x="419811" y="428180"/>
                  </a:lnTo>
                  <a:lnTo>
                    <a:pt x="418426" y="428180"/>
                  </a:lnTo>
                  <a:lnTo>
                    <a:pt x="347700" y="371221"/>
                  </a:lnTo>
                  <a:lnTo>
                    <a:pt x="338035" y="349758"/>
                  </a:lnTo>
                  <a:lnTo>
                    <a:pt x="339356" y="338455"/>
                  </a:lnTo>
                  <a:lnTo>
                    <a:pt x="339394" y="338061"/>
                  </a:lnTo>
                  <a:lnTo>
                    <a:pt x="342315" y="332435"/>
                  </a:lnTo>
                  <a:lnTo>
                    <a:pt x="344982" y="327291"/>
                  </a:lnTo>
                  <a:lnTo>
                    <a:pt x="356260" y="309232"/>
                  </a:lnTo>
                  <a:lnTo>
                    <a:pt x="363372" y="289420"/>
                  </a:lnTo>
                  <a:lnTo>
                    <a:pt x="366128" y="268566"/>
                  </a:lnTo>
                  <a:lnTo>
                    <a:pt x="364388" y="247408"/>
                  </a:lnTo>
                  <a:lnTo>
                    <a:pt x="347903" y="208762"/>
                  </a:lnTo>
                  <a:lnTo>
                    <a:pt x="316776" y="180352"/>
                  </a:lnTo>
                  <a:lnTo>
                    <a:pt x="320548" y="192989"/>
                  </a:lnTo>
                  <a:lnTo>
                    <a:pt x="323024" y="201180"/>
                  </a:lnTo>
                  <a:lnTo>
                    <a:pt x="327812" y="222427"/>
                  </a:lnTo>
                  <a:lnTo>
                    <a:pt x="331025" y="243979"/>
                  </a:lnTo>
                  <a:lnTo>
                    <a:pt x="332676" y="265734"/>
                  </a:lnTo>
                  <a:lnTo>
                    <a:pt x="331177" y="279920"/>
                  </a:lnTo>
                  <a:lnTo>
                    <a:pt x="310019" y="316026"/>
                  </a:lnTo>
                  <a:lnTo>
                    <a:pt x="271513" y="332435"/>
                  </a:lnTo>
                  <a:lnTo>
                    <a:pt x="257263" y="332105"/>
                  </a:lnTo>
                  <a:lnTo>
                    <a:pt x="233756" y="323735"/>
                  </a:lnTo>
                  <a:lnTo>
                    <a:pt x="215290" y="308089"/>
                  </a:lnTo>
                  <a:lnTo>
                    <a:pt x="203403" y="287020"/>
                  </a:lnTo>
                  <a:lnTo>
                    <a:pt x="199605" y="262369"/>
                  </a:lnTo>
                  <a:lnTo>
                    <a:pt x="201460" y="241490"/>
                  </a:lnTo>
                  <a:lnTo>
                    <a:pt x="204749" y="220814"/>
                  </a:lnTo>
                  <a:lnTo>
                    <a:pt x="209423" y="200406"/>
                  </a:lnTo>
                  <a:lnTo>
                    <a:pt x="215493" y="180352"/>
                  </a:lnTo>
                  <a:lnTo>
                    <a:pt x="198412" y="192989"/>
                  </a:lnTo>
                  <a:lnTo>
                    <a:pt x="184658" y="208635"/>
                  </a:lnTo>
                  <a:lnTo>
                    <a:pt x="184543" y="208762"/>
                  </a:lnTo>
                  <a:lnTo>
                    <a:pt x="174294" y="227101"/>
                  </a:lnTo>
                  <a:lnTo>
                    <a:pt x="168084" y="247408"/>
                  </a:lnTo>
                  <a:lnTo>
                    <a:pt x="166319" y="268566"/>
                  </a:lnTo>
                  <a:lnTo>
                    <a:pt x="169037" y="289420"/>
                  </a:lnTo>
                  <a:lnTo>
                    <a:pt x="176060" y="309232"/>
                  </a:lnTo>
                  <a:lnTo>
                    <a:pt x="187210" y="327291"/>
                  </a:lnTo>
                  <a:lnTo>
                    <a:pt x="192798" y="338061"/>
                  </a:lnTo>
                  <a:lnTo>
                    <a:pt x="137287" y="418465"/>
                  </a:lnTo>
                  <a:lnTo>
                    <a:pt x="112268" y="428180"/>
                  </a:lnTo>
                  <a:lnTo>
                    <a:pt x="105410" y="427151"/>
                  </a:lnTo>
                  <a:lnTo>
                    <a:pt x="62382" y="378904"/>
                  </a:lnTo>
                  <a:lnTo>
                    <a:pt x="44716" y="338455"/>
                  </a:lnTo>
                  <a:lnTo>
                    <a:pt x="35140" y="296062"/>
                  </a:lnTo>
                  <a:lnTo>
                    <a:pt x="33566" y="252933"/>
                  </a:lnTo>
                  <a:lnTo>
                    <a:pt x="39928" y="210248"/>
                  </a:lnTo>
                  <a:lnTo>
                    <a:pt x="54190" y="169202"/>
                  </a:lnTo>
                  <a:lnTo>
                    <a:pt x="76263" y="130962"/>
                  </a:lnTo>
                  <a:lnTo>
                    <a:pt x="106083" y="96735"/>
                  </a:lnTo>
                  <a:lnTo>
                    <a:pt x="141922" y="68884"/>
                  </a:lnTo>
                  <a:lnTo>
                    <a:pt x="181330" y="48983"/>
                  </a:lnTo>
                  <a:lnTo>
                    <a:pt x="223113" y="37045"/>
                  </a:lnTo>
                  <a:lnTo>
                    <a:pt x="266077" y="33070"/>
                  </a:lnTo>
                  <a:lnTo>
                    <a:pt x="309041" y="37045"/>
                  </a:lnTo>
                  <a:lnTo>
                    <a:pt x="350824" y="48983"/>
                  </a:lnTo>
                  <a:lnTo>
                    <a:pt x="390232" y="68884"/>
                  </a:lnTo>
                  <a:lnTo>
                    <a:pt x="426085" y="96735"/>
                  </a:lnTo>
                  <a:lnTo>
                    <a:pt x="455891" y="130962"/>
                  </a:lnTo>
                  <a:lnTo>
                    <a:pt x="477964" y="169202"/>
                  </a:lnTo>
                  <a:lnTo>
                    <a:pt x="492213" y="210248"/>
                  </a:lnTo>
                  <a:lnTo>
                    <a:pt x="498589" y="252933"/>
                  </a:lnTo>
                  <a:lnTo>
                    <a:pt x="498589" y="137668"/>
                  </a:lnTo>
                  <a:lnTo>
                    <a:pt x="469595" y="94754"/>
                  </a:lnTo>
                  <a:lnTo>
                    <a:pt x="437527" y="62687"/>
                  </a:lnTo>
                  <a:lnTo>
                    <a:pt x="400392" y="36423"/>
                  </a:lnTo>
                  <a:lnTo>
                    <a:pt x="393319" y="33070"/>
                  </a:lnTo>
                  <a:lnTo>
                    <a:pt x="358952" y="16725"/>
                  </a:lnTo>
                  <a:lnTo>
                    <a:pt x="313944" y="4330"/>
                  </a:lnTo>
                  <a:lnTo>
                    <a:pt x="266141" y="0"/>
                  </a:lnTo>
                  <a:lnTo>
                    <a:pt x="217741" y="4330"/>
                  </a:lnTo>
                  <a:lnTo>
                    <a:pt x="218109" y="4330"/>
                  </a:lnTo>
                  <a:lnTo>
                    <a:pt x="173101" y="16725"/>
                  </a:lnTo>
                  <a:lnTo>
                    <a:pt x="131673" y="36423"/>
                  </a:lnTo>
                  <a:lnTo>
                    <a:pt x="94564" y="62687"/>
                  </a:lnTo>
                  <a:lnTo>
                    <a:pt x="62522" y="94754"/>
                  </a:lnTo>
                  <a:lnTo>
                    <a:pt x="36918" y="130962"/>
                  </a:lnTo>
                  <a:lnTo>
                    <a:pt x="16624" y="173329"/>
                  </a:lnTo>
                  <a:lnTo>
                    <a:pt x="4279" y="218325"/>
                  </a:lnTo>
                  <a:lnTo>
                    <a:pt x="25" y="265734"/>
                  </a:lnTo>
                  <a:lnTo>
                    <a:pt x="0" y="266141"/>
                  </a:lnTo>
                  <a:lnTo>
                    <a:pt x="4279" y="313982"/>
                  </a:lnTo>
                  <a:lnTo>
                    <a:pt x="16649" y="359003"/>
                  </a:lnTo>
                  <a:lnTo>
                    <a:pt x="36334" y="400469"/>
                  </a:lnTo>
                  <a:lnTo>
                    <a:pt x="62585" y="437616"/>
                  </a:lnTo>
                  <a:lnTo>
                    <a:pt x="94665" y="469696"/>
                  </a:lnTo>
                  <a:lnTo>
                    <a:pt x="131800" y="495960"/>
                  </a:lnTo>
                  <a:lnTo>
                    <a:pt x="173266" y="515645"/>
                  </a:lnTo>
                  <a:lnTo>
                    <a:pt x="218300" y="528002"/>
                  </a:lnTo>
                  <a:lnTo>
                    <a:pt x="266141" y="532295"/>
                  </a:lnTo>
                  <a:lnTo>
                    <a:pt x="313969" y="528002"/>
                  </a:lnTo>
                  <a:lnTo>
                    <a:pt x="359003" y="515645"/>
                  </a:lnTo>
                  <a:lnTo>
                    <a:pt x="400469" y="495960"/>
                  </a:lnTo>
                  <a:lnTo>
                    <a:pt x="437603" y="469696"/>
                  </a:lnTo>
                  <a:lnTo>
                    <a:pt x="469684" y="437616"/>
                  </a:lnTo>
                  <a:lnTo>
                    <a:pt x="476351" y="428180"/>
                  </a:lnTo>
                  <a:lnTo>
                    <a:pt x="495935" y="400469"/>
                  </a:lnTo>
                  <a:lnTo>
                    <a:pt x="515620" y="359003"/>
                  </a:lnTo>
                  <a:lnTo>
                    <a:pt x="527989" y="313982"/>
                  </a:lnTo>
                  <a:lnTo>
                    <a:pt x="532282" y="266141"/>
                  </a:lnTo>
                  <a:close/>
                </a:path>
              </a:pathLst>
            </a:custGeom>
            <a:solidFill>
              <a:srgbClr val="26DEDD"/>
            </a:solidFill>
          </p:spPr>
          <p:txBody>
            <a:bodyPr wrap="square" lIns="0" tIns="0" rIns="0" bIns="0" rtlCol="0"/>
            <a:lstStyle/>
            <a:p>
              <a:endParaRPr/>
            </a:p>
          </p:txBody>
        </p:sp>
        <p:pic>
          <p:nvPicPr>
            <p:cNvPr id="6" name="object 6"/>
            <p:cNvPicPr/>
            <p:nvPr/>
          </p:nvPicPr>
          <p:blipFill>
            <a:blip r:embed="rId4" cstate="print"/>
            <a:stretch>
              <a:fillRect/>
            </a:stretch>
          </p:blipFill>
          <p:spPr>
            <a:xfrm>
              <a:off x="7233124" y="4151816"/>
              <a:ext cx="66535" cy="160620"/>
            </a:xfrm>
            <a:prstGeom prst="rect">
              <a:avLst/>
            </a:prstGeom>
          </p:spPr>
        </p:pic>
        <p:sp>
          <p:nvSpPr>
            <p:cNvPr id="7" name="object 7"/>
            <p:cNvSpPr/>
            <p:nvPr/>
          </p:nvSpPr>
          <p:spPr>
            <a:xfrm>
              <a:off x="6601028" y="3613899"/>
              <a:ext cx="599440" cy="794385"/>
            </a:xfrm>
            <a:custGeom>
              <a:avLst/>
              <a:gdLst/>
              <a:ahLst/>
              <a:cxnLst/>
              <a:rect l="l" t="t" r="r" b="b"/>
              <a:pathLst>
                <a:path w="599440" h="794385">
                  <a:moveTo>
                    <a:pt x="332676" y="266153"/>
                  </a:moveTo>
                  <a:lnTo>
                    <a:pt x="266141" y="266153"/>
                  </a:lnTo>
                  <a:lnTo>
                    <a:pt x="266141" y="332701"/>
                  </a:lnTo>
                  <a:lnTo>
                    <a:pt x="332676" y="332701"/>
                  </a:lnTo>
                  <a:lnTo>
                    <a:pt x="332676" y="266153"/>
                  </a:lnTo>
                  <a:close/>
                </a:path>
                <a:path w="599440" h="794385">
                  <a:moveTo>
                    <a:pt x="399211" y="207060"/>
                  </a:moveTo>
                  <a:lnTo>
                    <a:pt x="391769" y="199618"/>
                  </a:lnTo>
                  <a:lnTo>
                    <a:pt x="365950" y="199618"/>
                  </a:lnTo>
                  <a:lnTo>
                    <a:pt x="365950" y="266153"/>
                  </a:lnTo>
                  <a:lnTo>
                    <a:pt x="365950" y="332689"/>
                  </a:lnTo>
                  <a:lnTo>
                    <a:pt x="363334" y="345643"/>
                  </a:lnTo>
                  <a:lnTo>
                    <a:pt x="356196" y="356209"/>
                  </a:lnTo>
                  <a:lnTo>
                    <a:pt x="345630" y="363334"/>
                  </a:lnTo>
                  <a:lnTo>
                    <a:pt x="332676" y="365950"/>
                  </a:lnTo>
                  <a:lnTo>
                    <a:pt x="266141" y="365950"/>
                  </a:lnTo>
                  <a:lnTo>
                    <a:pt x="253187" y="363334"/>
                  </a:lnTo>
                  <a:lnTo>
                    <a:pt x="242620" y="356209"/>
                  </a:lnTo>
                  <a:lnTo>
                    <a:pt x="235496" y="345643"/>
                  </a:lnTo>
                  <a:lnTo>
                    <a:pt x="232879" y="332689"/>
                  </a:lnTo>
                  <a:lnTo>
                    <a:pt x="232879" y="266153"/>
                  </a:lnTo>
                  <a:lnTo>
                    <a:pt x="235496" y="253199"/>
                  </a:lnTo>
                  <a:lnTo>
                    <a:pt x="242620" y="242620"/>
                  </a:lnTo>
                  <a:lnTo>
                    <a:pt x="253187" y="235496"/>
                  </a:lnTo>
                  <a:lnTo>
                    <a:pt x="266141" y="232879"/>
                  </a:lnTo>
                  <a:lnTo>
                    <a:pt x="332676" y="232879"/>
                  </a:lnTo>
                  <a:lnTo>
                    <a:pt x="345630" y="235496"/>
                  </a:lnTo>
                  <a:lnTo>
                    <a:pt x="356196" y="242620"/>
                  </a:lnTo>
                  <a:lnTo>
                    <a:pt x="363334" y="253199"/>
                  </a:lnTo>
                  <a:lnTo>
                    <a:pt x="365950" y="266153"/>
                  </a:lnTo>
                  <a:lnTo>
                    <a:pt x="365950" y="199618"/>
                  </a:lnTo>
                  <a:lnTo>
                    <a:pt x="207060" y="199618"/>
                  </a:lnTo>
                  <a:lnTo>
                    <a:pt x="199605" y="207060"/>
                  </a:lnTo>
                  <a:lnTo>
                    <a:pt x="199605" y="391782"/>
                  </a:lnTo>
                  <a:lnTo>
                    <a:pt x="207060" y="399224"/>
                  </a:lnTo>
                  <a:lnTo>
                    <a:pt x="391769" y="399224"/>
                  </a:lnTo>
                  <a:lnTo>
                    <a:pt x="399211" y="391782"/>
                  </a:lnTo>
                  <a:lnTo>
                    <a:pt x="399211" y="365950"/>
                  </a:lnTo>
                  <a:lnTo>
                    <a:pt x="399211" y="232879"/>
                  </a:lnTo>
                  <a:lnTo>
                    <a:pt x="399211" y="207060"/>
                  </a:lnTo>
                  <a:close/>
                </a:path>
                <a:path w="599440" h="794385">
                  <a:moveTo>
                    <a:pt x="560273" y="583857"/>
                  </a:moveTo>
                  <a:lnTo>
                    <a:pt x="513054" y="536587"/>
                  </a:lnTo>
                  <a:lnTo>
                    <a:pt x="486791" y="576262"/>
                  </a:lnTo>
                  <a:lnTo>
                    <a:pt x="471030" y="619798"/>
                  </a:lnTo>
                  <a:lnTo>
                    <a:pt x="465747" y="665276"/>
                  </a:lnTo>
                  <a:lnTo>
                    <a:pt x="470966" y="710742"/>
                  </a:lnTo>
                  <a:lnTo>
                    <a:pt x="486676" y="754303"/>
                  </a:lnTo>
                  <a:lnTo>
                    <a:pt x="512889" y="794016"/>
                  </a:lnTo>
                  <a:lnTo>
                    <a:pt x="560273" y="746874"/>
                  </a:lnTo>
                  <a:lnTo>
                    <a:pt x="539292" y="707923"/>
                  </a:lnTo>
                  <a:lnTo>
                    <a:pt x="532295" y="665365"/>
                  </a:lnTo>
                  <a:lnTo>
                    <a:pt x="539292" y="622808"/>
                  </a:lnTo>
                  <a:lnTo>
                    <a:pt x="560273" y="583857"/>
                  </a:lnTo>
                  <a:close/>
                </a:path>
                <a:path w="599440" h="794385">
                  <a:moveTo>
                    <a:pt x="598830" y="275132"/>
                  </a:moveTo>
                  <a:lnTo>
                    <a:pt x="578751" y="232219"/>
                  </a:lnTo>
                  <a:lnTo>
                    <a:pt x="573951" y="228295"/>
                  </a:lnTo>
                  <a:lnTo>
                    <a:pt x="572249" y="223697"/>
                  </a:lnTo>
                  <a:lnTo>
                    <a:pt x="571652" y="222034"/>
                  </a:lnTo>
                  <a:lnTo>
                    <a:pt x="572795" y="216242"/>
                  </a:lnTo>
                  <a:lnTo>
                    <a:pt x="573887" y="211442"/>
                  </a:lnTo>
                  <a:lnTo>
                    <a:pt x="574459" y="206819"/>
                  </a:lnTo>
                  <a:lnTo>
                    <a:pt x="574535" y="202184"/>
                  </a:lnTo>
                  <a:lnTo>
                    <a:pt x="570077" y="180289"/>
                  </a:lnTo>
                  <a:lnTo>
                    <a:pt x="558025" y="162420"/>
                  </a:lnTo>
                  <a:lnTo>
                    <a:pt x="540181" y="150368"/>
                  </a:lnTo>
                  <a:lnTo>
                    <a:pt x="540473" y="150368"/>
                  </a:lnTo>
                  <a:lnTo>
                    <a:pt x="521931" y="146646"/>
                  </a:lnTo>
                  <a:lnTo>
                    <a:pt x="518528" y="145961"/>
                  </a:lnTo>
                  <a:lnTo>
                    <a:pt x="515124" y="145961"/>
                  </a:lnTo>
                  <a:lnTo>
                    <a:pt x="509930" y="146583"/>
                  </a:lnTo>
                  <a:lnTo>
                    <a:pt x="504393" y="144221"/>
                  </a:lnTo>
                  <a:lnTo>
                    <a:pt x="504253" y="144221"/>
                  </a:lnTo>
                  <a:lnTo>
                    <a:pt x="497116" y="134899"/>
                  </a:lnTo>
                  <a:lnTo>
                    <a:pt x="496214" y="128701"/>
                  </a:lnTo>
                  <a:lnTo>
                    <a:pt x="498348" y="123266"/>
                  </a:lnTo>
                  <a:lnTo>
                    <a:pt x="500545" y="117411"/>
                  </a:lnTo>
                  <a:lnTo>
                    <a:pt x="500735" y="116446"/>
                  </a:lnTo>
                  <a:lnTo>
                    <a:pt x="501637" y="111201"/>
                  </a:lnTo>
                  <a:lnTo>
                    <a:pt x="501523" y="104965"/>
                  </a:lnTo>
                  <a:lnTo>
                    <a:pt x="497116" y="82994"/>
                  </a:lnTo>
                  <a:lnTo>
                    <a:pt x="485952" y="66382"/>
                  </a:lnTo>
                  <a:lnTo>
                    <a:pt x="485063" y="65062"/>
                  </a:lnTo>
                  <a:lnTo>
                    <a:pt x="482384" y="63258"/>
                  </a:lnTo>
                  <a:lnTo>
                    <a:pt x="482384" y="223697"/>
                  </a:lnTo>
                  <a:lnTo>
                    <a:pt x="482384" y="242062"/>
                  </a:lnTo>
                  <a:lnTo>
                    <a:pt x="474941" y="249516"/>
                  </a:lnTo>
                  <a:lnTo>
                    <a:pt x="432485" y="249516"/>
                  </a:lnTo>
                  <a:lnTo>
                    <a:pt x="432485" y="282778"/>
                  </a:lnTo>
                  <a:lnTo>
                    <a:pt x="474941" y="282778"/>
                  </a:lnTo>
                  <a:lnTo>
                    <a:pt x="482384" y="290233"/>
                  </a:lnTo>
                  <a:lnTo>
                    <a:pt x="482384" y="308597"/>
                  </a:lnTo>
                  <a:lnTo>
                    <a:pt x="474941" y="316052"/>
                  </a:lnTo>
                  <a:lnTo>
                    <a:pt x="432485" y="316052"/>
                  </a:lnTo>
                  <a:lnTo>
                    <a:pt x="432485" y="349313"/>
                  </a:lnTo>
                  <a:lnTo>
                    <a:pt x="474941" y="349313"/>
                  </a:lnTo>
                  <a:lnTo>
                    <a:pt x="482384" y="356768"/>
                  </a:lnTo>
                  <a:lnTo>
                    <a:pt x="482384" y="375132"/>
                  </a:lnTo>
                  <a:lnTo>
                    <a:pt x="474941" y="382587"/>
                  </a:lnTo>
                  <a:lnTo>
                    <a:pt x="432485" y="382587"/>
                  </a:lnTo>
                  <a:lnTo>
                    <a:pt x="428561" y="402018"/>
                  </a:lnTo>
                  <a:lnTo>
                    <a:pt x="417868" y="417880"/>
                  </a:lnTo>
                  <a:lnTo>
                    <a:pt x="402005" y="428574"/>
                  </a:lnTo>
                  <a:lnTo>
                    <a:pt x="382587" y="432485"/>
                  </a:lnTo>
                  <a:lnTo>
                    <a:pt x="382587" y="474941"/>
                  </a:lnTo>
                  <a:lnTo>
                    <a:pt x="375132" y="482384"/>
                  </a:lnTo>
                  <a:lnTo>
                    <a:pt x="356755" y="482384"/>
                  </a:lnTo>
                  <a:lnTo>
                    <a:pt x="349313" y="474941"/>
                  </a:lnTo>
                  <a:lnTo>
                    <a:pt x="349313" y="432485"/>
                  </a:lnTo>
                  <a:lnTo>
                    <a:pt x="316052" y="432485"/>
                  </a:lnTo>
                  <a:lnTo>
                    <a:pt x="316052" y="474941"/>
                  </a:lnTo>
                  <a:lnTo>
                    <a:pt x="308597" y="482384"/>
                  </a:lnTo>
                  <a:lnTo>
                    <a:pt x="290220" y="482384"/>
                  </a:lnTo>
                  <a:lnTo>
                    <a:pt x="282778" y="474941"/>
                  </a:lnTo>
                  <a:lnTo>
                    <a:pt x="282778" y="432485"/>
                  </a:lnTo>
                  <a:lnTo>
                    <a:pt x="249504" y="432485"/>
                  </a:lnTo>
                  <a:lnTo>
                    <a:pt x="249504" y="474941"/>
                  </a:lnTo>
                  <a:lnTo>
                    <a:pt x="242062" y="482384"/>
                  </a:lnTo>
                  <a:lnTo>
                    <a:pt x="223685" y="482384"/>
                  </a:lnTo>
                  <a:lnTo>
                    <a:pt x="216242" y="474941"/>
                  </a:lnTo>
                  <a:lnTo>
                    <a:pt x="216242" y="432485"/>
                  </a:lnTo>
                  <a:lnTo>
                    <a:pt x="196811" y="428574"/>
                  </a:lnTo>
                  <a:lnTo>
                    <a:pt x="180949" y="417880"/>
                  </a:lnTo>
                  <a:lnTo>
                    <a:pt x="170256" y="402018"/>
                  </a:lnTo>
                  <a:lnTo>
                    <a:pt x="166344" y="382587"/>
                  </a:lnTo>
                  <a:lnTo>
                    <a:pt x="123888" y="382587"/>
                  </a:lnTo>
                  <a:lnTo>
                    <a:pt x="116433" y="375132"/>
                  </a:lnTo>
                  <a:lnTo>
                    <a:pt x="116433" y="356768"/>
                  </a:lnTo>
                  <a:lnTo>
                    <a:pt x="123888" y="349313"/>
                  </a:lnTo>
                  <a:lnTo>
                    <a:pt x="166344" y="349313"/>
                  </a:lnTo>
                  <a:lnTo>
                    <a:pt x="166344" y="316052"/>
                  </a:lnTo>
                  <a:lnTo>
                    <a:pt x="123888" y="316052"/>
                  </a:lnTo>
                  <a:lnTo>
                    <a:pt x="116433" y="308597"/>
                  </a:lnTo>
                  <a:lnTo>
                    <a:pt x="116433" y="290233"/>
                  </a:lnTo>
                  <a:lnTo>
                    <a:pt x="123888" y="282778"/>
                  </a:lnTo>
                  <a:lnTo>
                    <a:pt x="166344" y="282778"/>
                  </a:lnTo>
                  <a:lnTo>
                    <a:pt x="166344" y="249516"/>
                  </a:lnTo>
                  <a:lnTo>
                    <a:pt x="123888" y="249516"/>
                  </a:lnTo>
                  <a:lnTo>
                    <a:pt x="116433" y="242062"/>
                  </a:lnTo>
                  <a:lnTo>
                    <a:pt x="116433" y="223697"/>
                  </a:lnTo>
                  <a:lnTo>
                    <a:pt x="123888" y="216242"/>
                  </a:lnTo>
                  <a:lnTo>
                    <a:pt x="166344" y="216242"/>
                  </a:lnTo>
                  <a:lnTo>
                    <a:pt x="170256" y="196824"/>
                  </a:lnTo>
                  <a:lnTo>
                    <a:pt x="180949" y="180962"/>
                  </a:lnTo>
                  <a:lnTo>
                    <a:pt x="196811" y="170268"/>
                  </a:lnTo>
                  <a:lnTo>
                    <a:pt x="216242" y="166344"/>
                  </a:lnTo>
                  <a:lnTo>
                    <a:pt x="216242" y="146646"/>
                  </a:lnTo>
                  <a:lnTo>
                    <a:pt x="216242" y="123888"/>
                  </a:lnTo>
                  <a:lnTo>
                    <a:pt x="223685" y="116446"/>
                  </a:lnTo>
                  <a:lnTo>
                    <a:pt x="242062" y="116446"/>
                  </a:lnTo>
                  <a:lnTo>
                    <a:pt x="249504" y="123888"/>
                  </a:lnTo>
                  <a:lnTo>
                    <a:pt x="249504" y="166344"/>
                  </a:lnTo>
                  <a:lnTo>
                    <a:pt x="282778" y="166344"/>
                  </a:lnTo>
                  <a:lnTo>
                    <a:pt x="282778" y="123888"/>
                  </a:lnTo>
                  <a:lnTo>
                    <a:pt x="290220" y="116446"/>
                  </a:lnTo>
                  <a:lnTo>
                    <a:pt x="308597" y="116446"/>
                  </a:lnTo>
                  <a:lnTo>
                    <a:pt x="316052" y="123888"/>
                  </a:lnTo>
                  <a:lnTo>
                    <a:pt x="316052" y="166344"/>
                  </a:lnTo>
                  <a:lnTo>
                    <a:pt x="349313" y="166344"/>
                  </a:lnTo>
                  <a:lnTo>
                    <a:pt x="349313" y="123888"/>
                  </a:lnTo>
                  <a:lnTo>
                    <a:pt x="356755" y="116446"/>
                  </a:lnTo>
                  <a:lnTo>
                    <a:pt x="375132" y="116446"/>
                  </a:lnTo>
                  <a:lnTo>
                    <a:pt x="382587" y="123888"/>
                  </a:lnTo>
                  <a:lnTo>
                    <a:pt x="382587" y="166344"/>
                  </a:lnTo>
                  <a:lnTo>
                    <a:pt x="402005" y="170268"/>
                  </a:lnTo>
                  <a:lnTo>
                    <a:pt x="417868" y="180962"/>
                  </a:lnTo>
                  <a:lnTo>
                    <a:pt x="428561" y="196824"/>
                  </a:lnTo>
                  <a:lnTo>
                    <a:pt x="432422" y="215963"/>
                  </a:lnTo>
                  <a:lnTo>
                    <a:pt x="432485" y="216242"/>
                  </a:lnTo>
                  <a:lnTo>
                    <a:pt x="474941" y="216242"/>
                  </a:lnTo>
                  <a:lnTo>
                    <a:pt x="482384" y="223697"/>
                  </a:lnTo>
                  <a:lnTo>
                    <a:pt x="482384" y="63258"/>
                  </a:lnTo>
                  <a:lnTo>
                    <a:pt x="467194" y="52959"/>
                  </a:lnTo>
                  <a:lnTo>
                    <a:pt x="455612" y="50596"/>
                  </a:lnTo>
                  <a:lnTo>
                    <a:pt x="445300" y="48488"/>
                  </a:lnTo>
                  <a:lnTo>
                    <a:pt x="436803" y="50596"/>
                  </a:lnTo>
                  <a:lnTo>
                    <a:pt x="428142" y="45897"/>
                  </a:lnTo>
                  <a:lnTo>
                    <a:pt x="425259" y="37706"/>
                  </a:lnTo>
                  <a:lnTo>
                    <a:pt x="417029" y="22301"/>
                  </a:lnTo>
                  <a:lnTo>
                    <a:pt x="404799" y="10388"/>
                  </a:lnTo>
                  <a:lnTo>
                    <a:pt x="389534" y="2717"/>
                  </a:lnTo>
                  <a:lnTo>
                    <a:pt x="372275" y="0"/>
                  </a:lnTo>
                  <a:lnTo>
                    <a:pt x="351624" y="4203"/>
                  </a:lnTo>
                  <a:lnTo>
                    <a:pt x="334340" y="15125"/>
                  </a:lnTo>
                  <a:lnTo>
                    <a:pt x="321945" y="31381"/>
                  </a:lnTo>
                  <a:lnTo>
                    <a:pt x="315950" y="51562"/>
                  </a:lnTo>
                  <a:lnTo>
                    <a:pt x="315023" y="59994"/>
                  </a:lnTo>
                  <a:lnTo>
                    <a:pt x="307898" y="66382"/>
                  </a:lnTo>
                  <a:lnTo>
                    <a:pt x="290931" y="66382"/>
                  </a:lnTo>
                  <a:lnTo>
                    <a:pt x="283806" y="59994"/>
                  </a:lnTo>
                  <a:lnTo>
                    <a:pt x="282879" y="51562"/>
                  </a:lnTo>
                  <a:lnTo>
                    <a:pt x="282587" y="50596"/>
                  </a:lnTo>
                  <a:lnTo>
                    <a:pt x="276872" y="31381"/>
                  </a:lnTo>
                  <a:lnTo>
                    <a:pt x="264477" y="15125"/>
                  </a:lnTo>
                  <a:lnTo>
                    <a:pt x="247192" y="4203"/>
                  </a:lnTo>
                  <a:lnTo>
                    <a:pt x="226555" y="0"/>
                  </a:lnTo>
                  <a:lnTo>
                    <a:pt x="209296" y="2717"/>
                  </a:lnTo>
                  <a:lnTo>
                    <a:pt x="194043" y="10388"/>
                  </a:lnTo>
                  <a:lnTo>
                    <a:pt x="181800" y="22301"/>
                  </a:lnTo>
                  <a:lnTo>
                    <a:pt x="173596" y="37706"/>
                  </a:lnTo>
                  <a:lnTo>
                    <a:pt x="170764" y="45897"/>
                  </a:lnTo>
                  <a:lnTo>
                    <a:pt x="162115" y="50546"/>
                  </a:lnTo>
                  <a:lnTo>
                    <a:pt x="154127" y="48488"/>
                  </a:lnTo>
                  <a:lnTo>
                    <a:pt x="153238" y="48488"/>
                  </a:lnTo>
                  <a:lnTo>
                    <a:pt x="131495" y="52959"/>
                  </a:lnTo>
                  <a:lnTo>
                    <a:pt x="131686" y="52959"/>
                  </a:lnTo>
                  <a:lnTo>
                    <a:pt x="113842" y="65062"/>
                  </a:lnTo>
                  <a:lnTo>
                    <a:pt x="101765" y="82994"/>
                  </a:lnTo>
                  <a:lnTo>
                    <a:pt x="97307" y="104965"/>
                  </a:lnTo>
                  <a:lnTo>
                    <a:pt x="97180" y="111201"/>
                  </a:lnTo>
                  <a:lnTo>
                    <a:pt x="98234" y="117411"/>
                  </a:lnTo>
                  <a:lnTo>
                    <a:pt x="100431" y="123266"/>
                  </a:lnTo>
                  <a:lnTo>
                    <a:pt x="102616" y="128701"/>
                  </a:lnTo>
                  <a:lnTo>
                    <a:pt x="101765" y="134899"/>
                  </a:lnTo>
                  <a:lnTo>
                    <a:pt x="94640" y="144221"/>
                  </a:lnTo>
                  <a:lnTo>
                    <a:pt x="88874" y="146646"/>
                  </a:lnTo>
                  <a:lnTo>
                    <a:pt x="83058" y="145961"/>
                  </a:lnTo>
                  <a:lnTo>
                    <a:pt x="80670" y="145961"/>
                  </a:lnTo>
                  <a:lnTo>
                    <a:pt x="58750" y="150368"/>
                  </a:lnTo>
                  <a:lnTo>
                    <a:pt x="40843" y="162420"/>
                  </a:lnTo>
                  <a:lnTo>
                    <a:pt x="28752" y="180289"/>
                  </a:lnTo>
                  <a:lnTo>
                    <a:pt x="24282" y="202184"/>
                  </a:lnTo>
                  <a:lnTo>
                    <a:pt x="24358" y="206819"/>
                  </a:lnTo>
                  <a:lnTo>
                    <a:pt x="24904" y="211442"/>
                  </a:lnTo>
                  <a:lnTo>
                    <a:pt x="25946" y="215963"/>
                  </a:lnTo>
                  <a:lnTo>
                    <a:pt x="27203" y="222034"/>
                  </a:lnTo>
                  <a:lnTo>
                    <a:pt x="24968" y="228295"/>
                  </a:lnTo>
                  <a:lnTo>
                    <a:pt x="20154" y="232219"/>
                  </a:lnTo>
                  <a:lnTo>
                    <a:pt x="11569" y="241033"/>
                  </a:lnTo>
                  <a:lnTo>
                    <a:pt x="5219" y="251396"/>
                  </a:lnTo>
                  <a:lnTo>
                    <a:pt x="1295" y="262902"/>
                  </a:lnTo>
                  <a:lnTo>
                    <a:pt x="0" y="275132"/>
                  </a:lnTo>
                  <a:lnTo>
                    <a:pt x="1041" y="286296"/>
                  </a:lnTo>
                  <a:lnTo>
                    <a:pt x="4318" y="296913"/>
                  </a:lnTo>
                  <a:lnTo>
                    <a:pt x="9664" y="306628"/>
                  </a:lnTo>
                  <a:lnTo>
                    <a:pt x="16967" y="315150"/>
                  </a:lnTo>
                  <a:lnTo>
                    <a:pt x="20815" y="320509"/>
                  </a:lnTo>
                  <a:lnTo>
                    <a:pt x="22263" y="326694"/>
                  </a:lnTo>
                  <a:lnTo>
                    <a:pt x="21297" y="332994"/>
                  </a:lnTo>
                  <a:lnTo>
                    <a:pt x="17881" y="338620"/>
                  </a:lnTo>
                  <a:lnTo>
                    <a:pt x="10210" y="348691"/>
                  </a:lnTo>
                  <a:lnTo>
                    <a:pt x="4597" y="359918"/>
                  </a:lnTo>
                  <a:lnTo>
                    <a:pt x="1155" y="371983"/>
                  </a:lnTo>
                  <a:lnTo>
                    <a:pt x="0" y="384581"/>
                  </a:lnTo>
                  <a:lnTo>
                    <a:pt x="2806" y="403758"/>
                  </a:lnTo>
                  <a:lnTo>
                    <a:pt x="10718" y="421055"/>
                  </a:lnTo>
                  <a:lnTo>
                    <a:pt x="23075" y="435508"/>
                  </a:lnTo>
                  <a:lnTo>
                    <a:pt x="39293" y="446125"/>
                  </a:lnTo>
                  <a:lnTo>
                    <a:pt x="44932" y="448754"/>
                  </a:lnTo>
                  <a:lnTo>
                    <a:pt x="48641" y="454329"/>
                  </a:lnTo>
                  <a:lnTo>
                    <a:pt x="67437" y="504228"/>
                  </a:lnTo>
                  <a:lnTo>
                    <a:pt x="109905" y="525424"/>
                  </a:lnTo>
                  <a:lnTo>
                    <a:pt x="116852" y="526173"/>
                  </a:lnTo>
                  <a:lnTo>
                    <a:pt x="122593" y="531177"/>
                  </a:lnTo>
                  <a:lnTo>
                    <a:pt x="152654" y="581863"/>
                  </a:lnTo>
                  <a:lnTo>
                    <a:pt x="202107" y="598830"/>
                  </a:lnTo>
                  <a:lnTo>
                    <a:pt x="233667" y="593890"/>
                  </a:lnTo>
                  <a:lnTo>
                    <a:pt x="258813" y="580034"/>
                  </a:lnTo>
                  <a:lnTo>
                    <a:pt x="275767" y="558736"/>
                  </a:lnTo>
                  <a:lnTo>
                    <a:pt x="282790" y="531482"/>
                  </a:lnTo>
                  <a:lnTo>
                    <a:pt x="282790" y="522287"/>
                  </a:lnTo>
                  <a:lnTo>
                    <a:pt x="290245" y="514845"/>
                  </a:lnTo>
                  <a:lnTo>
                    <a:pt x="308610" y="514845"/>
                  </a:lnTo>
                  <a:lnTo>
                    <a:pt x="316064" y="522287"/>
                  </a:lnTo>
                  <a:lnTo>
                    <a:pt x="316064" y="531482"/>
                  </a:lnTo>
                  <a:lnTo>
                    <a:pt x="321284" y="554685"/>
                  </a:lnTo>
                  <a:lnTo>
                    <a:pt x="333654" y="574255"/>
                  </a:lnTo>
                  <a:lnTo>
                    <a:pt x="351764" y="588657"/>
                  </a:lnTo>
                  <a:lnTo>
                    <a:pt x="374281" y="596353"/>
                  </a:lnTo>
                  <a:lnTo>
                    <a:pt x="389166" y="550595"/>
                  </a:lnTo>
                  <a:lnTo>
                    <a:pt x="407504" y="514845"/>
                  </a:lnTo>
                  <a:lnTo>
                    <a:pt x="429856" y="482384"/>
                  </a:lnTo>
                  <a:lnTo>
                    <a:pt x="471716" y="437502"/>
                  </a:lnTo>
                  <a:lnTo>
                    <a:pt x="509752" y="409968"/>
                  </a:lnTo>
                  <a:lnTo>
                    <a:pt x="552005" y="388556"/>
                  </a:lnTo>
                  <a:lnTo>
                    <a:pt x="597839" y="373888"/>
                  </a:lnTo>
                  <a:lnTo>
                    <a:pt x="595604" y="364197"/>
                  </a:lnTo>
                  <a:lnTo>
                    <a:pt x="592010" y="354990"/>
                  </a:lnTo>
                  <a:lnTo>
                    <a:pt x="587095" y="346405"/>
                  </a:lnTo>
                  <a:lnTo>
                    <a:pt x="580974" y="338620"/>
                  </a:lnTo>
                  <a:lnTo>
                    <a:pt x="577532" y="332994"/>
                  </a:lnTo>
                  <a:lnTo>
                    <a:pt x="576554" y="326694"/>
                  </a:lnTo>
                  <a:lnTo>
                    <a:pt x="577989" y="320509"/>
                  </a:lnTo>
                  <a:lnTo>
                    <a:pt x="581837" y="315150"/>
                  </a:lnTo>
                  <a:lnTo>
                    <a:pt x="589127" y="306628"/>
                  </a:lnTo>
                  <a:lnTo>
                    <a:pt x="594487" y="296913"/>
                  </a:lnTo>
                  <a:lnTo>
                    <a:pt x="597763" y="286296"/>
                  </a:lnTo>
                  <a:lnTo>
                    <a:pt x="598830" y="275132"/>
                  </a:lnTo>
                  <a:close/>
                </a:path>
              </a:pathLst>
            </a:custGeom>
            <a:solidFill>
              <a:srgbClr val="26DEDD"/>
            </a:solidFill>
          </p:spPr>
          <p:txBody>
            <a:bodyPr wrap="square" lIns="0" tIns="0" rIns="0" bIns="0" rtlCol="0"/>
            <a:lstStyle/>
            <a:p>
              <a:endParaRPr/>
            </a:p>
          </p:txBody>
        </p:sp>
      </p:grpSp>
      <p:grpSp>
        <p:nvGrpSpPr>
          <p:cNvPr id="8" name="object 8"/>
          <p:cNvGrpSpPr/>
          <p:nvPr/>
        </p:nvGrpSpPr>
        <p:grpSpPr>
          <a:xfrm>
            <a:off x="914417" y="3613894"/>
            <a:ext cx="931544" cy="931544"/>
            <a:chOff x="914417" y="3613894"/>
            <a:chExt cx="931544" cy="931544"/>
          </a:xfrm>
        </p:grpSpPr>
        <p:pic>
          <p:nvPicPr>
            <p:cNvPr id="9" name="object 9"/>
            <p:cNvPicPr/>
            <p:nvPr/>
          </p:nvPicPr>
          <p:blipFill>
            <a:blip r:embed="rId5" cstate="print"/>
            <a:stretch>
              <a:fillRect/>
            </a:stretch>
          </p:blipFill>
          <p:spPr>
            <a:xfrm>
              <a:off x="1457791" y="3738097"/>
              <a:ext cx="93141" cy="170776"/>
            </a:xfrm>
            <a:prstGeom prst="rect">
              <a:avLst/>
            </a:prstGeom>
          </p:spPr>
        </p:pic>
        <p:pic>
          <p:nvPicPr>
            <p:cNvPr id="10" name="object 10"/>
            <p:cNvPicPr/>
            <p:nvPr/>
          </p:nvPicPr>
          <p:blipFill>
            <a:blip r:embed="rId6" cstate="print"/>
            <a:stretch>
              <a:fillRect/>
            </a:stretch>
          </p:blipFill>
          <p:spPr>
            <a:xfrm>
              <a:off x="1318055" y="4359095"/>
              <a:ext cx="124206" cy="124205"/>
            </a:xfrm>
            <a:prstGeom prst="rect">
              <a:avLst/>
            </a:prstGeom>
          </p:spPr>
        </p:pic>
        <p:sp>
          <p:nvSpPr>
            <p:cNvPr id="11" name="object 11"/>
            <p:cNvSpPr/>
            <p:nvPr/>
          </p:nvSpPr>
          <p:spPr>
            <a:xfrm>
              <a:off x="914412" y="3613898"/>
              <a:ext cx="931544" cy="931544"/>
            </a:xfrm>
            <a:custGeom>
              <a:avLst/>
              <a:gdLst/>
              <a:ahLst/>
              <a:cxnLst/>
              <a:rect l="l" t="t" r="r" b="b"/>
              <a:pathLst>
                <a:path w="931544" h="931545">
                  <a:moveTo>
                    <a:pt x="170764" y="653618"/>
                  </a:moveTo>
                  <a:lnTo>
                    <a:pt x="167195" y="634301"/>
                  </a:lnTo>
                  <a:lnTo>
                    <a:pt x="157378" y="619061"/>
                  </a:lnTo>
                  <a:lnTo>
                    <a:pt x="142608" y="609066"/>
                  </a:lnTo>
                  <a:lnTo>
                    <a:pt x="124193" y="605485"/>
                  </a:lnTo>
                  <a:lnTo>
                    <a:pt x="105778" y="609041"/>
                  </a:lnTo>
                  <a:lnTo>
                    <a:pt x="91008" y="618871"/>
                  </a:lnTo>
                  <a:lnTo>
                    <a:pt x="81191" y="633641"/>
                  </a:lnTo>
                  <a:lnTo>
                    <a:pt x="77622" y="652056"/>
                  </a:lnTo>
                  <a:lnTo>
                    <a:pt x="79857" y="666496"/>
                  </a:lnTo>
                  <a:lnTo>
                    <a:pt x="86156" y="679030"/>
                  </a:lnTo>
                  <a:lnTo>
                    <a:pt x="95961" y="688949"/>
                  </a:lnTo>
                  <a:lnTo>
                    <a:pt x="108673" y="695528"/>
                  </a:lnTo>
                  <a:lnTo>
                    <a:pt x="108673" y="765390"/>
                  </a:lnTo>
                  <a:lnTo>
                    <a:pt x="40360" y="791781"/>
                  </a:lnTo>
                  <a:lnTo>
                    <a:pt x="34150" y="794893"/>
                  </a:lnTo>
                  <a:lnTo>
                    <a:pt x="31038" y="801103"/>
                  </a:lnTo>
                  <a:lnTo>
                    <a:pt x="31038" y="931506"/>
                  </a:lnTo>
                  <a:lnTo>
                    <a:pt x="62090" y="931506"/>
                  </a:lnTo>
                  <a:lnTo>
                    <a:pt x="62090" y="818172"/>
                  </a:lnTo>
                  <a:lnTo>
                    <a:pt x="130403" y="791781"/>
                  </a:lnTo>
                  <a:lnTo>
                    <a:pt x="136613" y="788682"/>
                  </a:lnTo>
                  <a:lnTo>
                    <a:pt x="139712" y="784021"/>
                  </a:lnTo>
                  <a:lnTo>
                    <a:pt x="139712" y="697077"/>
                  </a:lnTo>
                  <a:lnTo>
                    <a:pt x="152425" y="690499"/>
                  </a:lnTo>
                  <a:lnTo>
                    <a:pt x="162229" y="680580"/>
                  </a:lnTo>
                  <a:lnTo>
                    <a:pt x="168529" y="668045"/>
                  </a:lnTo>
                  <a:lnTo>
                    <a:pt x="170764" y="653618"/>
                  </a:lnTo>
                  <a:close/>
                </a:path>
                <a:path w="931544" h="931545">
                  <a:moveTo>
                    <a:pt x="931494" y="739000"/>
                  </a:moveTo>
                  <a:lnTo>
                    <a:pt x="929944" y="737450"/>
                  </a:lnTo>
                  <a:lnTo>
                    <a:pt x="884923" y="662927"/>
                  </a:lnTo>
                  <a:lnTo>
                    <a:pt x="884923" y="574433"/>
                  </a:lnTo>
                  <a:lnTo>
                    <a:pt x="853871" y="574433"/>
                  </a:lnTo>
                  <a:lnTo>
                    <a:pt x="853871" y="673798"/>
                  </a:lnTo>
                  <a:lnTo>
                    <a:pt x="855421" y="675347"/>
                  </a:lnTo>
                  <a:lnTo>
                    <a:pt x="900442" y="749871"/>
                  </a:lnTo>
                  <a:lnTo>
                    <a:pt x="900442" y="931506"/>
                  </a:lnTo>
                  <a:lnTo>
                    <a:pt x="931494" y="931506"/>
                  </a:lnTo>
                  <a:lnTo>
                    <a:pt x="931494" y="739000"/>
                  </a:lnTo>
                  <a:close/>
                </a:path>
                <a:path w="931544" h="931545">
                  <a:moveTo>
                    <a:pt x="931494" y="294982"/>
                  </a:moveTo>
                  <a:lnTo>
                    <a:pt x="924928" y="245605"/>
                  </a:lnTo>
                  <a:lnTo>
                    <a:pt x="906360" y="201142"/>
                  </a:lnTo>
                  <a:lnTo>
                    <a:pt x="877544" y="163410"/>
                  </a:lnTo>
                  <a:lnTo>
                    <a:pt x="840181" y="134213"/>
                  </a:lnTo>
                  <a:lnTo>
                    <a:pt x="796010" y="115354"/>
                  </a:lnTo>
                  <a:lnTo>
                    <a:pt x="746747" y="108673"/>
                  </a:lnTo>
                  <a:lnTo>
                    <a:pt x="737171" y="93154"/>
                  </a:lnTo>
                  <a:lnTo>
                    <a:pt x="732383" y="85394"/>
                  </a:lnTo>
                  <a:lnTo>
                    <a:pt x="719289" y="64185"/>
                  </a:lnTo>
                  <a:lnTo>
                    <a:pt x="680770" y="29883"/>
                  </a:lnTo>
                  <a:lnTo>
                    <a:pt x="667575" y="23647"/>
                  </a:lnTo>
                  <a:lnTo>
                    <a:pt x="667575" y="170776"/>
                  </a:lnTo>
                  <a:lnTo>
                    <a:pt x="665340" y="188772"/>
                  </a:lnTo>
                  <a:lnTo>
                    <a:pt x="659041" y="205320"/>
                  </a:lnTo>
                  <a:lnTo>
                    <a:pt x="649236" y="220116"/>
                  </a:lnTo>
                  <a:lnTo>
                    <a:pt x="636524" y="232879"/>
                  </a:lnTo>
                  <a:lnTo>
                    <a:pt x="636524" y="319824"/>
                  </a:lnTo>
                  <a:lnTo>
                    <a:pt x="630313" y="326034"/>
                  </a:lnTo>
                  <a:lnTo>
                    <a:pt x="549579" y="326034"/>
                  </a:lnTo>
                  <a:lnTo>
                    <a:pt x="543369" y="319824"/>
                  </a:lnTo>
                  <a:lnTo>
                    <a:pt x="543369" y="232879"/>
                  </a:lnTo>
                  <a:lnTo>
                    <a:pt x="530656" y="220776"/>
                  </a:lnTo>
                  <a:lnTo>
                    <a:pt x="520852" y="205905"/>
                  </a:lnTo>
                  <a:lnTo>
                    <a:pt x="514553" y="189001"/>
                  </a:lnTo>
                  <a:lnTo>
                    <a:pt x="512318" y="170776"/>
                  </a:lnTo>
                  <a:lnTo>
                    <a:pt x="518337" y="140309"/>
                  </a:lnTo>
                  <a:lnTo>
                    <a:pt x="534835" y="115658"/>
                  </a:lnTo>
                  <a:lnTo>
                    <a:pt x="559473" y="99174"/>
                  </a:lnTo>
                  <a:lnTo>
                    <a:pt x="589940" y="93154"/>
                  </a:lnTo>
                  <a:lnTo>
                    <a:pt x="620407" y="99174"/>
                  </a:lnTo>
                  <a:lnTo>
                    <a:pt x="645058" y="115658"/>
                  </a:lnTo>
                  <a:lnTo>
                    <a:pt x="661555" y="140309"/>
                  </a:lnTo>
                  <a:lnTo>
                    <a:pt x="667575" y="170776"/>
                  </a:lnTo>
                  <a:lnTo>
                    <a:pt x="667575" y="23647"/>
                  </a:lnTo>
                  <a:lnTo>
                    <a:pt x="634085" y="7810"/>
                  </a:lnTo>
                  <a:lnTo>
                    <a:pt x="582180" y="0"/>
                  </a:lnTo>
                  <a:lnTo>
                    <a:pt x="536790" y="5918"/>
                  </a:lnTo>
                  <a:lnTo>
                    <a:pt x="495046" y="22898"/>
                  </a:lnTo>
                  <a:lnTo>
                    <a:pt x="458825" y="49784"/>
                  </a:lnTo>
                  <a:lnTo>
                    <a:pt x="430034" y="85394"/>
                  </a:lnTo>
                  <a:lnTo>
                    <a:pt x="405358" y="68846"/>
                  </a:lnTo>
                  <a:lnTo>
                    <a:pt x="378218" y="56680"/>
                  </a:lnTo>
                  <a:lnTo>
                    <a:pt x="349034" y="49161"/>
                  </a:lnTo>
                  <a:lnTo>
                    <a:pt x="318262" y="46583"/>
                  </a:lnTo>
                  <a:lnTo>
                    <a:pt x="271068" y="53022"/>
                  </a:lnTo>
                  <a:lnTo>
                    <a:pt x="228498" y="71132"/>
                  </a:lnTo>
                  <a:lnTo>
                    <a:pt x="192316" y="99174"/>
                  </a:lnTo>
                  <a:lnTo>
                    <a:pt x="164274" y="135356"/>
                  </a:lnTo>
                  <a:lnTo>
                    <a:pt x="146151" y="177927"/>
                  </a:lnTo>
                  <a:lnTo>
                    <a:pt x="139725" y="225120"/>
                  </a:lnTo>
                  <a:lnTo>
                    <a:pt x="139725" y="263931"/>
                  </a:lnTo>
                  <a:lnTo>
                    <a:pt x="108673" y="263931"/>
                  </a:lnTo>
                  <a:lnTo>
                    <a:pt x="66141" y="272402"/>
                  </a:lnTo>
                  <a:lnTo>
                    <a:pt x="31623" y="295567"/>
                  </a:lnTo>
                  <a:lnTo>
                    <a:pt x="8458" y="330085"/>
                  </a:lnTo>
                  <a:lnTo>
                    <a:pt x="0" y="372605"/>
                  </a:lnTo>
                  <a:lnTo>
                    <a:pt x="8458" y="415124"/>
                  </a:lnTo>
                  <a:lnTo>
                    <a:pt x="31623" y="449643"/>
                  </a:lnTo>
                  <a:lnTo>
                    <a:pt x="66141" y="472808"/>
                  </a:lnTo>
                  <a:lnTo>
                    <a:pt x="108673" y="481279"/>
                  </a:lnTo>
                  <a:lnTo>
                    <a:pt x="124193" y="481279"/>
                  </a:lnTo>
                  <a:lnTo>
                    <a:pt x="124193" y="574433"/>
                  </a:lnTo>
                  <a:lnTo>
                    <a:pt x="155244" y="574433"/>
                  </a:lnTo>
                  <a:lnTo>
                    <a:pt x="155244" y="481279"/>
                  </a:lnTo>
                  <a:lnTo>
                    <a:pt x="186296" y="481279"/>
                  </a:lnTo>
                  <a:lnTo>
                    <a:pt x="186296" y="596163"/>
                  </a:lnTo>
                  <a:lnTo>
                    <a:pt x="187845" y="597712"/>
                  </a:lnTo>
                  <a:lnTo>
                    <a:pt x="232867" y="672236"/>
                  </a:lnTo>
                  <a:lnTo>
                    <a:pt x="232867" y="748309"/>
                  </a:lnTo>
                  <a:lnTo>
                    <a:pt x="220154" y="754888"/>
                  </a:lnTo>
                  <a:lnTo>
                    <a:pt x="210350" y="764806"/>
                  </a:lnTo>
                  <a:lnTo>
                    <a:pt x="204050" y="777354"/>
                  </a:lnTo>
                  <a:lnTo>
                    <a:pt x="201815" y="791781"/>
                  </a:lnTo>
                  <a:lnTo>
                    <a:pt x="205384" y="810196"/>
                  </a:lnTo>
                  <a:lnTo>
                    <a:pt x="215201" y="824966"/>
                  </a:lnTo>
                  <a:lnTo>
                    <a:pt x="229984" y="834783"/>
                  </a:lnTo>
                  <a:lnTo>
                    <a:pt x="248399" y="838352"/>
                  </a:lnTo>
                  <a:lnTo>
                    <a:pt x="266814" y="834783"/>
                  </a:lnTo>
                  <a:lnTo>
                    <a:pt x="281584" y="824966"/>
                  </a:lnTo>
                  <a:lnTo>
                    <a:pt x="291401" y="810196"/>
                  </a:lnTo>
                  <a:lnTo>
                    <a:pt x="294970" y="791781"/>
                  </a:lnTo>
                  <a:lnTo>
                    <a:pt x="292836" y="777976"/>
                  </a:lnTo>
                  <a:lnTo>
                    <a:pt x="292735" y="777354"/>
                  </a:lnTo>
                  <a:lnTo>
                    <a:pt x="286435" y="764806"/>
                  </a:lnTo>
                  <a:lnTo>
                    <a:pt x="276631" y="754888"/>
                  </a:lnTo>
                  <a:lnTo>
                    <a:pt x="263918" y="748309"/>
                  </a:lnTo>
                  <a:lnTo>
                    <a:pt x="263918" y="661365"/>
                  </a:lnTo>
                  <a:lnTo>
                    <a:pt x="262369" y="659815"/>
                  </a:lnTo>
                  <a:lnTo>
                    <a:pt x="217347" y="585292"/>
                  </a:lnTo>
                  <a:lnTo>
                    <a:pt x="217347" y="481279"/>
                  </a:lnTo>
                  <a:lnTo>
                    <a:pt x="310489" y="481279"/>
                  </a:lnTo>
                  <a:lnTo>
                    <a:pt x="310489" y="506120"/>
                  </a:lnTo>
                  <a:lnTo>
                    <a:pt x="316699" y="512330"/>
                  </a:lnTo>
                  <a:lnTo>
                    <a:pt x="419163" y="512330"/>
                  </a:lnTo>
                  <a:lnTo>
                    <a:pt x="419163" y="543382"/>
                  </a:lnTo>
                  <a:lnTo>
                    <a:pt x="363283" y="543382"/>
                  </a:lnTo>
                  <a:lnTo>
                    <a:pt x="357073" y="549592"/>
                  </a:lnTo>
                  <a:lnTo>
                    <a:pt x="357073" y="630313"/>
                  </a:lnTo>
                  <a:lnTo>
                    <a:pt x="363283" y="636524"/>
                  </a:lnTo>
                  <a:lnTo>
                    <a:pt x="419163" y="636524"/>
                  </a:lnTo>
                  <a:lnTo>
                    <a:pt x="419163" y="692416"/>
                  </a:lnTo>
                  <a:lnTo>
                    <a:pt x="387388" y="711238"/>
                  </a:lnTo>
                  <a:lnTo>
                    <a:pt x="362889" y="738212"/>
                  </a:lnTo>
                  <a:lnTo>
                    <a:pt x="347116" y="771017"/>
                  </a:lnTo>
                  <a:lnTo>
                    <a:pt x="341541" y="807300"/>
                  </a:lnTo>
                  <a:lnTo>
                    <a:pt x="351345" y="855522"/>
                  </a:lnTo>
                  <a:lnTo>
                    <a:pt x="378028" y="895019"/>
                  </a:lnTo>
                  <a:lnTo>
                    <a:pt x="417525" y="921702"/>
                  </a:lnTo>
                  <a:lnTo>
                    <a:pt x="465747" y="931506"/>
                  </a:lnTo>
                  <a:lnTo>
                    <a:pt x="513969" y="921702"/>
                  </a:lnTo>
                  <a:lnTo>
                    <a:pt x="545414" y="900455"/>
                  </a:lnTo>
                  <a:lnTo>
                    <a:pt x="553466" y="895019"/>
                  </a:lnTo>
                  <a:lnTo>
                    <a:pt x="580136" y="855522"/>
                  </a:lnTo>
                  <a:lnTo>
                    <a:pt x="589940" y="807300"/>
                  </a:lnTo>
                  <a:lnTo>
                    <a:pt x="584454" y="771017"/>
                  </a:lnTo>
                  <a:lnTo>
                    <a:pt x="584365" y="770356"/>
                  </a:lnTo>
                  <a:lnTo>
                    <a:pt x="568591" y="737628"/>
                  </a:lnTo>
                  <a:lnTo>
                    <a:pt x="558888" y="727100"/>
                  </a:lnTo>
                  <a:lnTo>
                    <a:pt x="558888" y="807300"/>
                  </a:lnTo>
                  <a:lnTo>
                    <a:pt x="551535" y="843470"/>
                  </a:lnTo>
                  <a:lnTo>
                    <a:pt x="531533" y="873086"/>
                  </a:lnTo>
                  <a:lnTo>
                    <a:pt x="501916" y="893102"/>
                  </a:lnTo>
                  <a:lnTo>
                    <a:pt x="465747" y="900455"/>
                  </a:lnTo>
                  <a:lnTo>
                    <a:pt x="429577" y="893102"/>
                  </a:lnTo>
                  <a:lnTo>
                    <a:pt x="399961" y="873086"/>
                  </a:lnTo>
                  <a:lnTo>
                    <a:pt x="379945" y="843470"/>
                  </a:lnTo>
                  <a:lnTo>
                    <a:pt x="372592" y="807300"/>
                  </a:lnTo>
                  <a:lnTo>
                    <a:pt x="377571" y="777976"/>
                  </a:lnTo>
                  <a:lnTo>
                    <a:pt x="391414" y="751992"/>
                  </a:lnTo>
                  <a:lnTo>
                    <a:pt x="412546" y="731545"/>
                  </a:lnTo>
                  <a:lnTo>
                    <a:pt x="439356" y="718807"/>
                  </a:lnTo>
                  <a:lnTo>
                    <a:pt x="445566" y="717257"/>
                  </a:lnTo>
                  <a:lnTo>
                    <a:pt x="450215" y="711047"/>
                  </a:lnTo>
                  <a:lnTo>
                    <a:pt x="450215" y="611695"/>
                  </a:lnTo>
                  <a:lnTo>
                    <a:pt x="444004" y="605485"/>
                  </a:lnTo>
                  <a:lnTo>
                    <a:pt x="388124" y="605485"/>
                  </a:lnTo>
                  <a:lnTo>
                    <a:pt x="388124" y="574433"/>
                  </a:lnTo>
                  <a:lnTo>
                    <a:pt x="444004" y="574433"/>
                  </a:lnTo>
                  <a:lnTo>
                    <a:pt x="450215" y="568223"/>
                  </a:lnTo>
                  <a:lnTo>
                    <a:pt x="450215" y="487489"/>
                  </a:lnTo>
                  <a:lnTo>
                    <a:pt x="444004" y="481279"/>
                  </a:lnTo>
                  <a:lnTo>
                    <a:pt x="341541" y="481279"/>
                  </a:lnTo>
                  <a:lnTo>
                    <a:pt x="341541" y="450227"/>
                  </a:lnTo>
                  <a:lnTo>
                    <a:pt x="481266" y="450227"/>
                  </a:lnTo>
                  <a:lnTo>
                    <a:pt x="481266" y="709498"/>
                  </a:lnTo>
                  <a:lnTo>
                    <a:pt x="485927" y="715708"/>
                  </a:lnTo>
                  <a:lnTo>
                    <a:pt x="492137" y="718807"/>
                  </a:lnTo>
                  <a:lnTo>
                    <a:pt x="518934" y="731545"/>
                  </a:lnTo>
                  <a:lnTo>
                    <a:pt x="540067" y="751992"/>
                  </a:lnTo>
                  <a:lnTo>
                    <a:pt x="553910" y="777976"/>
                  </a:lnTo>
                  <a:lnTo>
                    <a:pt x="558888" y="807300"/>
                  </a:lnTo>
                  <a:lnTo>
                    <a:pt x="558888" y="727100"/>
                  </a:lnTo>
                  <a:lnTo>
                    <a:pt x="544118" y="711047"/>
                  </a:lnTo>
                  <a:lnTo>
                    <a:pt x="512318" y="692416"/>
                  </a:lnTo>
                  <a:lnTo>
                    <a:pt x="512318" y="481279"/>
                  </a:lnTo>
                  <a:lnTo>
                    <a:pt x="652043" y="481279"/>
                  </a:lnTo>
                  <a:lnTo>
                    <a:pt x="652043" y="639635"/>
                  </a:lnTo>
                  <a:lnTo>
                    <a:pt x="639330" y="646214"/>
                  </a:lnTo>
                  <a:lnTo>
                    <a:pt x="629526" y="656132"/>
                  </a:lnTo>
                  <a:lnTo>
                    <a:pt x="623227" y="668680"/>
                  </a:lnTo>
                  <a:lnTo>
                    <a:pt x="620991" y="683107"/>
                  </a:lnTo>
                  <a:lnTo>
                    <a:pt x="624560" y="701522"/>
                  </a:lnTo>
                  <a:lnTo>
                    <a:pt x="634377" y="716292"/>
                  </a:lnTo>
                  <a:lnTo>
                    <a:pt x="649160" y="726109"/>
                  </a:lnTo>
                  <a:lnTo>
                    <a:pt x="667575" y="729678"/>
                  </a:lnTo>
                  <a:lnTo>
                    <a:pt x="685990" y="726109"/>
                  </a:lnTo>
                  <a:lnTo>
                    <a:pt x="700760" y="716292"/>
                  </a:lnTo>
                  <a:lnTo>
                    <a:pt x="710577" y="701522"/>
                  </a:lnTo>
                  <a:lnTo>
                    <a:pt x="714146" y="683107"/>
                  </a:lnTo>
                  <a:lnTo>
                    <a:pt x="711911" y="668680"/>
                  </a:lnTo>
                  <a:lnTo>
                    <a:pt x="705612" y="656132"/>
                  </a:lnTo>
                  <a:lnTo>
                    <a:pt x="695807" y="646214"/>
                  </a:lnTo>
                  <a:lnTo>
                    <a:pt x="683094" y="639635"/>
                  </a:lnTo>
                  <a:lnTo>
                    <a:pt x="683094" y="481279"/>
                  </a:lnTo>
                  <a:lnTo>
                    <a:pt x="745197" y="481279"/>
                  </a:lnTo>
                  <a:lnTo>
                    <a:pt x="745197" y="596163"/>
                  </a:lnTo>
                  <a:lnTo>
                    <a:pt x="746747" y="597712"/>
                  </a:lnTo>
                  <a:lnTo>
                    <a:pt x="791768" y="672236"/>
                  </a:lnTo>
                  <a:lnTo>
                    <a:pt x="791768" y="748309"/>
                  </a:lnTo>
                  <a:lnTo>
                    <a:pt x="779056" y="754888"/>
                  </a:lnTo>
                  <a:lnTo>
                    <a:pt x="769251" y="764806"/>
                  </a:lnTo>
                  <a:lnTo>
                    <a:pt x="762952" y="777354"/>
                  </a:lnTo>
                  <a:lnTo>
                    <a:pt x="760717" y="791781"/>
                  </a:lnTo>
                  <a:lnTo>
                    <a:pt x="764286" y="810196"/>
                  </a:lnTo>
                  <a:lnTo>
                    <a:pt x="774103" y="824966"/>
                  </a:lnTo>
                  <a:lnTo>
                    <a:pt x="788885" y="834783"/>
                  </a:lnTo>
                  <a:lnTo>
                    <a:pt x="807300" y="838352"/>
                  </a:lnTo>
                  <a:lnTo>
                    <a:pt x="825715" y="834783"/>
                  </a:lnTo>
                  <a:lnTo>
                    <a:pt x="840486" y="824966"/>
                  </a:lnTo>
                  <a:lnTo>
                    <a:pt x="850303" y="810196"/>
                  </a:lnTo>
                  <a:lnTo>
                    <a:pt x="853871" y="791781"/>
                  </a:lnTo>
                  <a:lnTo>
                    <a:pt x="851738" y="777976"/>
                  </a:lnTo>
                  <a:lnTo>
                    <a:pt x="851636" y="777354"/>
                  </a:lnTo>
                  <a:lnTo>
                    <a:pt x="845337" y="764806"/>
                  </a:lnTo>
                  <a:lnTo>
                    <a:pt x="835533" y="754888"/>
                  </a:lnTo>
                  <a:lnTo>
                    <a:pt x="822820" y="748309"/>
                  </a:lnTo>
                  <a:lnTo>
                    <a:pt x="822820" y="661365"/>
                  </a:lnTo>
                  <a:lnTo>
                    <a:pt x="821270" y="659815"/>
                  </a:lnTo>
                  <a:lnTo>
                    <a:pt x="776249" y="585292"/>
                  </a:lnTo>
                  <a:lnTo>
                    <a:pt x="776249" y="481279"/>
                  </a:lnTo>
                  <a:lnTo>
                    <a:pt x="776249" y="478180"/>
                  </a:lnTo>
                  <a:lnTo>
                    <a:pt x="818476" y="465582"/>
                  </a:lnTo>
                  <a:lnTo>
                    <a:pt x="845210" y="450227"/>
                  </a:lnTo>
                  <a:lnTo>
                    <a:pt x="855827" y="444131"/>
                  </a:lnTo>
                  <a:lnTo>
                    <a:pt x="887031" y="415124"/>
                  </a:lnTo>
                  <a:lnTo>
                    <a:pt x="910907" y="379730"/>
                  </a:lnTo>
                  <a:lnTo>
                    <a:pt x="926134" y="339280"/>
                  </a:lnTo>
                  <a:lnTo>
                    <a:pt x="927735" y="326034"/>
                  </a:lnTo>
                  <a:lnTo>
                    <a:pt x="931418" y="295567"/>
                  </a:lnTo>
                  <a:lnTo>
                    <a:pt x="931494" y="294982"/>
                  </a:lnTo>
                  <a:close/>
                </a:path>
              </a:pathLst>
            </a:custGeom>
            <a:solidFill>
              <a:srgbClr val="26DEDD"/>
            </a:solidFill>
          </p:spPr>
          <p:txBody>
            <a:bodyPr wrap="square" lIns="0" tIns="0" rIns="0" bIns="0" rtlCol="0"/>
            <a:lstStyle/>
            <a:p>
              <a:endParaRPr/>
            </a:p>
          </p:txBody>
        </p:sp>
      </p:grpSp>
      <p:sp>
        <p:nvSpPr>
          <p:cNvPr id="12" name="object 12"/>
          <p:cNvSpPr txBox="1"/>
          <p:nvPr/>
        </p:nvSpPr>
        <p:spPr>
          <a:xfrm>
            <a:off x="12274971" y="4963490"/>
            <a:ext cx="4744085" cy="3106420"/>
          </a:xfrm>
          <a:prstGeom prst="rect">
            <a:avLst/>
          </a:prstGeom>
        </p:spPr>
        <p:txBody>
          <a:bodyPr vert="horz" wrap="square" lIns="0" tIns="12700" rIns="0" bIns="0" rtlCol="0">
            <a:spAutoFit/>
          </a:bodyPr>
          <a:lstStyle/>
          <a:p>
            <a:pPr marL="12700" marR="1064260">
              <a:lnSpc>
                <a:spcPct val="108300"/>
              </a:lnSpc>
              <a:spcBef>
                <a:spcPts val="100"/>
              </a:spcBef>
            </a:pPr>
            <a:r>
              <a:rPr sz="2400" b="1" spc="50" dirty="0">
                <a:solidFill>
                  <a:srgbClr val="292929"/>
                </a:solidFill>
                <a:latin typeface="Inria Serif"/>
                <a:cs typeface="Inria Serif"/>
              </a:rPr>
              <a:t>Balancing</a:t>
            </a:r>
            <a:r>
              <a:rPr sz="2400" b="1" spc="145" dirty="0">
                <a:solidFill>
                  <a:srgbClr val="292929"/>
                </a:solidFill>
                <a:latin typeface="Inria Serif"/>
                <a:cs typeface="Inria Serif"/>
              </a:rPr>
              <a:t> </a:t>
            </a:r>
            <a:r>
              <a:rPr sz="2400" b="1" spc="45" dirty="0">
                <a:solidFill>
                  <a:srgbClr val="292929"/>
                </a:solidFill>
                <a:latin typeface="Inria Serif"/>
                <a:cs typeface="Inria Serif"/>
              </a:rPr>
              <a:t>Eﬃciency</a:t>
            </a:r>
            <a:r>
              <a:rPr sz="2400" b="1" spc="145" dirty="0">
                <a:solidFill>
                  <a:srgbClr val="292929"/>
                </a:solidFill>
                <a:latin typeface="Inria Serif"/>
                <a:cs typeface="Inria Serif"/>
              </a:rPr>
              <a:t> </a:t>
            </a:r>
            <a:r>
              <a:rPr sz="2400" b="1" spc="45" dirty="0">
                <a:solidFill>
                  <a:srgbClr val="292929"/>
                </a:solidFill>
                <a:latin typeface="Inria Serif"/>
                <a:cs typeface="Inria Serif"/>
              </a:rPr>
              <a:t>and </a:t>
            </a:r>
            <a:r>
              <a:rPr sz="2400" b="1" spc="35" dirty="0">
                <a:solidFill>
                  <a:srgbClr val="292929"/>
                </a:solidFill>
                <a:latin typeface="Inria Serif"/>
                <a:cs typeface="Inria Serif"/>
              </a:rPr>
              <a:t>Accuracy</a:t>
            </a:r>
            <a:endParaRPr sz="2400">
              <a:latin typeface="Inria Serif"/>
              <a:cs typeface="Inria Serif"/>
            </a:endParaRPr>
          </a:p>
          <a:p>
            <a:pPr marL="228600" marR="553085" indent="-216535">
              <a:lnSpc>
                <a:spcPct val="108300"/>
              </a:lnSpc>
              <a:spcBef>
                <a:spcPts val="1920"/>
              </a:spcBef>
              <a:buFont typeface="Times New Roman"/>
              <a:buChar char="•"/>
              <a:tabLst>
                <a:tab pos="228600" algn="l"/>
              </a:tabLst>
            </a:pPr>
            <a:r>
              <a:rPr sz="2000" spc="50" dirty="0">
                <a:solidFill>
                  <a:srgbClr val="292929"/>
                </a:solidFill>
                <a:latin typeface="Inria Sans Light"/>
                <a:cs typeface="Inria Sans Light"/>
              </a:rPr>
              <a:t>Careful</a:t>
            </a:r>
            <a:r>
              <a:rPr sz="2000" spc="125" dirty="0">
                <a:solidFill>
                  <a:srgbClr val="292929"/>
                </a:solidFill>
                <a:latin typeface="Inria Sans Light"/>
                <a:cs typeface="Inria Sans Light"/>
              </a:rPr>
              <a:t> </a:t>
            </a:r>
            <a:r>
              <a:rPr sz="2000" spc="45" dirty="0">
                <a:solidFill>
                  <a:srgbClr val="292929"/>
                </a:solidFill>
                <a:latin typeface="Inria Sans Light"/>
                <a:cs typeface="Inria Sans Light"/>
              </a:rPr>
              <a:t>model</a:t>
            </a:r>
            <a:r>
              <a:rPr sz="2000" spc="125" dirty="0">
                <a:solidFill>
                  <a:srgbClr val="292929"/>
                </a:solidFill>
                <a:latin typeface="Inria Sans Light"/>
                <a:cs typeface="Inria Sans Light"/>
              </a:rPr>
              <a:t> </a:t>
            </a:r>
            <a:r>
              <a:rPr sz="2000" spc="50" dirty="0">
                <a:solidFill>
                  <a:srgbClr val="292929"/>
                </a:solidFill>
                <a:latin typeface="Inria Sans Light"/>
                <a:cs typeface="Inria Sans Light"/>
              </a:rPr>
              <a:t>design</a:t>
            </a:r>
            <a:r>
              <a:rPr sz="2000" spc="125" dirty="0">
                <a:solidFill>
                  <a:srgbClr val="292929"/>
                </a:solidFill>
                <a:latin typeface="Inria Sans Light"/>
                <a:cs typeface="Inria Sans Light"/>
              </a:rPr>
              <a:t> </a:t>
            </a:r>
            <a:r>
              <a:rPr sz="2000" spc="50" dirty="0">
                <a:solidFill>
                  <a:srgbClr val="292929"/>
                </a:solidFill>
                <a:latin typeface="Inria Sans Light"/>
                <a:cs typeface="Inria Sans Light"/>
              </a:rPr>
              <a:t>ensures</a:t>
            </a:r>
            <a:r>
              <a:rPr sz="2000" spc="130" dirty="0">
                <a:solidFill>
                  <a:srgbClr val="292929"/>
                </a:solidFill>
                <a:latin typeface="Inria Sans Light"/>
                <a:cs typeface="Inria Sans Light"/>
              </a:rPr>
              <a:t> </a:t>
            </a:r>
            <a:r>
              <a:rPr sz="2000" spc="40" dirty="0">
                <a:solidFill>
                  <a:srgbClr val="292929"/>
                </a:solidFill>
                <a:latin typeface="Inria Sans Light"/>
                <a:cs typeface="Inria Sans Light"/>
              </a:rPr>
              <a:t>high </a:t>
            </a:r>
            <a:r>
              <a:rPr sz="2000" spc="50" dirty="0">
                <a:solidFill>
                  <a:srgbClr val="292929"/>
                </a:solidFill>
                <a:latin typeface="Inria Sans Light"/>
                <a:cs typeface="Inria Sans Light"/>
              </a:rPr>
              <a:t>detection</a:t>
            </a:r>
            <a:r>
              <a:rPr sz="2000" spc="195" dirty="0">
                <a:solidFill>
                  <a:srgbClr val="292929"/>
                </a:solidFill>
                <a:latin typeface="Inria Sans Light"/>
                <a:cs typeface="Inria Sans Light"/>
              </a:rPr>
              <a:t> </a:t>
            </a:r>
            <a:r>
              <a:rPr sz="2000" spc="45" dirty="0">
                <a:solidFill>
                  <a:srgbClr val="292929"/>
                </a:solidFill>
                <a:latin typeface="Inria Sans Light"/>
                <a:cs typeface="Inria Sans Light"/>
              </a:rPr>
              <a:t>rates</a:t>
            </a:r>
            <a:r>
              <a:rPr sz="2000" spc="195" dirty="0">
                <a:solidFill>
                  <a:srgbClr val="292929"/>
                </a:solidFill>
                <a:latin typeface="Inria Sans Light"/>
                <a:cs typeface="Inria Sans Light"/>
              </a:rPr>
              <a:t> </a:t>
            </a:r>
            <a:r>
              <a:rPr sz="2000" dirty="0">
                <a:solidFill>
                  <a:srgbClr val="292929"/>
                </a:solidFill>
                <a:latin typeface="Inria Sans Light"/>
                <a:cs typeface="Inria Sans Light"/>
              </a:rPr>
              <a:t>with</a:t>
            </a:r>
            <a:r>
              <a:rPr sz="2000" spc="195" dirty="0">
                <a:solidFill>
                  <a:srgbClr val="292929"/>
                </a:solidFill>
                <a:latin typeface="Inria Sans Light"/>
                <a:cs typeface="Inria Sans Light"/>
              </a:rPr>
              <a:t> </a:t>
            </a:r>
            <a:r>
              <a:rPr sz="2000" spc="50" dirty="0">
                <a:solidFill>
                  <a:srgbClr val="292929"/>
                </a:solidFill>
                <a:latin typeface="Inria Sans Light"/>
                <a:cs typeface="Inria Sans Light"/>
              </a:rPr>
              <a:t>minimal</a:t>
            </a:r>
            <a:endParaRPr sz="2000">
              <a:latin typeface="Inria Sans Light"/>
              <a:cs typeface="Inria Sans Light"/>
            </a:endParaRPr>
          </a:p>
          <a:p>
            <a:pPr marL="228600">
              <a:lnSpc>
                <a:spcPct val="100000"/>
              </a:lnSpc>
              <a:spcBef>
                <a:spcPts val="200"/>
              </a:spcBef>
            </a:pPr>
            <a:r>
              <a:rPr sz="2000" spc="50" dirty="0">
                <a:solidFill>
                  <a:srgbClr val="292929"/>
                </a:solidFill>
                <a:latin typeface="Inria Sans Light"/>
                <a:cs typeface="Inria Sans Light"/>
              </a:rPr>
              <a:t>computational</a:t>
            </a:r>
            <a:r>
              <a:rPr sz="2000" spc="170" dirty="0">
                <a:solidFill>
                  <a:srgbClr val="292929"/>
                </a:solidFill>
                <a:latin typeface="Inria Sans Light"/>
                <a:cs typeface="Inria Sans Light"/>
              </a:rPr>
              <a:t> </a:t>
            </a:r>
            <a:r>
              <a:rPr sz="2000" spc="-10" dirty="0">
                <a:solidFill>
                  <a:srgbClr val="292929"/>
                </a:solidFill>
                <a:latin typeface="Inria Sans Light"/>
                <a:cs typeface="Inria Sans Light"/>
              </a:rPr>
              <a:t>overhead.</a:t>
            </a:r>
            <a:endParaRPr sz="2000">
              <a:latin typeface="Inria Sans Light"/>
              <a:cs typeface="Inria Sans Light"/>
            </a:endParaRPr>
          </a:p>
          <a:p>
            <a:pPr marL="228600" marR="5080" indent="-216535">
              <a:lnSpc>
                <a:spcPct val="108300"/>
              </a:lnSpc>
              <a:spcBef>
                <a:spcPts val="500"/>
              </a:spcBef>
              <a:buFont typeface="Times New Roman"/>
              <a:buChar char="•"/>
              <a:tabLst>
                <a:tab pos="228600" algn="l"/>
              </a:tabLst>
            </a:pPr>
            <a:r>
              <a:rPr sz="2000" dirty="0">
                <a:solidFill>
                  <a:srgbClr val="292929"/>
                </a:solidFill>
                <a:latin typeface="Inria Sans Light"/>
                <a:cs typeface="Inria Sans Light"/>
              </a:rPr>
              <a:t>Trade-offs</a:t>
            </a:r>
            <a:r>
              <a:rPr sz="2000" spc="290" dirty="0">
                <a:solidFill>
                  <a:srgbClr val="292929"/>
                </a:solidFill>
                <a:latin typeface="Inria Sans Light"/>
                <a:cs typeface="Inria Sans Light"/>
              </a:rPr>
              <a:t> </a:t>
            </a:r>
            <a:r>
              <a:rPr sz="2000" dirty="0">
                <a:solidFill>
                  <a:srgbClr val="292929"/>
                </a:solidFill>
                <a:latin typeface="Inria Sans Light"/>
                <a:cs typeface="Inria Sans Light"/>
              </a:rPr>
              <a:t>between</a:t>
            </a:r>
            <a:r>
              <a:rPr sz="2000" spc="295" dirty="0">
                <a:solidFill>
                  <a:srgbClr val="292929"/>
                </a:solidFill>
                <a:latin typeface="Inria Sans Light"/>
                <a:cs typeface="Inria Sans Light"/>
              </a:rPr>
              <a:t> </a:t>
            </a:r>
            <a:r>
              <a:rPr sz="2000" spc="45" dirty="0">
                <a:solidFill>
                  <a:srgbClr val="292929"/>
                </a:solidFill>
                <a:latin typeface="Inria Sans Light"/>
                <a:cs typeface="Inria Sans Light"/>
              </a:rPr>
              <a:t>speed</a:t>
            </a:r>
            <a:r>
              <a:rPr sz="2000" spc="295" dirty="0">
                <a:solidFill>
                  <a:srgbClr val="292929"/>
                </a:solidFill>
                <a:latin typeface="Inria Sans Light"/>
                <a:cs typeface="Inria Sans Light"/>
              </a:rPr>
              <a:t> </a:t>
            </a:r>
            <a:r>
              <a:rPr sz="2000" dirty="0">
                <a:solidFill>
                  <a:srgbClr val="292929"/>
                </a:solidFill>
                <a:latin typeface="Inria Sans Light"/>
                <a:cs typeface="Inria Sans Light"/>
              </a:rPr>
              <a:t>and</a:t>
            </a:r>
            <a:r>
              <a:rPr sz="2000" spc="295" dirty="0">
                <a:solidFill>
                  <a:srgbClr val="292929"/>
                </a:solidFill>
                <a:latin typeface="Inria Sans Light"/>
                <a:cs typeface="Inria Sans Light"/>
              </a:rPr>
              <a:t> </a:t>
            </a:r>
            <a:r>
              <a:rPr sz="2000" spc="45" dirty="0">
                <a:solidFill>
                  <a:srgbClr val="292929"/>
                </a:solidFill>
                <a:latin typeface="Inria Sans Light"/>
                <a:cs typeface="Inria Sans Light"/>
              </a:rPr>
              <a:t>accuracy </a:t>
            </a:r>
            <a:r>
              <a:rPr sz="2000" dirty="0">
                <a:solidFill>
                  <a:srgbClr val="292929"/>
                </a:solidFill>
                <a:latin typeface="Inria Sans Light"/>
                <a:cs typeface="Inria Sans Light"/>
              </a:rPr>
              <a:t>are</a:t>
            </a:r>
            <a:r>
              <a:rPr sz="2000" spc="180" dirty="0">
                <a:solidFill>
                  <a:srgbClr val="292929"/>
                </a:solidFill>
                <a:latin typeface="Inria Sans Light"/>
                <a:cs typeface="Inria Sans Light"/>
              </a:rPr>
              <a:t> </a:t>
            </a:r>
            <a:r>
              <a:rPr sz="2000" spc="50" dirty="0">
                <a:solidFill>
                  <a:srgbClr val="292929"/>
                </a:solidFill>
                <a:latin typeface="Inria Sans Light"/>
                <a:cs typeface="Inria Sans Light"/>
              </a:rPr>
              <a:t>addressed</a:t>
            </a:r>
            <a:r>
              <a:rPr sz="2000" spc="185" dirty="0">
                <a:solidFill>
                  <a:srgbClr val="292929"/>
                </a:solidFill>
                <a:latin typeface="Inria Sans Light"/>
                <a:cs typeface="Inria Sans Light"/>
              </a:rPr>
              <a:t> </a:t>
            </a:r>
            <a:r>
              <a:rPr sz="2000" dirty="0">
                <a:solidFill>
                  <a:srgbClr val="292929"/>
                </a:solidFill>
                <a:latin typeface="Inria Sans Light"/>
                <a:cs typeface="Inria Sans Light"/>
              </a:rPr>
              <a:t>for</a:t>
            </a:r>
            <a:r>
              <a:rPr sz="2000" spc="185" dirty="0">
                <a:solidFill>
                  <a:srgbClr val="292929"/>
                </a:solidFill>
                <a:latin typeface="Inria Sans Light"/>
                <a:cs typeface="Inria Sans Light"/>
              </a:rPr>
              <a:t> </a:t>
            </a:r>
            <a:r>
              <a:rPr sz="2000" spc="60" dirty="0">
                <a:solidFill>
                  <a:srgbClr val="292929"/>
                </a:solidFill>
                <a:latin typeface="Inria Sans Light"/>
                <a:cs typeface="Inria Sans Light"/>
              </a:rPr>
              <a:t>real-</a:t>
            </a:r>
            <a:r>
              <a:rPr sz="2000" spc="45" dirty="0">
                <a:solidFill>
                  <a:srgbClr val="292929"/>
                </a:solidFill>
                <a:latin typeface="Inria Sans Light"/>
                <a:cs typeface="Inria Sans Light"/>
              </a:rPr>
              <a:t>world</a:t>
            </a:r>
            <a:r>
              <a:rPr sz="2000" spc="185" dirty="0">
                <a:solidFill>
                  <a:srgbClr val="292929"/>
                </a:solidFill>
                <a:latin typeface="Inria Sans Light"/>
                <a:cs typeface="Inria Sans Light"/>
              </a:rPr>
              <a:t> </a:t>
            </a:r>
            <a:r>
              <a:rPr sz="2000" spc="35" dirty="0">
                <a:solidFill>
                  <a:srgbClr val="292929"/>
                </a:solidFill>
                <a:latin typeface="Inria Sans Light"/>
                <a:cs typeface="Inria Sans Light"/>
              </a:rPr>
              <a:t>IoT</a:t>
            </a:r>
            <a:endParaRPr sz="2000">
              <a:latin typeface="Inria Sans Light"/>
              <a:cs typeface="Inria Sans Light"/>
            </a:endParaRPr>
          </a:p>
          <a:p>
            <a:pPr marL="228600">
              <a:lnSpc>
                <a:spcPct val="100000"/>
              </a:lnSpc>
              <a:spcBef>
                <a:spcPts val="200"/>
              </a:spcBef>
            </a:pPr>
            <a:r>
              <a:rPr sz="2000" spc="50" dirty="0">
                <a:solidFill>
                  <a:srgbClr val="292929"/>
                </a:solidFill>
                <a:latin typeface="Inria Sans Light"/>
                <a:cs typeface="Inria Sans Light"/>
              </a:rPr>
              <a:t>applications.</a:t>
            </a:r>
            <a:endParaRPr sz="2000">
              <a:latin typeface="Inria Sans Light"/>
              <a:cs typeface="Inria Sans Light"/>
            </a:endParaRPr>
          </a:p>
        </p:txBody>
      </p:sp>
      <p:sp>
        <p:nvSpPr>
          <p:cNvPr id="13" name="object 13"/>
          <p:cNvSpPr txBox="1"/>
          <p:nvPr/>
        </p:nvSpPr>
        <p:spPr>
          <a:xfrm>
            <a:off x="6588335" y="4963490"/>
            <a:ext cx="5013325" cy="2776220"/>
          </a:xfrm>
          <a:prstGeom prst="rect">
            <a:avLst/>
          </a:prstGeom>
        </p:spPr>
        <p:txBody>
          <a:bodyPr vert="horz" wrap="square" lIns="0" tIns="12700" rIns="0" bIns="0" rtlCol="0">
            <a:spAutoFit/>
          </a:bodyPr>
          <a:lstStyle/>
          <a:p>
            <a:pPr marL="12700" marR="863600">
              <a:lnSpc>
                <a:spcPct val="108300"/>
              </a:lnSpc>
              <a:spcBef>
                <a:spcPts val="100"/>
              </a:spcBef>
            </a:pPr>
            <a:r>
              <a:rPr sz="2400" b="1" dirty="0">
                <a:solidFill>
                  <a:srgbClr val="292929"/>
                </a:solidFill>
                <a:latin typeface="Inria Serif"/>
                <a:cs typeface="Inria Serif"/>
              </a:rPr>
              <a:t>Feasible</a:t>
            </a:r>
            <a:r>
              <a:rPr sz="2400" b="1" spc="420" dirty="0">
                <a:solidFill>
                  <a:srgbClr val="292929"/>
                </a:solidFill>
                <a:latin typeface="Inria Serif"/>
                <a:cs typeface="Inria Serif"/>
              </a:rPr>
              <a:t> </a:t>
            </a:r>
            <a:r>
              <a:rPr sz="2400" b="1" dirty="0">
                <a:solidFill>
                  <a:srgbClr val="292929"/>
                </a:solidFill>
                <a:latin typeface="Inria Serif"/>
                <a:cs typeface="Inria Serif"/>
              </a:rPr>
              <a:t>Deployment</a:t>
            </a:r>
            <a:r>
              <a:rPr sz="2400" b="1" spc="420" dirty="0">
                <a:solidFill>
                  <a:srgbClr val="292929"/>
                </a:solidFill>
                <a:latin typeface="Inria Serif"/>
                <a:cs typeface="Inria Serif"/>
              </a:rPr>
              <a:t> </a:t>
            </a:r>
            <a:r>
              <a:rPr sz="2400" b="1" dirty="0">
                <a:solidFill>
                  <a:srgbClr val="292929"/>
                </a:solidFill>
                <a:latin typeface="Inria Serif"/>
                <a:cs typeface="Inria Serif"/>
              </a:rPr>
              <a:t>on</a:t>
            </a:r>
            <a:r>
              <a:rPr sz="2400" b="1" spc="420" dirty="0">
                <a:solidFill>
                  <a:srgbClr val="292929"/>
                </a:solidFill>
                <a:latin typeface="Inria Serif"/>
                <a:cs typeface="Inria Serif"/>
              </a:rPr>
              <a:t> </a:t>
            </a:r>
            <a:r>
              <a:rPr sz="2400" b="1" spc="45" dirty="0">
                <a:solidFill>
                  <a:srgbClr val="292929"/>
                </a:solidFill>
                <a:latin typeface="Inria Serif"/>
                <a:cs typeface="Inria Serif"/>
              </a:rPr>
              <a:t>IoT </a:t>
            </a:r>
            <a:r>
              <a:rPr sz="2400" b="1" spc="40" dirty="0">
                <a:solidFill>
                  <a:srgbClr val="292929"/>
                </a:solidFill>
                <a:latin typeface="Inria Serif"/>
                <a:cs typeface="Inria Serif"/>
              </a:rPr>
              <a:t>Devices</a:t>
            </a:r>
            <a:endParaRPr sz="2400">
              <a:latin typeface="Inria Serif"/>
              <a:cs typeface="Inria Serif"/>
            </a:endParaRPr>
          </a:p>
          <a:p>
            <a:pPr marL="228600" marR="5080" indent="-216535">
              <a:lnSpc>
                <a:spcPct val="108300"/>
              </a:lnSpc>
              <a:spcBef>
                <a:spcPts val="1920"/>
              </a:spcBef>
              <a:buFont typeface="Times New Roman"/>
              <a:buChar char="•"/>
              <a:tabLst>
                <a:tab pos="228600" algn="l"/>
              </a:tabLst>
            </a:pPr>
            <a:r>
              <a:rPr sz="2000" spc="55" dirty="0">
                <a:solidFill>
                  <a:srgbClr val="292929"/>
                </a:solidFill>
                <a:latin typeface="Inria Sans Light"/>
                <a:cs typeface="Inria Sans Light"/>
              </a:rPr>
              <a:t>Optimization</a:t>
            </a:r>
            <a:r>
              <a:rPr sz="2000" spc="165" dirty="0">
                <a:solidFill>
                  <a:srgbClr val="292929"/>
                </a:solidFill>
                <a:latin typeface="Inria Sans Light"/>
                <a:cs typeface="Inria Sans Light"/>
              </a:rPr>
              <a:t> </a:t>
            </a:r>
            <a:r>
              <a:rPr sz="2000" spc="50" dirty="0">
                <a:solidFill>
                  <a:srgbClr val="292929"/>
                </a:solidFill>
                <a:latin typeface="Inria Sans Light"/>
                <a:cs typeface="Inria Sans Light"/>
              </a:rPr>
              <a:t>techniques</a:t>
            </a:r>
            <a:r>
              <a:rPr sz="2000" spc="165" dirty="0">
                <a:solidFill>
                  <a:srgbClr val="292929"/>
                </a:solidFill>
                <a:latin typeface="Inria Sans Light"/>
                <a:cs typeface="Inria Sans Light"/>
              </a:rPr>
              <a:t> </a:t>
            </a:r>
            <a:r>
              <a:rPr sz="2000" dirty="0">
                <a:solidFill>
                  <a:srgbClr val="292929"/>
                </a:solidFill>
                <a:latin typeface="Inria Sans Light"/>
                <a:cs typeface="Inria Sans Light"/>
              </a:rPr>
              <a:t>like</a:t>
            </a:r>
            <a:r>
              <a:rPr sz="2000" spc="165" dirty="0">
                <a:solidFill>
                  <a:srgbClr val="292929"/>
                </a:solidFill>
                <a:latin typeface="Inria Sans Light"/>
                <a:cs typeface="Inria Sans Light"/>
              </a:rPr>
              <a:t> </a:t>
            </a:r>
            <a:r>
              <a:rPr sz="2000" spc="50" dirty="0">
                <a:solidFill>
                  <a:srgbClr val="292929"/>
                </a:solidFill>
                <a:latin typeface="Inria Sans Light"/>
                <a:cs typeface="Inria Sans Light"/>
              </a:rPr>
              <a:t>pruning</a:t>
            </a:r>
            <a:r>
              <a:rPr sz="2000" spc="165" dirty="0">
                <a:solidFill>
                  <a:srgbClr val="292929"/>
                </a:solidFill>
                <a:latin typeface="Inria Sans Light"/>
                <a:cs typeface="Inria Sans Light"/>
              </a:rPr>
              <a:t> </a:t>
            </a:r>
            <a:r>
              <a:rPr sz="2000" spc="35" dirty="0">
                <a:solidFill>
                  <a:srgbClr val="292929"/>
                </a:solidFill>
                <a:latin typeface="Inria Sans Light"/>
                <a:cs typeface="Inria Sans Light"/>
              </a:rPr>
              <a:t>and </a:t>
            </a:r>
            <a:r>
              <a:rPr sz="2000" spc="55" dirty="0">
                <a:solidFill>
                  <a:srgbClr val="292929"/>
                </a:solidFill>
                <a:latin typeface="Inria Sans Light"/>
                <a:cs typeface="Inria Sans Light"/>
              </a:rPr>
              <a:t>quantization</a:t>
            </a:r>
            <a:r>
              <a:rPr sz="2000" spc="220" dirty="0">
                <a:solidFill>
                  <a:srgbClr val="292929"/>
                </a:solidFill>
                <a:latin typeface="Inria Sans Light"/>
                <a:cs typeface="Inria Sans Light"/>
              </a:rPr>
              <a:t> </a:t>
            </a:r>
            <a:r>
              <a:rPr sz="2000" dirty="0">
                <a:solidFill>
                  <a:srgbClr val="292929"/>
                </a:solidFill>
                <a:latin typeface="Inria Sans Light"/>
                <a:cs typeface="Inria Sans Light"/>
              </a:rPr>
              <a:t>enable</a:t>
            </a:r>
            <a:r>
              <a:rPr sz="2000" spc="225" dirty="0">
                <a:solidFill>
                  <a:srgbClr val="292929"/>
                </a:solidFill>
                <a:latin typeface="Inria Sans Light"/>
                <a:cs typeface="Inria Sans Light"/>
              </a:rPr>
              <a:t> </a:t>
            </a:r>
            <a:r>
              <a:rPr sz="2000" dirty="0">
                <a:solidFill>
                  <a:srgbClr val="292929"/>
                </a:solidFill>
                <a:latin typeface="Inria Sans Light"/>
                <a:cs typeface="Inria Sans Light"/>
              </a:rPr>
              <a:t>IDS</a:t>
            </a:r>
            <a:r>
              <a:rPr sz="2000" spc="220" dirty="0">
                <a:solidFill>
                  <a:srgbClr val="292929"/>
                </a:solidFill>
                <a:latin typeface="Inria Sans Light"/>
                <a:cs typeface="Inria Sans Light"/>
              </a:rPr>
              <a:t> </a:t>
            </a:r>
            <a:r>
              <a:rPr sz="2000" dirty="0">
                <a:solidFill>
                  <a:srgbClr val="292929"/>
                </a:solidFill>
                <a:latin typeface="Inria Sans Light"/>
                <a:cs typeface="Inria Sans Light"/>
              </a:rPr>
              <a:t>to</a:t>
            </a:r>
            <a:r>
              <a:rPr sz="2000" spc="225" dirty="0">
                <a:solidFill>
                  <a:srgbClr val="292929"/>
                </a:solidFill>
                <a:latin typeface="Inria Sans Light"/>
                <a:cs typeface="Inria Sans Light"/>
              </a:rPr>
              <a:t> </a:t>
            </a:r>
            <a:r>
              <a:rPr sz="2000" dirty="0">
                <a:solidFill>
                  <a:srgbClr val="292929"/>
                </a:solidFill>
                <a:latin typeface="Inria Sans Light"/>
                <a:cs typeface="Inria Sans Light"/>
              </a:rPr>
              <a:t>run</a:t>
            </a:r>
            <a:r>
              <a:rPr sz="2000" spc="220" dirty="0">
                <a:solidFill>
                  <a:srgbClr val="292929"/>
                </a:solidFill>
                <a:latin typeface="Inria Sans Light"/>
                <a:cs typeface="Inria Sans Light"/>
              </a:rPr>
              <a:t> </a:t>
            </a:r>
            <a:r>
              <a:rPr sz="2000" spc="35" dirty="0">
                <a:solidFill>
                  <a:srgbClr val="292929"/>
                </a:solidFill>
                <a:latin typeface="Inria Sans Light"/>
                <a:cs typeface="Inria Sans Light"/>
              </a:rPr>
              <a:t>on</a:t>
            </a:r>
            <a:endParaRPr sz="2000">
              <a:latin typeface="Inria Sans Light"/>
              <a:cs typeface="Inria Sans Light"/>
            </a:endParaRPr>
          </a:p>
          <a:p>
            <a:pPr marL="228600">
              <a:lnSpc>
                <a:spcPct val="100000"/>
              </a:lnSpc>
              <a:spcBef>
                <a:spcPts val="200"/>
              </a:spcBef>
            </a:pPr>
            <a:r>
              <a:rPr sz="2000" b="1" spc="60" dirty="0">
                <a:solidFill>
                  <a:srgbClr val="292929"/>
                </a:solidFill>
                <a:latin typeface="Inria Sans"/>
                <a:cs typeface="Inria Sans"/>
              </a:rPr>
              <a:t>resource-</a:t>
            </a:r>
            <a:r>
              <a:rPr sz="2000" b="1" spc="50" dirty="0">
                <a:solidFill>
                  <a:srgbClr val="292929"/>
                </a:solidFill>
                <a:latin typeface="Inria Sans"/>
                <a:cs typeface="Inria Sans"/>
              </a:rPr>
              <a:t>constrained</a:t>
            </a:r>
            <a:r>
              <a:rPr sz="2000" b="1" spc="170" dirty="0">
                <a:solidFill>
                  <a:srgbClr val="292929"/>
                </a:solidFill>
                <a:latin typeface="Inria Sans"/>
                <a:cs typeface="Inria Sans"/>
              </a:rPr>
              <a:t> </a:t>
            </a:r>
            <a:r>
              <a:rPr sz="2000" b="1" spc="-10" dirty="0">
                <a:solidFill>
                  <a:srgbClr val="292929"/>
                </a:solidFill>
                <a:latin typeface="Inria Sans"/>
                <a:cs typeface="Inria Sans"/>
              </a:rPr>
              <a:t>devices</a:t>
            </a:r>
            <a:r>
              <a:rPr sz="2000" spc="-10" dirty="0">
                <a:solidFill>
                  <a:srgbClr val="292929"/>
                </a:solidFill>
                <a:latin typeface="Inria Sans Light"/>
                <a:cs typeface="Inria Sans Light"/>
              </a:rPr>
              <a:t>.</a:t>
            </a:r>
            <a:endParaRPr sz="2000">
              <a:latin typeface="Inria Sans Light"/>
              <a:cs typeface="Inria Sans Light"/>
            </a:endParaRPr>
          </a:p>
          <a:p>
            <a:pPr marL="228600" marR="265430" indent="-216535">
              <a:lnSpc>
                <a:spcPct val="108300"/>
              </a:lnSpc>
              <a:spcBef>
                <a:spcPts val="500"/>
              </a:spcBef>
              <a:buFont typeface="Times New Roman"/>
              <a:buChar char="•"/>
              <a:tabLst>
                <a:tab pos="228600" algn="l"/>
              </a:tabLst>
            </a:pPr>
            <a:r>
              <a:rPr sz="2000" spc="50" dirty="0">
                <a:solidFill>
                  <a:srgbClr val="292929"/>
                </a:solidFill>
                <a:latin typeface="Inria Sans Light"/>
                <a:cs typeface="Inria Sans Light"/>
              </a:rPr>
              <a:t>Reduced</a:t>
            </a:r>
            <a:r>
              <a:rPr sz="2000" spc="260" dirty="0">
                <a:solidFill>
                  <a:srgbClr val="292929"/>
                </a:solidFill>
                <a:latin typeface="Inria Sans Light"/>
                <a:cs typeface="Inria Sans Light"/>
              </a:rPr>
              <a:t> </a:t>
            </a:r>
            <a:r>
              <a:rPr sz="2000" spc="45" dirty="0">
                <a:solidFill>
                  <a:srgbClr val="292929"/>
                </a:solidFill>
                <a:latin typeface="Inria Sans Light"/>
                <a:cs typeface="Inria Sans Light"/>
              </a:rPr>
              <a:t>model</a:t>
            </a:r>
            <a:r>
              <a:rPr sz="2000" spc="260" dirty="0">
                <a:solidFill>
                  <a:srgbClr val="292929"/>
                </a:solidFill>
                <a:latin typeface="Inria Sans Light"/>
                <a:cs typeface="Inria Sans Light"/>
              </a:rPr>
              <a:t> </a:t>
            </a:r>
            <a:r>
              <a:rPr sz="2000" dirty="0">
                <a:solidFill>
                  <a:srgbClr val="292929"/>
                </a:solidFill>
                <a:latin typeface="Inria Sans Light"/>
                <a:cs typeface="Inria Sans Light"/>
              </a:rPr>
              <a:t>size</a:t>
            </a:r>
            <a:r>
              <a:rPr sz="2000" spc="260" dirty="0">
                <a:solidFill>
                  <a:srgbClr val="292929"/>
                </a:solidFill>
                <a:latin typeface="Inria Sans Light"/>
                <a:cs typeface="Inria Sans Light"/>
              </a:rPr>
              <a:t> </a:t>
            </a:r>
            <a:r>
              <a:rPr sz="2000" dirty="0">
                <a:solidFill>
                  <a:srgbClr val="292929"/>
                </a:solidFill>
                <a:latin typeface="Inria Sans Light"/>
                <a:cs typeface="Inria Sans Light"/>
              </a:rPr>
              <a:t>and</a:t>
            </a:r>
            <a:r>
              <a:rPr sz="2000" spc="260" dirty="0">
                <a:solidFill>
                  <a:srgbClr val="292929"/>
                </a:solidFill>
                <a:latin typeface="Inria Sans Light"/>
                <a:cs typeface="Inria Sans Light"/>
              </a:rPr>
              <a:t> </a:t>
            </a:r>
            <a:r>
              <a:rPr sz="2000" dirty="0">
                <a:solidFill>
                  <a:srgbClr val="292929"/>
                </a:solidFill>
                <a:latin typeface="Inria Sans Light"/>
                <a:cs typeface="Inria Sans Light"/>
              </a:rPr>
              <a:t>inference</a:t>
            </a:r>
            <a:r>
              <a:rPr sz="2000" spc="265" dirty="0">
                <a:solidFill>
                  <a:srgbClr val="292929"/>
                </a:solidFill>
                <a:latin typeface="Inria Sans Light"/>
                <a:cs typeface="Inria Sans Light"/>
              </a:rPr>
              <a:t> </a:t>
            </a:r>
            <a:r>
              <a:rPr sz="2000" spc="30" dirty="0">
                <a:solidFill>
                  <a:srgbClr val="292929"/>
                </a:solidFill>
                <a:latin typeface="Inria Sans Light"/>
                <a:cs typeface="Inria Sans Light"/>
              </a:rPr>
              <a:t>time </a:t>
            </a:r>
            <a:r>
              <a:rPr sz="2000" spc="50" dirty="0">
                <a:solidFill>
                  <a:srgbClr val="292929"/>
                </a:solidFill>
                <a:latin typeface="Inria Sans Light"/>
                <a:cs typeface="Inria Sans Light"/>
              </a:rPr>
              <a:t>support</a:t>
            </a:r>
            <a:r>
              <a:rPr sz="2000" spc="130" dirty="0">
                <a:solidFill>
                  <a:srgbClr val="292929"/>
                </a:solidFill>
                <a:latin typeface="Inria Sans Light"/>
                <a:cs typeface="Inria Sans Light"/>
              </a:rPr>
              <a:t> </a:t>
            </a:r>
            <a:r>
              <a:rPr sz="2000" spc="50" dirty="0">
                <a:solidFill>
                  <a:srgbClr val="292929"/>
                </a:solidFill>
                <a:latin typeface="Inria Sans Light"/>
                <a:cs typeface="Inria Sans Light"/>
              </a:rPr>
              <a:t>practical</a:t>
            </a:r>
            <a:r>
              <a:rPr sz="2000" spc="140" dirty="0">
                <a:solidFill>
                  <a:srgbClr val="292929"/>
                </a:solidFill>
                <a:latin typeface="Inria Sans Light"/>
                <a:cs typeface="Inria Sans Light"/>
              </a:rPr>
              <a:t> </a:t>
            </a:r>
            <a:r>
              <a:rPr sz="2000" spc="50" dirty="0">
                <a:solidFill>
                  <a:srgbClr val="292929"/>
                </a:solidFill>
                <a:latin typeface="Inria Sans Light"/>
                <a:cs typeface="Inria Sans Light"/>
              </a:rPr>
              <a:t>implementation.</a:t>
            </a:r>
            <a:endParaRPr sz="2000">
              <a:latin typeface="Inria Sans Light"/>
              <a:cs typeface="Inria Sans Light"/>
            </a:endParaRPr>
          </a:p>
        </p:txBody>
      </p:sp>
      <p:sp>
        <p:nvSpPr>
          <p:cNvPr id="14" name="object 14"/>
          <p:cNvSpPr txBox="1"/>
          <p:nvPr/>
        </p:nvSpPr>
        <p:spPr>
          <a:xfrm>
            <a:off x="901700" y="4993970"/>
            <a:ext cx="4612005" cy="234950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92929"/>
                </a:solidFill>
                <a:latin typeface="Inria Serif"/>
                <a:cs typeface="Inria Serif"/>
              </a:rPr>
              <a:t>Enhancing</a:t>
            </a:r>
            <a:r>
              <a:rPr sz="2400" b="1" spc="360" dirty="0">
                <a:solidFill>
                  <a:srgbClr val="292929"/>
                </a:solidFill>
                <a:latin typeface="Inria Serif"/>
                <a:cs typeface="Inria Serif"/>
              </a:rPr>
              <a:t> </a:t>
            </a:r>
            <a:r>
              <a:rPr sz="2400" b="1" spc="45" dirty="0">
                <a:solidFill>
                  <a:srgbClr val="292929"/>
                </a:solidFill>
                <a:latin typeface="Inria Serif"/>
                <a:cs typeface="Inria Serif"/>
              </a:rPr>
              <a:t>IoT</a:t>
            </a:r>
            <a:r>
              <a:rPr sz="2400" b="1" spc="365" dirty="0">
                <a:solidFill>
                  <a:srgbClr val="292929"/>
                </a:solidFill>
                <a:latin typeface="Inria Serif"/>
                <a:cs typeface="Inria Serif"/>
              </a:rPr>
              <a:t> </a:t>
            </a:r>
            <a:r>
              <a:rPr sz="2400" b="1" spc="45" dirty="0">
                <a:solidFill>
                  <a:srgbClr val="292929"/>
                </a:solidFill>
                <a:latin typeface="Inria Serif"/>
                <a:cs typeface="Inria Serif"/>
              </a:rPr>
              <a:t>Security</a:t>
            </a:r>
            <a:endParaRPr sz="2400">
              <a:latin typeface="Inria Serif"/>
              <a:cs typeface="Inria Serif"/>
            </a:endParaRPr>
          </a:p>
          <a:p>
            <a:pPr marL="228600" marR="5080" indent="-216535">
              <a:lnSpc>
                <a:spcPct val="108300"/>
              </a:lnSpc>
              <a:spcBef>
                <a:spcPts val="1920"/>
              </a:spcBef>
              <a:buFont typeface="Times New Roman"/>
              <a:buChar char="•"/>
              <a:tabLst>
                <a:tab pos="228600" algn="l"/>
              </a:tabLst>
            </a:pPr>
            <a:r>
              <a:rPr sz="2000" spc="50" dirty="0">
                <a:solidFill>
                  <a:srgbClr val="292929"/>
                </a:solidFill>
                <a:latin typeface="Inria Sans Light"/>
                <a:cs typeface="Inria Sans Light"/>
              </a:rPr>
              <a:t>Lightweight</a:t>
            </a:r>
            <a:r>
              <a:rPr sz="2000" spc="204" dirty="0">
                <a:solidFill>
                  <a:srgbClr val="292929"/>
                </a:solidFill>
                <a:latin typeface="Inria Sans Light"/>
                <a:cs typeface="Inria Sans Light"/>
              </a:rPr>
              <a:t> </a:t>
            </a:r>
            <a:r>
              <a:rPr sz="2000" dirty="0">
                <a:solidFill>
                  <a:srgbClr val="292929"/>
                </a:solidFill>
                <a:latin typeface="Inria Sans Light"/>
                <a:cs typeface="Inria Sans Light"/>
              </a:rPr>
              <a:t>deep</a:t>
            </a:r>
            <a:r>
              <a:rPr sz="2000" spc="204" dirty="0">
                <a:solidFill>
                  <a:srgbClr val="292929"/>
                </a:solidFill>
                <a:latin typeface="Inria Sans Light"/>
                <a:cs typeface="Inria Sans Light"/>
              </a:rPr>
              <a:t> </a:t>
            </a:r>
            <a:r>
              <a:rPr sz="2000" spc="50" dirty="0">
                <a:solidFill>
                  <a:srgbClr val="292929"/>
                </a:solidFill>
                <a:latin typeface="Inria Sans Light"/>
                <a:cs typeface="Inria Sans Light"/>
              </a:rPr>
              <a:t>learning</a:t>
            </a:r>
            <a:r>
              <a:rPr sz="2000" spc="204" dirty="0">
                <a:solidFill>
                  <a:srgbClr val="292929"/>
                </a:solidFill>
                <a:latin typeface="Inria Sans Light"/>
                <a:cs typeface="Inria Sans Light"/>
              </a:rPr>
              <a:t> </a:t>
            </a:r>
            <a:r>
              <a:rPr sz="2000" dirty="0">
                <a:solidFill>
                  <a:srgbClr val="292929"/>
                </a:solidFill>
                <a:latin typeface="Inria Sans Light"/>
                <a:cs typeface="Inria Sans Light"/>
              </a:rPr>
              <a:t>IDS</a:t>
            </a:r>
            <a:r>
              <a:rPr sz="2000" spc="204" dirty="0">
                <a:solidFill>
                  <a:srgbClr val="292929"/>
                </a:solidFill>
                <a:latin typeface="Inria Sans Light"/>
                <a:cs typeface="Inria Sans Light"/>
              </a:rPr>
              <a:t> </a:t>
            </a:r>
            <a:r>
              <a:rPr sz="2000" spc="50" dirty="0">
                <a:solidFill>
                  <a:srgbClr val="292929"/>
                </a:solidFill>
                <a:latin typeface="Inria Sans Light"/>
                <a:cs typeface="Inria Sans Light"/>
              </a:rPr>
              <a:t>models </a:t>
            </a:r>
            <a:r>
              <a:rPr sz="2000" dirty="0">
                <a:solidFill>
                  <a:srgbClr val="292929"/>
                </a:solidFill>
                <a:latin typeface="Inria Sans Light"/>
                <a:cs typeface="Inria Sans Light"/>
              </a:rPr>
              <a:t>provide</a:t>
            </a:r>
            <a:r>
              <a:rPr sz="2000" spc="235" dirty="0">
                <a:solidFill>
                  <a:srgbClr val="292929"/>
                </a:solidFill>
                <a:latin typeface="Inria Sans Light"/>
                <a:cs typeface="Inria Sans Light"/>
              </a:rPr>
              <a:t> </a:t>
            </a:r>
            <a:r>
              <a:rPr sz="2000" spc="50" dirty="0">
                <a:solidFill>
                  <a:srgbClr val="292929"/>
                </a:solidFill>
                <a:latin typeface="Inria Sans Light"/>
                <a:cs typeface="Inria Sans Light"/>
              </a:rPr>
              <a:t>robust</a:t>
            </a:r>
            <a:r>
              <a:rPr sz="2000" spc="235" dirty="0">
                <a:solidFill>
                  <a:srgbClr val="292929"/>
                </a:solidFill>
                <a:latin typeface="Inria Sans Light"/>
                <a:cs typeface="Inria Sans Light"/>
              </a:rPr>
              <a:t> </a:t>
            </a:r>
            <a:r>
              <a:rPr sz="2000" spc="50" dirty="0">
                <a:solidFill>
                  <a:srgbClr val="292929"/>
                </a:solidFill>
                <a:latin typeface="Inria Sans Light"/>
                <a:cs typeface="Inria Sans Light"/>
              </a:rPr>
              <a:t>protection</a:t>
            </a:r>
            <a:r>
              <a:rPr sz="2000" spc="235" dirty="0">
                <a:solidFill>
                  <a:srgbClr val="292929"/>
                </a:solidFill>
                <a:latin typeface="Inria Sans Light"/>
                <a:cs typeface="Inria Sans Light"/>
              </a:rPr>
              <a:t> </a:t>
            </a:r>
            <a:r>
              <a:rPr sz="2000" dirty="0">
                <a:solidFill>
                  <a:srgbClr val="292929"/>
                </a:solidFill>
                <a:latin typeface="Inria Sans Light"/>
                <a:cs typeface="Inria Sans Light"/>
              </a:rPr>
              <a:t>for</a:t>
            </a:r>
            <a:r>
              <a:rPr sz="2000" spc="240" dirty="0">
                <a:solidFill>
                  <a:srgbClr val="292929"/>
                </a:solidFill>
                <a:latin typeface="Inria Sans Light"/>
                <a:cs typeface="Inria Sans Light"/>
              </a:rPr>
              <a:t> </a:t>
            </a:r>
            <a:r>
              <a:rPr sz="2000" spc="35" dirty="0">
                <a:solidFill>
                  <a:srgbClr val="292929"/>
                </a:solidFill>
                <a:latin typeface="Inria Sans Light"/>
                <a:cs typeface="Inria Sans Light"/>
              </a:rPr>
              <a:t>IoT</a:t>
            </a:r>
            <a:endParaRPr sz="2000">
              <a:latin typeface="Inria Sans Light"/>
              <a:cs typeface="Inria Sans Light"/>
            </a:endParaRPr>
          </a:p>
          <a:p>
            <a:pPr marL="228600">
              <a:lnSpc>
                <a:spcPct val="100000"/>
              </a:lnSpc>
              <a:spcBef>
                <a:spcPts val="200"/>
              </a:spcBef>
            </a:pPr>
            <a:r>
              <a:rPr sz="2000" spc="50" dirty="0">
                <a:solidFill>
                  <a:srgbClr val="292929"/>
                </a:solidFill>
                <a:latin typeface="Inria Sans Light"/>
                <a:cs typeface="Inria Sans Light"/>
              </a:rPr>
              <a:t>networks.</a:t>
            </a:r>
            <a:endParaRPr sz="2000">
              <a:latin typeface="Inria Sans Light"/>
              <a:cs typeface="Inria Sans Light"/>
            </a:endParaRPr>
          </a:p>
          <a:p>
            <a:pPr marL="228600" marR="339090" indent="-216535">
              <a:lnSpc>
                <a:spcPct val="108300"/>
              </a:lnSpc>
              <a:spcBef>
                <a:spcPts val="500"/>
              </a:spcBef>
              <a:buFont typeface="Times New Roman"/>
              <a:buChar char="•"/>
              <a:tabLst>
                <a:tab pos="228600" algn="l"/>
              </a:tabLst>
            </a:pPr>
            <a:r>
              <a:rPr sz="2000" dirty="0">
                <a:solidFill>
                  <a:srgbClr val="292929"/>
                </a:solidFill>
                <a:latin typeface="Inria Sans Light"/>
                <a:cs typeface="Inria Sans Light"/>
              </a:rPr>
              <a:t>Effective</a:t>
            </a:r>
            <a:r>
              <a:rPr sz="2000" spc="285" dirty="0">
                <a:solidFill>
                  <a:srgbClr val="292929"/>
                </a:solidFill>
                <a:latin typeface="Inria Sans Light"/>
                <a:cs typeface="Inria Sans Light"/>
              </a:rPr>
              <a:t> </a:t>
            </a:r>
            <a:r>
              <a:rPr sz="2000" spc="50" dirty="0">
                <a:solidFill>
                  <a:srgbClr val="292929"/>
                </a:solidFill>
                <a:latin typeface="Inria Sans Light"/>
                <a:cs typeface="Inria Sans Light"/>
              </a:rPr>
              <a:t>detection</a:t>
            </a:r>
            <a:r>
              <a:rPr sz="2000" spc="285" dirty="0">
                <a:solidFill>
                  <a:srgbClr val="292929"/>
                </a:solidFill>
                <a:latin typeface="Inria Sans Light"/>
                <a:cs typeface="Inria Sans Light"/>
              </a:rPr>
              <a:t> </a:t>
            </a:r>
            <a:r>
              <a:rPr sz="2000" dirty="0">
                <a:solidFill>
                  <a:srgbClr val="292929"/>
                </a:solidFill>
                <a:latin typeface="Inria Sans Light"/>
                <a:cs typeface="Inria Sans Light"/>
              </a:rPr>
              <a:t>of</a:t>
            </a:r>
            <a:r>
              <a:rPr sz="2000" spc="285" dirty="0">
                <a:solidFill>
                  <a:srgbClr val="292929"/>
                </a:solidFill>
                <a:latin typeface="Inria Sans Light"/>
                <a:cs typeface="Inria Sans Light"/>
              </a:rPr>
              <a:t> </a:t>
            </a:r>
            <a:r>
              <a:rPr sz="2000" dirty="0">
                <a:solidFill>
                  <a:srgbClr val="292929"/>
                </a:solidFill>
                <a:latin typeface="Inria Sans Light"/>
                <a:cs typeface="Inria Sans Light"/>
              </a:rPr>
              <a:t>diverse</a:t>
            </a:r>
            <a:r>
              <a:rPr sz="2000" spc="290" dirty="0">
                <a:solidFill>
                  <a:srgbClr val="292929"/>
                </a:solidFill>
                <a:latin typeface="Inria Sans Light"/>
                <a:cs typeface="Inria Sans Light"/>
              </a:rPr>
              <a:t> </a:t>
            </a:r>
            <a:r>
              <a:rPr sz="2000" spc="40" dirty="0">
                <a:solidFill>
                  <a:srgbClr val="292929"/>
                </a:solidFill>
                <a:latin typeface="Inria Sans Light"/>
                <a:cs typeface="Inria Sans Light"/>
              </a:rPr>
              <a:t>cyber </a:t>
            </a:r>
            <a:r>
              <a:rPr sz="2000" spc="50" dirty="0">
                <a:solidFill>
                  <a:srgbClr val="292929"/>
                </a:solidFill>
                <a:latin typeface="Inria Sans Light"/>
                <a:cs typeface="Inria Sans Light"/>
              </a:rPr>
              <a:t>threats</a:t>
            </a:r>
            <a:r>
              <a:rPr sz="2000" spc="200" dirty="0">
                <a:solidFill>
                  <a:srgbClr val="292929"/>
                </a:solidFill>
                <a:latin typeface="Inria Sans Light"/>
                <a:cs typeface="Inria Sans Light"/>
              </a:rPr>
              <a:t> </a:t>
            </a:r>
            <a:r>
              <a:rPr sz="2000" dirty="0">
                <a:solidFill>
                  <a:srgbClr val="292929"/>
                </a:solidFill>
                <a:latin typeface="Inria Sans Light"/>
                <a:cs typeface="Inria Sans Light"/>
              </a:rPr>
              <a:t>in</a:t>
            </a:r>
            <a:r>
              <a:rPr sz="2000" spc="204" dirty="0">
                <a:solidFill>
                  <a:srgbClr val="292929"/>
                </a:solidFill>
                <a:latin typeface="Inria Sans Light"/>
                <a:cs typeface="Inria Sans Light"/>
              </a:rPr>
              <a:t> </a:t>
            </a:r>
            <a:r>
              <a:rPr sz="2000" spc="60" dirty="0">
                <a:solidFill>
                  <a:srgbClr val="292929"/>
                </a:solidFill>
                <a:latin typeface="Inria Sans Light"/>
                <a:cs typeface="Inria Sans Light"/>
              </a:rPr>
              <a:t>real-</a:t>
            </a:r>
            <a:r>
              <a:rPr sz="2000" dirty="0">
                <a:solidFill>
                  <a:srgbClr val="292929"/>
                </a:solidFill>
                <a:latin typeface="Inria Sans Light"/>
                <a:cs typeface="Inria Sans Light"/>
              </a:rPr>
              <a:t>time</a:t>
            </a:r>
            <a:r>
              <a:rPr sz="2000" spc="204" dirty="0">
                <a:solidFill>
                  <a:srgbClr val="292929"/>
                </a:solidFill>
                <a:latin typeface="Inria Sans Light"/>
                <a:cs typeface="Inria Sans Light"/>
              </a:rPr>
              <a:t> </a:t>
            </a:r>
            <a:r>
              <a:rPr sz="2000" spc="35" dirty="0">
                <a:solidFill>
                  <a:srgbClr val="292929"/>
                </a:solidFill>
                <a:latin typeface="Inria Sans Light"/>
                <a:cs typeface="Inria Sans Light"/>
              </a:rPr>
              <a:t>environments.</a:t>
            </a:r>
            <a:endParaRPr sz="2000">
              <a:latin typeface="Inria Sans Light"/>
              <a:cs typeface="Inria Sans Light"/>
            </a:endParaRPr>
          </a:p>
        </p:txBody>
      </p:sp>
      <p:sp>
        <p:nvSpPr>
          <p:cNvPr id="15" name="object 15"/>
          <p:cNvSpPr/>
          <p:nvPr/>
        </p:nvSpPr>
        <p:spPr>
          <a:xfrm>
            <a:off x="942022"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7DEDD"/>
          </a:solidFill>
        </p:spPr>
        <p:txBody>
          <a:bodyPr wrap="square" lIns="0" tIns="0" rIns="0" bIns="0" rtlCol="0"/>
          <a:lstStyle/>
          <a:p>
            <a:endParaRPr/>
          </a:p>
        </p:txBody>
      </p:sp>
      <p:sp>
        <p:nvSpPr>
          <p:cNvPr id="16" name="object 16"/>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292929"/>
                </a:solidFill>
                <a:latin typeface="Inria Sans"/>
                <a:cs typeface="Inria Sans"/>
              </a:rPr>
              <a:t>5/13/2026</a:t>
            </a:r>
            <a:endParaRPr sz="2000">
              <a:latin typeface="Inria Sans"/>
              <a:cs typeface="Inria Sans"/>
            </a:endParaRPr>
          </a:p>
        </p:txBody>
      </p:sp>
      <p:sp>
        <p:nvSpPr>
          <p:cNvPr id="17" name="object 17"/>
          <p:cNvSpPr/>
          <p:nvPr/>
        </p:nvSpPr>
        <p:spPr>
          <a:xfrm>
            <a:off x="900887" y="9324426"/>
            <a:ext cx="505459" cy="403860"/>
          </a:xfrm>
          <a:custGeom>
            <a:avLst/>
            <a:gdLst/>
            <a:ahLst/>
            <a:cxnLst/>
            <a:rect l="l" t="t" r="r" b="b"/>
            <a:pathLst>
              <a:path w="505459" h="403859">
                <a:moveTo>
                  <a:pt x="451650" y="0"/>
                </a:moveTo>
                <a:lnTo>
                  <a:pt x="53555" y="0"/>
                </a:lnTo>
                <a:lnTo>
                  <a:pt x="32805" y="4240"/>
                </a:lnTo>
                <a:lnTo>
                  <a:pt x="15771" y="15770"/>
                </a:lnTo>
                <a:lnTo>
                  <a:pt x="4240" y="32800"/>
                </a:lnTo>
                <a:lnTo>
                  <a:pt x="0" y="53543"/>
                </a:lnTo>
                <a:lnTo>
                  <a:pt x="0" y="349897"/>
                </a:lnTo>
                <a:lnTo>
                  <a:pt x="4240" y="370640"/>
                </a:lnTo>
                <a:lnTo>
                  <a:pt x="15771" y="387670"/>
                </a:lnTo>
                <a:lnTo>
                  <a:pt x="32805" y="399200"/>
                </a:lnTo>
                <a:lnTo>
                  <a:pt x="53555" y="403440"/>
                </a:lnTo>
                <a:lnTo>
                  <a:pt x="452018" y="403440"/>
                </a:lnTo>
                <a:lnTo>
                  <a:pt x="472962" y="399188"/>
                </a:lnTo>
                <a:lnTo>
                  <a:pt x="490021" y="387578"/>
                </a:lnTo>
                <a:lnTo>
                  <a:pt x="501372" y="370329"/>
                </a:lnTo>
                <a:lnTo>
                  <a:pt x="505193" y="349161"/>
                </a:lnTo>
                <a:lnTo>
                  <a:pt x="505193" y="53543"/>
                </a:lnTo>
                <a:lnTo>
                  <a:pt x="501004" y="32800"/>
                </a:lnTo>
                <a:lnTo>
                  <a:pt x="489561" y="15770"/>
                </a:lnTo>
                <a:lnTo>
                  <a:pt x="472548" y="4240"/>
                </a:lnTo>
                <a:lnTo>
                  <a:pt x="451650" y="0"/>
                </a:lnTo>
                <a:close/>
              </a:path>
            </a:pathLst>
          </a:custGeom>
          <a:solidFill>
            <a:srgbClr val="282828"/>
          </a:solidFill>
        </p:spPr>
        <p:txBody>
          <a:bodyPr wrap="square" lIns="0" tIns="0" rIns="0" bIns="0" rtlCol="0"/>
          <a:lstStyle/>
          <a:p>
            <a:endParaRPr/>
          </a:p>
        </p:txBody>
      </p:sp>
      <p:sp>
        <p:nvSpPr>
          <p:cNvPr id="18" name="object 1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16</a:t>
            </a:fld>
            <a:r>
              <a:rPr spc="-25"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B4EFF-CFC8-A1B3-99A6-75B4083289B6}"/>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318F3D7C-AC68-2771-FA9A-4F1F3DC64F36}"/>
              </a:ext>
            </a:extLst>
          </p:cNvPr>
          <p:cNvSpPr txBox="1">
            <a:spLocks noGrp="1"/>
          </p:cNvSpPr>
          <p:nvPr>
            <p:ph type="title"/>
          </p:nvPr>
        </p:nvSpPr>
        <p:spPr>
          <a:xfrm>
            <a:off x="3505200" y="195809"/>
            <a:ext cx="4373066" cy="1397819"/>
          </a:xfrm>
          <a:prstGeom prst="rect">
            <a:avLst/>
          </a:prstGeom>
        </p:spPr>
        <p:txBody>
          <a:bodyPr vert="horz" wrap="square" lIns="0" tIns="12700" rIns="0" bIns="0" rtlCol="0">
            <a:spAutoFit/>
          </a:bodyPr>
          <a:lstStyle/>
          <a:p>
            <a:pPr marL="12700">
              <a:lnSpc>
                <a:spcPct val="100000"/>
              </a:lnSpc>
              <a:spcBef>
                <a:spcPts val="100"/>
              </a:spcBef>
            </a:pPr>
            <a:r>
              <a:rPr lang="en-US" spc="-10" dirty="0">
                <a:latin typeface="Bebas Neue Regular"/>
                <a:cs typeface="Bebas Neue Regular"/>
              </a:rPr>
              <a:t>References</a:t>
            </a:r>
            <a:endParaRPr spc="-10" dirty="0">
              <a:latin typeface="Bebas Neue Regular"/>
              <a:cs typeface="Bebas Neue Regular"/>
            </a:endParaRPr>
          </a:p>
        </p:txBody>
      </p:sp>
      <p:sp>
        <p:nvSpPr>
          <p:cNvPr id="3" name="object 3">
            <a:extLst>
              <a:ext uri="{FF2B5EF4-FFF2-40B4-BE49-F238E27FC236}">
                <a16:creationId xmlns:a16="http://schemas.microsoft.com/office/drawing/2014/main" id="{0332BF2F-51DF-3F07-78FC-6D24BFFC9834}"/>
              </a:ext>
            </a:extLst>
          </p:cNvPr>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FFFFFF"/>
                </a:solidFill>
                <a:latin typeface="Inria Sans"/>
                <a:cs typeface="Inria Sans"/>
              </a:rPr>
              <a:t>5/13/2026</a:t>
            </a:r>
            <a:endParaRPr sz="2000">
              <a:latin typeface="Inria Sans"/>
              <a:cs typeface="Inria Sans"/>
            </a:endParaRPr>
          </a:p>
        </p:txBody>
      </p:sp>
      <p:sp>
        <p:nvSpPr>
          <p:cNvPr id="5" name="object 5">
            <a:extLst>
              <a:ext uri="{FF2B5EF4-FFF2-40B4-BE49-F238E27FC236}">
                <a16:creationId xmlns:a16="http://schemas.microsoft.com/office/drawing/2014/main" id="{25C2ECEC-154F-309B-D272-1336AA00D7CB}"/>
              </a:ext>
            </a:extLst>
          </p:cNvPr>
          <p:cNvSpPr/>
          <p:nvPr/>
        </p:nvSpPr>
        <p:spPr>
          <a:xfrm>
            <a:off x="901017" y="9327093"/>
            <a:ext cx="492759" cy="400685"/>
          </a:xfrm>
          <a:custGeom>
            <a:avLst/>
            <a:gdLst/>
            <a:ahLst/>
            <a:cxnLst/>
            <a:rect l="l" t="t" r="r" b="b"/>
            <a:pathLst>
              <a:path w="492759" h="400684">
                <a:moveTo>
                  <a:pt x="439064" y="0"/>
                </a:moveTo>
                <a:lnTo>
                  <a:pt x="53174" y="0"/>
                </a:lnTo>
                <a:lnTo>
                  <a:pt x="32575" y="4211"/>
                </a:lnTo>
                <a:lnTo>
                  <a:pt x="15662" y="15662"/>
                </a:lnTo>
                <a:lnTo>
                  <a:pt x="4211" y="32575"/>
                </a:lnTo>
                <a:lnTo>
                  <a:pt x="0" y="53174"/>
                </a:lnTo>
                <a:lnTo>
                  <a:pt x="0" y="347472"/>
                </a:lnTo>
                <a:lnTo>
                  <a:pt x="4211" y="368071"/>
                </a:lnTo>
                <a:lnTo>
                  <a:pt x="15662" y="384984"/>
                </a:lnTo>
                <a:lnTo>
                  <a:pt x="32575" y="396435"/>
                </a:lnTo>
                <a:lnTo>
                  <a:pt x="53174" y="400646"/>
                </a:lnTo>
                <a:lnTo>
                  <a:pt x="439432" y="400646"/>
                </a:lnTo>
                <a:lnTo>
                  <a:pt x="460233" y="396423"/>
                </a:lnTo>
                <a:lnTo>
                  <a:pt x="477175" y="384894"/>
                </a:lnTo>
                <a:lnTo>
                  <a:pt x="488447" y="367766"/>
                </a:lnTo>
                <a:lnTo>
                  <a:pt x="492239" y="346748"/>
                </a:lnTo>
                <a:lnTo>
                  <a:pt x="492239" y="53174"/>
                </a:lnTo>
                <a:lnTo>
                  <a:pt x="488079" y="32575"/>
                </a:lnTo>
                <a:lnTo>
                  <a:pt x="476715" y="15662"/>
                </a:lnTo>
                <a:lnTo>
                  <a:pt x="459819" y="4211"/>
                </a:lnTo>
                <a:lnTo>
                  <a:pt x="439064" y="0"/>
                </a:lnTo>
                <a:close/>
              </a:path>
            </a:pathLst>
          </a:custGeom>
          <a:solidFill>
            <a:srgbClr val="282828"/>
          </a:solidFill>
        </p:spPr>
        <p:txBody>
          <a:bodyPr wrap="square" lIns="0" tIns="0" rIns="0" bIns="0" rtlCol="0"/>
          <a:lstStyle/>
          <a:p>
            <a:endParaRPr/>
          </a:p>
        </p:txBody>
      </p:sp>
      <p:sp>
        <p:nvSpPr>
          <p:cNvPr id="7" name="object 7">
            <a:extLst>
              <a:ext uri="{FF2B5EF4-FFF2-40B4-BE49-F238E27FC236}">
                <a16:creationId xmlns:a16="http://schemas.microsoft.com/office/drawing/2014/main" id="{F085597E-F88A-AD01-43A2-3EA829C6B3F8}"/>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17</a:t>
            </a:fld>
            <a:r>
              <a:rPr spc="-25" dirty="0"/>
              <a:t>.</a:t>
            </a:r>
          </a:p>
        </p:txBody>
      </p:sp>
      <p:sp>
        <p:nvSpPr>
          <p:cNvPr id="10" name="TextBox 9">
            <a:extLst>
              <a:ext uri="{FF2B5EF4-FFF2-40B4-BE49-F238E27FC236}">
                <a16:creationId xmlns:a16="http://schemas.microsoft.com/office/drawing/2014/main" id="{5EFEA240-FBC3-7389-60C6-7B187017BD90}"/>
              </a:ext>
            </a:extLst>
          </p:cNvPr>
          <p:cNvSpPr txBox="1"/>
          <p:nvPr/>
        </p:nvSpPr>
        <p:spPr>
          <a:xfrm>
            <a:off x="3048000" y="1599772"/>
            <a:ext cx="13944600" cy="7317388"/>
          </a:xfrm>
          <a:prstGeom prst="rect">
            <a:avLst/>
          </a:prstGeom>
          <a:noFill/>
        </p:spPr>
        <p:txBody>
          <a:bodyPr wrap="square">
            <a:spAutoFit/>
          </a:bodyPr>
          <a:lstStyle/>
          <a:p>
            <a:pPr marL="742950" lvl="1" indent="-285750">
              <a:spcBef>
                <a:spcPts val="500"/>
              </a:spcBef>
              <a:spcAft>
                <a:spcPts val="1200"/>
              </a:spcAft>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M. </a:t>
            </a:r>
            <a:r>
              <a:rPr lang="en-IN" sz="1800" dirty="0" err="1">
                <a:effectLst/>
                <a:latin typeface="Times New Roman" panose="02020603050405020304" pitchFamily="18" charset="0"/>
                <a:ea typeface="Times New Roman" panose="02020603050405020304" pitchFamily="18" charset="0"/>
              </a:rPr>
              <a:t>Tavallaee</a:t>
            </a:r>
            <a:r>
              <a:rPr lang="en-IN" sz="1800" dirty="0">
                <a:effectLst/>
                <a:latin typeface="Times New Roman" panose="02020603050405020304" pitchFamily="18" charset="0"/>
                <a:ea typeface="Times New Roman" panose="02020603050405020304" pitchFamily="18" charset="0"/>
              </a:rPr>
              <a:t>, E. Bagheri, W. Lu, and A. A. Ghorbani, “A detailed analysis of the KDD CUP 99 data set,” in Proc. IEEE Symp. Computational Intelligence for Security and </a:t>
            </a:r>
            <a:r>
              <a:rPr lang="en-IN" sz="1800" dirty="0" err="1">
                <a:effectLst/>
                <a:latin typeface="Times New Roman" panose="02020603050405020304" pitchFamily="18" charset="0"/>
                <a:ea typeface="Times New Roman" panose="02020603050405020304" pitchFamily="18" charset="0"/>
              </a:rPr>
              <a:t>Defense</a:t>
            </a:r>
            <a:r>
              <a:rPr lang="en-IN" sz="1800" dirty="0">
                <a:effectLst/>
                <a:latin typeface="Times New Roman" panose="02020603050405020304" pitchFamily="18" charset="0"/>
                <a:ea typeface="Times New Roman" panose="02020603050405020304" pitchFamily="18" charset="0"/>
              </a:rPr>
              <a:t> Applications (CISDA), 2009, pp. 1–6.</a:t>
            </a:r>
          </a:p>
          <a:p>
            <a:pPr marL="742950" lvl="1" indent="-285750">
              <a:spcBef>
                <a:spcPts val="500"/>
              </a:spcBef>
              <a:spcAft>
                <a:spcPts val="1200"/>
              </a:spcAft>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N. Moustafa and J. Slay, “UNSW-NB15: A comprehensive data set for network intrusion detection systems (UNSW-NB15 network data set),” in Proc. Military Communications and Information Systems Conf. (</a:t>
            </a:r>
            <a:r>
              <a:rPr lang="en-IN" sz="1800" dirty="0" err="1">
                <a:effectLst/>
                <a:latin typeface="Times New Roman" panose="02020603050405020304" pitchFamily="18" charset="0"/>
                <a:ea typeface="Times New Roman" panose="02020603050405020304" pitchFamily="18" charset="0"/>
              </a:rPr>
              <a:t>MilCIS</a:t>
            </a:r>
            <a:r>
              <a:rPr lang="en-IN" sz="1800" dirty="0">
                <a:effectLst/>
                <a:latin typeface="Times New Roman" panose="02020603050405020304" pitchFamily="18" charset="0"/>
                <a:ea typeface="Times New Roman" panose="02020603050405020304" pitchFamily="18" charset="0"/>
              </a:rPr>
              <a:t>), 2015, pp. 1–6.</a:t>
            </a:r>
          </a:p>
          <a:p>
            <a:pPr marL="742950" lvl="1" indent="-285750">
              <a:spcBef>
                <a:spcPts val="500"/>
              </a:spcBef>
              <a:spcAft>
                <a:spcPts val="1200"/>
              </a:spcAft>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G. Kim, S. Lee, and S. Kim, “A novel hybrid intrusion detection method integrating anomaly detection with misuse detection,” Expert Systems with Applications, vol. 41, no. 4, pp. 1690–1700, 2014.</a:t>
            </a:r>
          </a:p>
          <a:p>
            <a:pPr marL="742950" lvl="1" indent="-285750">
              <a:spcBef>
                <a:spcPts val="500"/>
              </a:spcBef>
              <a:spcAft>
                <a:spcPts val="1200"/>
              </a:spcAft>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C. Yin, Y. Zhu, J. Fei, and X. He, “A deep learning approach for intrusion detection using recurrent neural networks,” IEEE Access, vol. 5, pp. 21954–21961, 2017.</a:t>
            </a:r>
          </a:p>
          <a:p>
            <a:pPr marL="742950" lvl="1" indent="-285750">
              <a:spcBef>
                <a:spcPts val="500"/>
              </a:spcBef>
              <a:spcAft>
                <a:spcPts val="1200"/>
              </a:spcAft>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M. S. Hossain, M. Al-</a:t>
            </a:r>
            <a:r>
              <a:rPr lang="en-IN" sz="1800" dirty="0" err="1">
                <a:effectLst/>
                <a:latin typeface="Times New Roman" panose="02020603050405020304" pitchFamily="18" charset="0"/>
                <a:ea typeface="Times New Roman" panose="02020603050405020304" pitchFamily="18" charset="0"/>
              </a:rPr>
              <a:t>Rakhami</a:t>
            </a:r>
            <a:r>
              <a:rPr lang="en-IN" sz="1800" dirty="0">
                <a:effectLst/>
                <a:latin typeface="Times New Roman" panose="02020603050405020304" pitchFamily="18" charset="0"/>
                <a:ea typeface="Times New Roman" panose="02020603050405020304" pitchFamily="18" charset="0"/>
              </a:rPr>
              <a:t>, and G. Muhammad, “Lightweight intrusion detection system for IoT using deep learning,” IEEE Access, vol. 8, pp. 123–134, 2020.</a:t>
            </a:r>
          </a:p>
          <a:p>
            <a:pPr marL="742950" lvl="1" indent="-285750">
              <a:spcBef>
                <a:spcPts val="500"/>
              </a:spcBef>
              <a:spcAft>
                <a:spcPts val="1200"/>
              </a:spcAft>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K. </a:t>
            </a:r>
            <a:r>
              <a:rPr lang="en-IN" sz="1800" dirty="0" err="1">
                <a:effectLst/>
                <a:latin typeface="Times New Roman" panose="02020603050405020304" pitchFamily="18" charset="0"/>
                <a:ea typeface="Times New Roman" panose="02020603050405020304" pitchFamily="18" charset="0"/>
              </a:rPr>
              <a:t>Alrawashdeh</a:t>
            </a:r>
            <a:r>
              <a:rPr lang="en-IN" sz="1800" dirty="0">
                <a:effectLst/>
                <a:latin typeface="Times New Roman" panose="02020603050405020304" pitchFamily="18" charset="0"/>
                <a:ea typeface="Times New Roman" panose="02020603050405020304" pitchFamily="18" charset="0"/>
              </a:rPr>
              <a:t> and C. Purdy, “Toward an online anomaly intrusion detection system based on deep learning,” in Proc. IEEE Int. Conf. Machine Learning and Applications (ICMLA), 2016.</a:t>
            </a:r>
          </a:p>
          <a:p>
            <a:pPr marL="742950" lvl="1" indent="-285750">
              <a:spcBef>
                <a:spcPts val="500"/>
              </a:spcBef>
              <a:spcAft>
                <a:spcPts val="1200"/>
              </a:spcAft>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A. Javaid, Q. Niyaz, W. Sun, and M. Alam, “A deep learning approach for network intrusion detection system,” in Proc. EAI Int. Conf. Bio-inspired Information and Communications Technologies, 2016.</a:t>
            </a:r>
          </a:p>
          <a:p>
            <a:pPr marL="742950" lvl="1" indent="-285750">
              <a:spcBef>
                <a:spcPts val="500"/>
              </a:spcBef>
              <a:spcAft>
                <a:spcPts val="1200"/>
              </a:spcAft>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Y. </a:t>
            </a:r>
            <a:r>
              <a:rPr lang="en-IN" sz="1800" dirty="0" err="1">
                <a:effectLst/>
                <a:latin typeface="Times New Roman" panose="02020603050405020304" pitchFamily="18" charset="0"/>
                <a:ea typeface="Times New Roman" panose="02020603050405020304" pitchFamily="18" charset="0"/>
              </a:rPr>
              <a:t>Meidan</a:t>
            </a:r>
            <a:r>
              <a:rPr lang="en-IN" sz="1800" dirty="0">
                <a:effectLst/>
                <a:latin typeface="Times New Roman" panose="02020603050405020304" pitchFamily="18" charset="0"/>
                <a:ea typeface="Times New Roman" panose="02020603050405020304" pitchFamily="18" charset="0"/>
              </a:rPr>
              <a:t> et al., “N-</a:t>
            </a:r>
            <a:r>
              <a:rPr lang="en-IN" sz="1800" dirty="0" err="1">
                <a:effectLst/>
                <a:latin typeface="Times New Roman" panose="02020603050405020304" pitchFamily="18" charset="0"/>
                <a:ea typeface="Times New Roman" panose="02020603050405020304" pitchFamily="18" charset="0"/>
              </a:rPr>
              <a:t>BaIoT</a:t>
            </a:r>
            <a:r>
              <a:rPr lang="en-IN" sz="1800" dirty="0">
                <a:effectLst/>
                <a:latin typeface="Times New Roman" panose="02020603050405020304" pitchFamily="18" charset="0"/>
                <a:ea typeface="Times New Roman" panose="02020603050405020304" pitchFamily="18" charset="0"/>
              </a:rPr>
              <a:t>: Network-based detection of IoT botnet attacks using deep autoencoders,” IEEE Pervasive Computing, vol. 17, no. 3, pp. 12–22, 2018.</a:t>
            </a:r>
          </a:p>
          <a:p>
            <a:pPr marL="742950" lvl="1" indent="-285750">
              <a:spcBef>
                <a:spcPts val="500"/>
              </a:spcBef>
              <a:spcAft>
                <a:spcPts val="1200"/>
              </a:spcAft>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H. Hindy et al., “A taxonomy of network threats and intrusion detection systems,” IEEE Access, vol. 8, pp. 119–151, 2020.</a:t>
            </a:r>
          </a:p>
          <a:p>
            <a:pPr marL="742950" lvl="1" indent="-285750">
              <a:spcBef>
                <a:spcPts val="500"/>
              </a:spcBef>
              <a:spcAft>
                <a:spcPts val="1200"/>
              </a:spcAft>
              <a:buFont typeface="Arial" panose="020B0604020202020204" pitchFamily="34" charset="0"/>
              <a:buChar char="•"/>
            </a:pPr>
            <a:r>
              <a:rPr lang="en-IN" sz="1800" dirty="0">
                <a:effectLst/>
                <a:latin typeface="Times New Roman" panose="02020603050405020304" pitchFamily="18" charset="0"/>
                <a:ea typeface="Times New Roman" panose="02020603050405020304" pitchFamily="18" charset="0"/>
              </a:rPr>
              <a:t>R. Doshi, N. Apthorpe, and N. Feamster, “Machine learning DDoS detection for consumer Internet of Things devices,” in Proc. IEEE Security and Privacy Workshops (SPW), 2018, pp. 29–35.</a:t>
            </a:r>
          </a:p>
        </p:txBody>
      </p:sp>
    </p:spTree>
    <p:extLst>
      <p:ext uri="{BB962C8B-B14F-4D97-AF65-F5344CB8AC3E}">
        <p14:creationId xmlns:p14="http://schemas.microsoft.com/office/powerpoint/2010/main" val="2545890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94BE7-C83D-F922-B2FB-0002A40E3222}"/>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E82947F7-B4A0-DDD3-695A-702A46563F92}"/>
              </a:ext>
            </a:extLst>
          </p:cNvPr>
          <p:cNvSpPr txBox="1">
            <a:spLocks noGrp="1"/>
          </p:cNvSpPr>
          <p:nvPr>
            <p:ph type="title"/>
          </p:nvPr>
        </p:nvSpPr>
        <p:spPr>
          <a:xfrm>
            <a:off x="3505200" y="195809"/>
            <a:ext cx="4373066" cy="1397819"/>
          </a:xfrm>
          <a:prstGeom prst="rect">
            <a:avLst/>
          </a:prstGeom>
        </p:spPr>
        <p:txBody>
          <a:bodyPr vert="horz" wrap="square" lIns="0" tIns="12700" rIns="0" bIns="0" rtlCol="0">
            <a:spAutoFit/>
          </a:bodyPr>
          <a:lstStyle/>
          <a:p>
            <a:pPr marL="12700">
              <a:lnSpc>
                <a:spcPct val="100000"/>
              </a:lnSpc>
              <a:spcBef>
                <a:spcPts val="100"/>
              </a:spcBef>
            </a:pPr>
            <a:r>
              <a:rPr lang="en-US" spc="-10" dirty="0">
                <a:latin typeface="Bebas Neue Regular"/>
                <a:cs typeface="Bebas Neue Regular"/>
              </a:rPr>
              <a:t>References</a:t>
            </a:r>
            <a:endParaRPr spc="-10" dirty="0">
              <a:latin typeface="Bebas Neue Regular"/>
              <a:cs typeface="Bebas Neue Regular"/>
            </a:endParaRPr>
          </a:p>
        </p:txBody>
      </p:sp>
      <p:sp>
        <p:nvSpPr>
          <p:cNvPr id="3" name="object 3">
            <a:extLst>
              <a:ext uri="{FF2B5EF4-FFF2-40B4-BE49-F238E27FC236}">
                <a16:creationId xmlns:a16="http://schemas.microsoft.com/office/drawing/2014/main" id="{2E9BA5CA-5D7A-681C-C175-0DF4691F2E8C}"/>
              </a:ext>
            </a:extLst>
          </p:cNvPr>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FFFFFF"/>
                </a:solidFill>
                <a:latin typeface="Inria Sans"/>
                <a:cs typeface="Inria Sans"/>
              </a:rPr>
              <a:t>5/13/2026</a:t>
            </a:r>
            <a:endParaRPr sz="2000">
              <a:latin typeface="Inria Sans"/>
              <a:cs typeface="Inria Sans"/>
            </a:endParaRPr>
          </a:p>
        </p:txBody>
      </p:sp>
      <p:sp>
        <p:nvSpPr>
          <p:cNvPr id="5" name="object 5">
            <a:extLst>
              <a:ext uri="{FF2B5EF4-FFF2-40B4-BE49-F238E27FC236}">
                <a16:creationId xmlns:a16="http://schemas.microsoft.com/office/drawing/2014/main" id="{CB164698-2292-889A-813D-DCAB5A525514}"/>
              </a:ext>
            </a:extLst>
          </p:cNvPr>
          <p:cNvSpPr/>
          <p:nvPr/>
        </p:nvSpPr>
        <p:spPr>
          <a:xfrm>
            <a:off x="901017" y="9327093"/>
            <a:ext cx="492759" cy="400685"/>
          </a:xfrm>
          <a:custGeom>
            <a:avLst/>
            <a:gdLst/>
            <a:ahLst/>
            <a:cxnLst/>
            <a:rect l="l" t="t" r="r" b="b"/>
            <a:pathLst>
              <a:path w="492759" h="400684">
                <a:moveTo>
                  <a:pt x="439064" y="0"/>
                </a:moveTo>
                <a:lnTo>
                  <a:pt x="53174" y="0"/>
                </a:lnTo>
                <a:lnTo>
                  <a:pt x="32575" y="4211"/>
                </a:lnTo>
                <a:lnTo>
                  <a:pt x="15662" y="15662"/>
                </a:lnTo>
                <a:lnTo>
                  <a:pt x="4211" y="32575"/>
                </a:lnTo>
                <a:lnTo>
                  <a:pt x="0" y="53174"/>
                </a:lnTo>
                <a:lnTo>
                  <a:pt x="0" y="347472"/>
                </a:lnTo>
                <a:lnTo>
                  <a:pt x="4211" y="368071"/>
                </a:lnTo>
                <a:lnTo>
                  <a:pt x="15662" y="384984"/>
                </a:lnTo>
                <a:lnTo>
                  <a:pt x="32575" y="396435"/>
                </a:lnTo>
                <a:lnTo>
                  <a:pt x="53174" y="400646"/>
                </a:lnTo>
                <a:lnTo>
                  <a:pt x="439432" y="400646"/>
                </a:lnTo>
                <a:lnTo>
                  <a:pt x="460233" y="396423"/>
                </a:lnTo>
                <a:lnTo>
                  <a:pt x="477175" y="384894"/>
                </a:lnTo>
                <a:lnTo>
                  <a:pt x="488447" y="367766"/>
                </a:lnTo>
                <a:lnTo>
                  <a:pt x="492239" y="346748"/>
                </a:lnTo>
                <a:lnTo>
                  <a:pt x="492239" y="53174"/>
                </a:lnTo>
                <a:lnTo>
                  <a:pt x="488079" y="32575"/>
                </a:lnTo>
                <a:lnTo>
                  <a:pt x="476715" y="15662"/>
                </a:lnTo>
                <a:lnTo>
                  <a:pt x="459819" y="4211"/>
                </a:lnTo>
                <a:lnTo>
                  <a:pt x="439064" y="0"/>
                </a:lnTo>
                <a:close/>
              </a:path>
            </a:pathLst>
          </a:custGeom>
          <a:solidFill>
            <a:srgbClr val="282828"/>
          </a:solidFill>
        </p:spPr>
        <p:txBody>
          <a:bodyPr wrap="square" lIns="0" tIns="0" rIns="0" bIns="0" rtlCol="0"/>
          <a:lstStyle/>
          <a:p>
            <a:endParaRPr/>
          </a:p>
        </p:txBody>
      </p:sp>
      <p:sp>
        <p:nvSpPr>
          <p:cNvPr id="7" name="object 7">
            <a:extLst>
              <a:ext uri="{FF2B5EF4-FFF2-40B4-BE49-F238E27FC236}">
                <a16:creationId xmlns:a16="http://schemas.microsoft.com/office/drawing/2014/main" id="{F03D107A-580E-6D58-6AC2-FB5ED190DB2B}"/>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18</a:t>
            </a:fld>
            <a:r>
              <a:rPr spc="-25" dirty="0"/>
              <a:t>.</a:t>
            </a:r>
          </a:p>
        </p:txBody>
      </p:sp>
      <p:sp>
        <p:nvSpPr>
          <p:cNvPr id="10" name="TextBox 9">
            <a:extLst>
              <a:ext uri="{FF2B5EF4-FFF2-40B4-BE49-F238E27FC236}">
                <a16:creationId xmlns:a16="http://schemas.microsoft.com/office/drawing/2014/main" id="{AA1D0504-CBCF-DE45-073B-1492DE44FF61}"/>
              </a:ext>
            </a:extLst>
          </p:cNvPr>
          <p:cNvSpPr txBox="1"/>
          <p:nvPr/>
        </p:nvSpPr>
        <p:spPr>
          <a:xfrm>
            <a:off x="3365409" y="1436570"/>
            <a:ext cx="13779591" cy="8352543"/>
          </a:xfrm>
          <a:prstGeom prst="rect">
            <a:avLst/>
          </a:prstGeom>
          <a:noFill/>
        </p:spPr>
        <p:txBody>
          <a:bodyPr wrap="square">
            <a:spAutoFit/>
          </a:bodyPr>
          <a:lstStyle/>
          <a:p>
            <a:pPr marL="2857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 Ring, D. </a:t>
            </a:r>
            <a:r>
              <a:rPr lang="en-IN" sz="1800" dirty="0" err="1">
                <a:latin typeface="Times New Roman" panose="02020603050405020304" pitchFamily="18" charset="0"/>
                <a:cs typeface="Times New Roman" panose="02020603050405020304" pitchFamily="18" charset="0"/>
              </a:rPr>
              <a:t>Schlör</a:t>
            </a:r>
            <a:r>
              <a:rPr lang="en-IN" sz="1800" dirty="0">
                <a:latin typeface="Times New Roman" panose="02020603050405020304" pitchFamily="18" charset="0"/>
                <a:cs typeface="Times New Roman" panose="02020603050405020304" pitchFamily="18" charset="0"/>
              </a:rPr>
              <a:t>, D. Landes, and A. </a:t>
            </a:r>
            <a:r>
              <a:rPr lang="en-IN" sz="1800" dirty="0" err="1">
                <a:latin typeface="Times New Roman" panose="02020603050405020304" pitchFamily="18" charset="0"/>
                <a:cs typeface="Times New Roman" panose="02020603050405020304" pitchFamily="18" charset="0"/>
              </a:rPr>
              <a:t>Hotho</a:t>
            </a:r>
            <a:r>
              <a:rPr lang="en-IN" sz="1800" dirty="0">
                <a:latin typeface="Times New Roman" panose="02020603050405020304" pitchFamily="18" charset="0"/>
                <a:cs typeface="Times New Roman" panose="02020603050405020304" pitchFamily="18" charset="0"/>
              </a:rPr>
              <a:t>, “A survey of network-based intrusion detection data sets,” Computers &amp; Security, vol. 86, pp. 147–167, 2019.</a:t>
            </a:r>
          </a:p>
          <a:p>
            <a:pPr marL="2857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W. Wang et al., “HAST-IDS: Learning hierarchical spatial-temporal features using deep neural networks,” IEEE Access, vol. 6, pp. 1792–1806, 2017.</a:t>
            </a:r>
          </a:p>
          <a:p>
            <a:pPr marL="2857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 Shone, T. N. Ngoc, V. D. Phai, and Q. Shi, “A deep learning approach to network intrusion detection,” IEEE Trans. Emerging Topics in Computational Intelligence, vol. 2, no. 1, pp. 41–50, 2018.</a:t>
            </a:r>
          </a:p>
          <a:p>
            <a:pPr marL="2857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 A. </a:t>
            </a:r>
            <a:r>
              <a:rPr lang="en-IN" sz="1800" dirty="0" err="1">
                <a:latin typeface="Times New Roman" panose="02020603050405020304" pitchFamily="18" charset="0"/>
                <a:cs typeface="Times New Roman" panose="02020603050405020304" pitchFamily="18" charset="0"/>
              </a:rPr>
              <a:t>Diro</a:t>
            </a:r>
            <a:r>
              <a:rPr lang="en-IN" sz="1800" dirty="0">
                <a:latin typeface="Times New Roman" panose="02020603050405020304" pitchFamily="18" charset="0"/>
                <a:cs typeface="Times New Roman" panose="02020603050405020304" pitchFamily="18" charset="0"/>
              </a:rPr>
              <a:t> and N. </a:t>
            </a:r>
            <a:r>
              <a:rPr lang="en-IN" sz="1800" dirty="0" err="1">
                <a:latin typeface="Times New Roman" panose="02020603050405020304" pitchFamily="18" charset="0"/>
                <a:cs typeface="Times New Roman" panose="02020603050405020304" pitchFamily="18" charset="0"/>
              </a:rPr>
              <a:t>Chilamkurti</a:t>
            </a:r>
            <a:r>
              <a:rPr lang="en-IN" sz="1800" dirty="0">
                <a:latin typeface="Times New Roman" panose="02020603050405020304" pitchFamily="18" charset="0"/>
                <a:cs typeface="Times New Roman" panose="02020603050405020304" pitchFamily="18" charset="0"/>
              </a:rPr>
              <a:t>, “Distributed attack detection scheme using deep learning approach for Internet of Things,” Future Generation Computer Systems, vol. 82, pp. 761–768, 2018.</a:t>
            </a:r>
          </a:p>
          <a:p>
            <a:pPr marL="2857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 U. Jan, S. Ahmed, V. </a:t>
            </a:r>
            <a:r>
              <a:rPr lang="en-IN" sz="1800" dirty="0" err="1">
                <a:latin typeface="Times New Roman" panose="02020603050405020304" pitchFamily="18" charset="0"/>
                <a:cs typeface="Times New Roman" panose="02020603050405020304" pitchFamily="18" charset="0"/>
              </a:rPr>
              <a:t>Shakhov</a:t>
            </a:r>
            <a:r>
              <a:rPr lang="en-IN" sz="1800" dirty="0">
                <a:latin typeface="Times New Roman" panose="02020603050405020304" pitchFamily="18" charset="0"/>
                <a:cs typeface="Times New Roman" panose="02020603050405020304" pitchFamily="18" charset="0"/>
              </a:rPr>
              <a:t>, and I. Koo, “Toward a lightweight intrusion detection system for the Internet of Things,” IEEE Access, vol. 7, pp. 42450–42471, 2019.</a:t>
            </a:r>
          </a:p>
          <a:p>
            <a:pPr marL="2857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Z. Wang, H. Chen, S. Yang, X. Luo, D. Li, and J. Wang, “A lightweight intrusion detection method for IoT based on deep learning and dynamic quantization,” </a:t>
            </a:r>
            <a:r>
              <a:rPr lang="en-IN" sz="1800" dirty="0" err="1">
                <a:latin typeface="Times New Roman" panose="02020603050405020304" pitchFamily="18" charset="0"/>
                <a:cs typeface="Times New Roman" panose="02020603050405020304" pitchFamily="18" charset="0"/>
              </a:rPr>
              <a:t>PeerJ</a:t>
            </a:r>
            <a:r>
              <a:rPr lang="en-IN" sz="1800" dirty="0">
                <a:latin typeface="Times New Roman" panose="02020603050405020304" pitchFamily="18" charset="0"/>
                <a:cs typeface="Times New Roman" panose="02020603050405020304" pitchFamily="18" charset="0"/>
              </a:rPr>
              <a:t> Computer Science, vol. 9, p. e1569, 2023.</a:t>
            </a:r>
          </a:p>
          <a:p>
            <a:pPr marL="2857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 Wei, G. Xie, and Z. Diao, “A lightweight deep learning framework for botnet detecting at the IoT edge,” Computers &amp; Security, vol. 129, p. 103195, 2023.</a:t>
            </a:r>
          </a:p>
          <a:p>
            <a:pPr marL="2857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 </a:t>
            </a:r>
            <a:r>
              <a:rPr lang="en-IN" sz="1800" dirty="0" err="1">
                <a:latin typeface="Times New Roman" panose="02020603050405020304" pitchFamily="18" charset="0"/>
                <a:cs typeface="Times New Roman" panose="02020603050405020304" pitchFamily="18" charset="0"/>
              </a:rPr>
              <a:t>Berhili</a:t>
            </a:r>
            <a:r>
              <a:rPr lang="en-IN" sz="1800" dirty="0">
                <a:latin typeface="Times New Roman" panose="02020603050405020304" pitchFamily="18" charset="0"/>
                <a:cs typeface="Times New Roman" panose="02020603050405020304" pitchFamily="18" charset="0"/>
              </a:rPr>
              <a:t>, O. </a:t>
            </a:r>
            <a:r>
              <a:rPr lang="en-IN" sz="1800" dirty="0" err="1">
                <a:latin typeface="Times New Roman" panose="02020603050405020304" pitchFamily="18" charset="0"/>
                <a:cs typeface="Times New Roman" panose="02020603050405020304" pitchFamily="18" charset="0"/>
              </a:rPr>
              <a:t>Chaieb</a:t>
            </a:r>
            <a:r>
              <a:rPr lang="en-IN" sz="1800" dirty="0">
                <a:latin typeface="Times New Roman" panose="02020603050405020304" pitchFamily="18" charset="0"/>
                <a:cs typeface="Times New Roman" panose="02020603050405020304" pitchFamily="18" charset="0"/>
              </a:rPr>
              <a:t>, and M. Benabdellah, “Intrusion detection systems in IoT based on machine learning: A state of the art,” Procedia Computer Science, vol. 251, pp. 99–107, 2024.</a:t>
            </a:r>
          </a:p>
          <a:p>
            <a:pPr marL="2857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 H. Bhuyan, D. K. Bhattacharyya, and J. K. Kalita, “Network anomaly detection: Methods, systems and tools,” IEEE Communications Surveys &amp; Tutorials, vol. 16, no. 1, pp. 303–336, 2013.</a:t>
            </a:r>
          </a:p>
          <a:p>
            <a:pPr marL="2857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 </a:t>
            </a:r>
            <a:r>
              <a:rPr lang="en-IN" sz="1800" dirty="0" err="1">
                <a:latin typeface="Times New Roman" panose="02020603050405020304" pitchFamily="18" charset="0"/>
                <a:cs typeface="Times New Roman" panose="02020603050405020304" pitchFamily="18" charset="0"/>
              </a:rPr>
              <a:t>Butun</a:t>
            </a:r>
            <a:r>
              <a:rPr lang="en-IN" sz="1800" dirty="0">
                <a:latin typeface="Times New Roman" panose="02020603050405020304" pitchFamily="18" charset="0"/>
                <a:cs typeface="Times New Roman" panose="02020603050405020304" pitchFamily="18" charset="0"/>
              </a:rPr>
              <a:t>, P. Österberg, and H. Song, “Security of the Internet of Things: Vulnerabilities, attacks, and countermeasures,” IEEE Communications Surveys &amp; Tutorials, vol. 22, no. 1, pp. 616–644, 2019.</a:t>
            </a:r>
          </a:p>
        </p:txBody>
      </p:sp>
    </p:spTree>
    <p:extLst>
      <p:ext uri="{BB962C8B-B14F-4D97-AF65-F5344CB8AC3E}">
        <p14:creationId xmlns:p14="http://schemas.microsoft.com/office/powerpoint/2010/main" val="3254132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BCE3181-14F6-4D91-64BC-730268CFA40C}"/>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CE1DCDDD-B81C-C48D-F650-CCAB7F49C152}"/>
              </a:ext>
            </a:extLst>
          </p:cNvPr>
          <p:cNvSpPr txBox="1">
            <a:spLocks noGrp="1"/>
          </p:cNvSpPr>
          <p:nvPr>
            <p:ph type="title"/>
          </p:nvPr>
        </p:nvSpPr>
        <p:spPr>
          <a:xfrm>
            <a:off x="7156450" y="4445000"/>
            <a:ext cx="3975100" cy="1397000"/>
          </a:xfrm>
          <a:prstGeom prst="rect">
            <a:avLst/>
          </a:prstGeom>
        </p:spPr>
        <p:txBody>
          <a:bodyPr vert="horz" wrap="square" lIns="0" tIns="12700" rIns="0" bIns="0" rtlCol="0">
            <a:spAutoFit/>
          </a:bodyPr>
          <a:lstStyle/>
          <a:p>
            <a:pPr marL="12700">
              <a:lnSpc>
                <a:spcPct val="100000"/>
              </a:lnSpc>
              <a:spcBef>
                <a:spcPts val="100"/>
              </a:spcBef>
            </a:pPr>
            <a:r>
              <a:rPr lang="en-US" spc="-10" dirty="0"/>
              <a:t>Thank you</a:t>
            </a:r>
            <a:endParaRPr spc="-10" dirty="0"/>
          </a:p>
        </p:txBody>
      </p:sp>
      <p:sp>
        <p:nvSpPr>
          <p:cNvPr id="15" name="object 15">
            <a:extLst>
              <a:ext uri="{FF2B5EF4-FFF2-40B4-BE49-F238E27FC236}">
                <a16:creationId xmlns:a16="http://schemas.microsoft.com/office/drawing/2014/main" id="{A7A843C1-22D9-2CA4-DAC9-67F58ADF6FE2}"/>
              </a:ext>
            </a:extLst>
          </p:cNvPr>
          <p:cNvSpPr/>
          <p:nvPr/>
        </p:nvSpPr>
        <p:spPr>
          <a:xfrm>
            <a:off x="942022" y="564996"/>
            <a:ext cx="1246505" cy="381000"/>
          </a:xfrm>
          <a:custGeom>
            <a:avLst/>
            <a:gdLst/>
            <a:ahLst/>
            <a:cxnLst/>
            <a:rect l="l" t="t" r="r" b="b"/>
            <a:pathLst>
              <a:path w="1246505" h="381000">
                <a:moveTo>
                  <a:pt x="1195832" y="0"/>
                </a:moveTo>
                <a:lnTo>
                  <a:pt x="50546" y="0"/>
                </a:lnTo>
                <a:lnTo>
                  <a:pt x="30962" y="4002"/>
                </a:lnTo>
                <a:lnTo>
                  <a:pt x="14885" y="14885"/>
                </a:lnTo>
                <a:lnTo>
                  <a:pt x="4002" y="30962"/>
                </a:lnTo>
                <a:lnTo>
                  <a:pt x="0" y="50545"/>
                </a:lnTo>
                <a:lnTo>
                  <a:pt x="0" y="330288"/>
                </a:lnTo>
                <a:lnTo>
                  <a:pt x="4002" y="349872"/>
                </a:lnTo>
                <a:lnTo>
                  <a:pt x="14885" y="365948"/>
                </a:lnTo>
                <a:lnTo>
                  <a:pt x="30962" y="376832"/>
                </a:lnTo>
                <a:lnTo>
                  <a:pt x="50546" y="380834"/>
                </a:lnTo>
                <a:lnTo>
                  <a:pt x="1196174" y="380834"/>
                </a:lnTo>
                <a:lnTo>
                  <a:pt x="1215945" y="376821"/>
                </a:lnTo>
                <a:lnTo>
                  <a:pt x="1232049" y="365861"/>
                </a:lnTo>
                <a:lnTo>
                  <a:pt x="1242766" y="349577"/>
                </a:lnTo>
                <a:lnTo>
                  <a:pt x="1246378" y="329590"/>
                </a:lnTo>
                <a:lnTo>
                  <a:pt x="1246378" y="50545"/>
                </a:lnTo>
                <a:lnTo>
                  <a:pt x="1242423" y="30962"/>
                </a:lnTo>
                <a:lnTo>
                  <a:pt x="1231620" y="14885"/>
                </a:lnTo>
                <a:lnTo>
                  <a:pt x="1215559" y="4002"/>
                </a:lnTo>
                <a:lnTo>
                  <a:pt x="1195832" y="0"/>
                </a:lnTo>
                <a:close/>
              </a:path>
            </a:pathLst>
          </a:custGeom>
          <a:solidFill>
            <a:srgbClr val="27DEDD"/>
          </a:solidFill>
        </p:spPr>
        <p:txBody>
          <a:bodyPr wrap="square" lIns="0" tIns="0" rIns="0" bIns="0" rtlCol="0"/>
          <a:lstStyle/>
          <a:p>
            <a:endParaRPr/>
          </a:p>
        </p:txBody>
      </p:sp>
      <p:sp>
        <p:nvSpPr>
          <p:cNvPr id="16" name="object 16">
            <a:extLst>
              <a:ext uri="{FF2B5EF4-FFF2-40B4-BE49-F238E27FC236}">
                <a16:creationId xmlns:a16="http://schemas.microsoft.com/office/drawing/2014/main" id="{3A2E137C-6DAD-64B2-36CD-C06E84DF4739}"/>
              </a:ext>
            </a:extLst>
          </p:cNvPr>
          <p:cNvSpPr txBox="1"/>
          <p:nvPr/>
        </p:nvSpPr>
        <p:spPr>
          <a:xfrm>
            <a:off x="998475" y="564519"/>
            <a:ext cx="1136650" cy="330200"/>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292929"/>
                </a:solidFill>
                <a:latin typeface="Inria Sans"/>
                <a:cs typeface="Inria Sans"/>
              </a:rPr>
              <a:t>5/13/2026</a:t>
            </a:r>
            <a:endParaRPr sz="2000">
              <a:latin typeface="Inria Sans"/>
              <a:cs typeface="Inria Sans"/>
            </a:endParaRPr>
          </a:p>
        </p:txBody>
      </p:sp>
      <p:sp>
        <p:nvSpPr>
          <p:cNvPr id="17" name="object 17">
            <a:extLst>
              <a:ext uri="{FF2B5EF4-FFF2-40B4-BE49-F238E27FC236}">
                <a16:creationId xmlns:a16="http://schemas.microsoft.com/office/drawing/2014/main" id="{138011C1-4DFD-8E09-3BFD-19637B43C913}"/>
              </a:ext>
            </a:extLst>
          </p:cNvPr>
          <p:cNvSpPr/>
          <p:nvPr/>
        </p:nvSpPr>
        <p:spPr>
          <a:xfrm>
            <a:off x="900887" y="9324426"/>
            <a:ext cx="505459" cy="403860"/>
          </a:xfrm>
          <a:custGeom>
            <a:avLst/>
            <a:gdLst/>
            <a:ahLst/>
            <a:cxnLst/>
            <a:rect l="l" t="t" r="r" b="b"/>
            <a:pathLst>
              <a:path w="505459" h="403859">
                <a:moveTo>
                  <a:pt x="451650" y="0"/>
                </a:moveTo>
                <a:lnTo>
                  <a:pt x="53555" y="0"/>
                </a:lnTo>
                <a:lnTo>
                  <a:pt x="32805" y="4240"/>
                </a:lnTo>
                <a:lnTo>
                  <a:pt x="15771" y="15770"/>
                </a:lnTo>
                <a:lnTo>
                  <a:pt x="4240" y="32800"/>
                </a:lnTo>
                <a:lnTo>
                  <a:pt x="0" y="53543"/>
                </a:lnTo>
                <a:lnTo>
                  <a:pt x="0" y="349897"/>
                </a:lnTo>
                <a:lnTo>
                  <a:pt x="4240" y="370640"/>
                </a:lnTo>
                <a:lnTo>
                  <a:pt x="15771" y="387670"/>
                </a:lnTo>
                <a:lnTo>
                  <a:pt x="32805" y="399200"/>
                </a:lnTo>
                <a:lnTo>
                  <a:pt x="53555" y="403440"/>
                </a:lnTo>
                <a:lnTo>
                  <a:pt x="452018" y="403440"/>
                </a:lnTo>
                <a:lnTo>
                  <a:pt x="472962" y="399188"/>
                </a:lnTo>
                <a:lnTo>
                  <a:pt x="490021" y="387578"/>
                </a:lnTo>
                <a:lnTo>
                  <a:pt x="501372" y="370329"/>
                </a:lnTo>
                <a:lnTo>
                  <a:pt x="505193" y="349161"/>
                </a:lnTo>
                <a:lnTo>
                  <a:pt x="505193" y="53543"/>
                </a:lnTo>
                <a:lnTo>
                  <a:pt x="501004" y="32800"/>
                </a:lnTo>
                <a:lnTo>
                  <a:pt x="489561" y="15770"/>
                </a:lnTo>
                <a:lnTo>
                  <a:pt x="472548" y="4240"/>
                </a:lnTo>
                <a:lnTo>
                  <a:pt x="451650" y="0"/>
                </a:lnTo>
                <a:close/>
              </a:path>
            </a:pathLst>
          </a:custGeom>
          <a:solidFill>
            <a:srgbClr val="282828"/>
          </a:solidFill>
        </p:spPr>
        <p:txBody>
          <a:bodyPr wrap="square" lIns="0" tIns="0" rIns="0" bIns="0" rtlCol="0"/>
          <a:lstStyle/>
          <a:p>
            <a:endParaRPr/>
          </a:p>
        </p:txBody>
      </p:sp>
      <p:sp>
        <p:nvSpPr>
          <p:cNvPr id="18" name="object 18">
            <a:extLst>
              <a:ext uri="{FF2B5EF4-FFF2-40B4-BE49-F238E27FC236}">
                <a16:creationId xmlns:a16="http://schemas.microsoft.com/office/drawing/2014/main" id="{00CA1A9B-7204-1A43-1D5C-1578A5DCCC7D}"/>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19</a:t>
            </a:fld>
            <a:r>
              <a:rPr spc="-25" dirty="0"/>
              <a:t>.</a:t>
            </a:r>
          </a:p>
        </p:txBody>
      </p:sp>
    </p:spTree>
    <p:extLst>
      <p:ext uri="{BB962C8B-B14F-4D97-AF65-F5344CB8AC3E}">
        <p14:creationId xmlns:p14="http://schemas.microsoft.com/office/powerpoint/2010/main" val="433238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66</TotalTime>
  <Words>2999</Words>
  <Application>Microsoft Office PowerPoint</Application>
  <PresentationFormat>Custom</PresentationFormat>
  <Paragraphs>287</Paragraphs>
  <Slides>19</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Aptos</vt:lpstr>
      <vt:lpstr>Arial</vt:lpstr>
      <vt:lpstr>Bebas Neue Bold</vt:lpstr>
      <vt:lpstr>Bebas Neue Regular</vt:lpstr>
      <vt:lpstr>Inria Sans</vt:lpstr>
      <vt:lpstr>Inria Sans Light</vt:lpstr>
      <vt:lpstr>Inria Serif</vt:lpstr>
      <vt:lpstr>Inria Serif Light</vt:lpstr>
      <vt:lpstr>Times New Roman</vt:lpstr>
      <vt:lpstr>Office Theme</vt:lpstr>
      <vt:lpstr>LIGHTWEIGHT DEEP LEARNING IDS FOR RESOURCE-CONSTRAINED IOT DEVICES</vt:lpstr>
      <vt:lpstr>INTRODUCTION</vt:lpstr>
      <vt:lpstr>5/13/2026</vt:lpstr>
      <vt:lpstr>IOT SECURITY CHALLENGES</vt:lpstr>
      <vt:lpstr>NEED FOR LIGHTWEIGHT IDS</vt:lpstr>
      <vt:lpstr>DEEP LEARNING IDS OVERVIEW</vt:lpstr>
      <vt:lpstr>RESEARCH GAP</vt:lpstr>
      <vt:lpstr>RESEARCH OBJECTIVES &amp; QUESTIONS</vt:lpstr>
      <vt:lpstr>DATASET SELECTION</vt:lpstr>
      <vt:lpstr>PROPOSED METHODOLOGY</vt:lpstr>
      <vt:lpstr>PROPOSED ARCHITECTURE DIAGRAM</vt:lpstr>
      <vt:lpstr>CNN MODEL &amp; OPTIMIZATION</vt:lpstr>
      <vt:lpstr>EVALUATION METRICS</vt:lpstr>
      <vt:lpstr>EXPECTED OUTCOMES</vt:lpstr>
      <vt:lpstr>TIMELINE</vt:lpstr>
      <vt:lpstr>CONCLUSION</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Vivian Parmar</cp:lastModifiedBy>
  <cp:revision>15</cp:revision>
  <dcterms:created xsi:type="dcterms:W3CDTF">2026-05-12T14:49:53Z</dcterms:created>
  <dcterms:modified xsi:type="dcterms:W3CDTF">2026-05-12T23:03:57Z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StructuredOutput v10.0.19912.1</vt:lpwstr>
  </property>
  <property fmtid="{D5CDD505-2E9C-101B-9397-08002B2CF9AE}" pid="3" name="Created">
    <vt:filetime>2026-05-12T00:00:00Z</vt:filetime>
  </property>
  <property fmtid="{D5CDD505-2E9C-101B-9397-08002B2CF9AE}" pid="4" name="CreationClient">
    <vt:lpwstr>outline-to-presentation</vt:lpwstr>
  </property>
  <property fmtid="{D5CDD505-2E9C-101B-9397-08002B2CF9AE}" pid="5" name="Creator">
    <vt:lpwstr>Adobe Express</vt:lpwstr>
  </property>
  <property fmtid="{D5CDD505-2E9C-101B-9397-08002B2CF9AE}" pid="6" name="LastSaved">
    <vt:filetime>2026-05-12T00:00:00Z</vt:filetime>
  </property>
  <property fmtid="{D5CDD505-2E9C-101B-9397-08002B2CF9AE}" pid="7" name="Producer">
    <vt:lpwstr>Adobe Express</vt:lpwstr>
  </property>
</Properties>
</file>